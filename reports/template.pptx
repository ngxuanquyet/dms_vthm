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4"/>
  </p:sldMasterIdLst>
  <p:notesMasterIdLst>
    <p:notesMasterId r:id="rId21"/>
  </p:notesMasterIdLst>
  <p:handoutMasterIdLst>
    <p:handoutMasterId r:id="rId22"/>
  </p:handoutMasterIdLst>
  <p:sldIdLst>
    <p:sldId id="299" r:id="rId5"/>
    <p:sldId id="354" r:id="rId6"/>
    <p:sldId id="339" r:id="rId7"/>
    <p:sldId id="8087" r:id="rId8"/>
    <p:sldId id="8088" r:id="rId9"/>
    <p:sldId id="8089" r:id="rId10"/>
    <p:sldId id="8080" r:id="rId11"/>
    <p:sldId id="8081" r:id="rId12"/>
    <p:sldId id="8086" r:id="rId13"/>
    <p:sldId id="8084" r:id="rId14"/>
    <p:sldId id="350" r:id="rId15"/>
    <p:sldId id="344" r:id="rId16"/>
    <p:sldId id="8090" r:id="rId17"/>
    <p:sldId id="345" r:id="rId18"/>
    <p:sldId id="8085" r:id="rId19"/>
    <p:sldId id="33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ái VITTO.Lê Hoàng" initials="TVH" lastIdx="1" clrIdx="0">
    <p:extLst>
      <p:ext uri="{19B8F6BF-5375-455C-9EA6-DF929625EA0E}">
        <p15:presenceInfo xmlns:p15="http://schemas.microsoft.com/office/powerpoint/2012/main" userId="S::thailh.vitto@symper.vn::c06815dc-3bc2-4af7-9d5f-edb2b0e6fe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5FAC"/>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D8192C-7DB9-4B37-BE7F-5CF28BB4B168}" v="5766" dt="2026-09-11T08:00:58.877"/>
    <p1510:client id="{5EF0D343-A772-D770-784F-84FC401BEDEB}" v="134" dt="2026-09-11T02:42:12.528"/>
    <p1510:client id="{F6346F6B-E901-C80B-E828-E3F04CB95E91}" v="37" dt="2026-09-11T02:47:28.290"/>
  </p1510:revLst>
</p1510:revInfo>
</file>

<file path=ppt/tableStyles.xml><?xml version="1.0" encoding="utf-8"?>
<a:tblStyleLst xmlns:a="http://schemas.openxmlformats.org/drawingml/2006/main" def="{073A0DAA-6AF3-43AB-8588-CEC1D06C72B9}">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Xuân Quyết" userId="S::quyetnx@vthmgroup.vn::6f9fc323-a13a-4b00-81e7-c14d17e156e8" providerId="AD" clId="Web-{5EF0D343-A772-D770-784F-84FC401BEDEB}"/>
    <pc:docChg chg="modSld">
      <pc:chgData name="Nguyễn Xuân Quyết" userId="S::quyetnx@vthmgroup.vn::6f9fc323-a13a-4b00-81e7-c14d17e156e8" providerId="AD" clId="Web-{5EF0D343-A772-D770-784F-84FC401BEDEB}" dt="2026-09-11T02:42:10.263" v="105"/>
      <pc:docMkLst>
        <pc:docMk/>
      </pc:docMkLst>
      <pc:sldChg chg="modSp">
        <pc:chgData name="Nguyễn Xuân Quyết" userId="S::quyetnx@vthmgroup.vn::6f9fc323-a13a-4b00-81e7-c14d17e156e8" providerId="AD" clId="Web-{5EF0D343-A772-D770-784F-84FC401BEDEB}" dt="2026-09-11T02:42:10.263" v="105"/>
        <pc:sldMkLst>
          <pc:docMk/>
          <pc:sldMk cId="3960403681" sldId="8085"/>
        </pc:sldMkLst>
        <pc:graphicFrameChg chg="mod modGraphic">
          <ac:chgData name="Nguyễn Xuân Quyết" userId="S::quyetnx@vthmgroup.vn::6f9fc323-a13a-4b00-81e7-c14d17e156e8" providerId="AD" clId="Web-{5EF0D343-A772-D770-784F-84FC401BEDEB}" dt="2026-09-11T02:42:10.263" v="105"/>
          <ac:graphicFrameMkLst>
            <pc:docMk/>
            <pc:sldMk cId="3960403681" sldId="8085"/>
            <ac:graphicFrameMk id="13" creationId="{D5C7C427-99EE-6D05-2B6F-4747FADBFAA8}"/>
          </ac:graphicFrameMkLst>
        </pc:graphicFrameChg>
      </pc:sldChg>
    </pc:docChg>
  </pc:docChgLst>
  <pc:docChgLst>
    <pc:chgData name="Nguyễn Xuân Quyết" userId="6f9fc323-a13a-4b00-81e7-c14d17e156e8" providerId="ADAL" clId="{BC5A91BD-F674-4571-8086-39DB491CC505}"/>
    <pc:docChg chg="undo custSel addSld delSld modSld sldOrd addMainMaster delMainMaster modMainMaster modNotesMaster">
      <pc:chgData name="Nguyễn Xuân Quyết" userId="6f9fc323-a13a-4b00-81e7-c14d17e156e8" providerId="ADAL" clId="{BC5A91BD-F674-4571-8086-39DB491CC505}" dt="2026-09-11T08:00:58.877" v="10668"/>
      <pc:docMkLst>
        <pc:docMk/>
      </pc:docMkLst>
      <pc:sldChg chg="addSp delSp modSp mod modClrScheme chgLayout">
        <pc:chgData name="Nguyễn Xuân Quyết" userId="6f9fc323-a13a-4b00-81e7-c14d17e156e8" providerId="ADAL" clId="{BC5A91BD-F674-4571-8086-39DB491CC505}" dt="2026-09-11T07:20:36.089" v="10654" actId="404"/>
        <pc:sldMkLst>
          <pc:docMk/>
          <pc:sldMk cId="1625242893" sldId="299"/>
        </pc:sldMkLst>
        <pc:spChg chg="mod">
          <ac:chgData name="Nguyễn Xuân Quyết" userId="6f9fc323-a13a-4b00-81e7-c14d17e156e8" providerId="ADAL" clId="{BC5A91BD-F674-4571-8086-39DB491CC505}" dt="2026-09-11T06:55:57.477" v="10379" actId="403"/>
          <ac:spMkLst>
            <pc:docMk/>
            <pc:sldMk cId="1625242893" sldId="299"/>
            <ac:spMk id="2" creationId="{673A13F1-B437-489C-B4AE-9A908EB15A36}"/>
          </ac:spMkLst>
        </pc:spChg>
        <pc:spChg chg="add">
          <ac:chgData name="Nguyễn Xuân Quyết" userId="6f9fc323-a13a-4b00-81e7-c14d17e156e8" providerId="ADAL" clId="{BC5A91BD-F674-4571-8086-39DB491CC505}" dt="2026-09-10T03:16:09.368" v="6772" actId="26606"/>
          <ac:spMkLst>
            <pc:docMk/>
            <pc:sldMk cId="1625242893" sldId="299"/>
            <ac:spMk id="3" creationId="{00000000-0000-0000-0000-000000000000}"/>
          </ac:spMkLst>
        </pc:spChg>
        <pc:spChg chg="add mod">
          <ac:chgData name="Nguyễn Xuân Quyết" userId="6f9fc323-a13a-4b00-81e7-c14d17e156e8" providerId="ADAL" clId="{BC5A91BD-F674-4571-8086-39DB491CC505}" dt="2026-09-11T06:55:24.230" v="10373" actId="404"/>
          <ac:spMkLst>
            <pc:docMk/>
            <pc:sldMk cId="1625242893" sldId="299"/>
            <ac:spMk id="4" creationId="{00000000-0000-0000-0000-000000000000}"/>
          </ac:spMkLst>
        </pc:spChg>
        <pc:spChg chg="add mod">
          <ac:chgData name="Nguyễn Xuân Quyết" userId="6f9fc323-a13a-4b00-81e7-c14d17e156e8" providerId="ADAL" clId="{BC5A91BD-F674-4571-8086-39DB491CC505}" dt="2026-09-11T07:08:15.080" v="10651" actId="1076"/>
          <ac:spMkLst>
            <pc:docMk/>
            <pc:sldMk cId="1625242893" sldId="299"/>
            <ac:spMk id="5" creationId="{00000000-0000-0000-0000-000000000000}"/>
          </ac:spMkLst>
        </pc:spChg>
        <pc:spChg chg="add mod">
          <ac:chgData name="Nguyễn Xuân Quyết" userId="6f9fc323-a13a-4b00-81e7-c14d17e156e8" providerId="ADAL" clId="{BC5A91BD-F674-4571-8086-39DB491CC505}" dt="2026-09-11T06:55:46.024" v="10375" actId="207"/>
          <ac:spMkLst>
            <pc:docMk/>
            <pc:sldMk cId="1625242893" sldId="299"/>
            <ac:spMk id="6" creationId="{00000000-0000-0000-0000-000000000000}"/>
          </ac:spMkLst>
        </pc:spChg>
        <pc:spChg chg="add mod">
          <ac:chgData name="Nguyễn Xuân Quyết" userId="6f9fc323-a13a-4b00-81e7-c14d17e156e8" providerId="ADAL" clId="{BC5A91BD-F674-4571-8086-39DB491CC505}" dt="2026-09-11T07:20:36.089" v="10654" actId="404"/>
          <ac:spMkLst>
            <pc:docMk/>
            <pc:sldMk cId="1625242893" sldId="299"/>
            <ac:spMk id="7" creationId="{00000000-0000-0000-0000-000000000000}"/>
          </ac:spMkLst>
        </pc:spChg>
        <pc:spChg chg="add del mod">
          <ac:chgData name="Nguyễn Xuân Quyết" userId="6f9fc323-a13a-4b00-81e7-c14d17e156e8" providerId="ADAL" clId="{BC5A91BD-F674-4571-8086-39DB491CC505}" dt="2026-09-11T06:44:44.236" v="10052" actId="478"/>
          <ac:spMkLst>
            <pc:docMk/>
            <pc:sldMk cId="1625242893" sldId="299"/>
            <ac:spMk id="8" creationId="{00000000-0000-0000-0000-000000000000}"/>
          </ac:spMkLst>
        </pc:spChg>
        <pc:spChg chg="add del mod">
          <ac:chgData name="Nguyễn Xuân Quyết" userId="6f9fc323-a13a-4b00-81e7-c14d17e156e8" providerId="ADAL" clId="{BC5A91BD-F674-4571-8086-39DB491CC505}" dt="2026-09-11T06:44:41.809" v="10051" actId="478"/>
          <ac:spMkLst>
            <pc:docMk/>
            <pc:sldMk cId="1625242893" sldId="299"/>
            <ac:spMk id="9" creationId="{00000000-0000-0000-0000-000000000000}"/>
          </ac:spMkLst>
        </pc:spChg>
        <pc:spChg chg="add del">
          <ac:chgData name="Nguyễn Xuân Quyết" userId="6f9fc323-a13a-4b00-81e7-c14d17e156e8" providerId="ADAL" clId="{BC5A91BD-F674-4571-8086-39DB491CC505}" dt="2026-09-11T06:44:44.236" v="10052" actId="478"/>
          <ac:spMkLst>
            <pc:docMk/>
            <pc:sldMk cId="1625242893" sldId="299"/>
            <ac:spMk id="10" creationId="{00000000-0000-0000-0000-000000000000}"/>
          </ac:spMkLst>
        </pc:spChg>
        <pc:spChg chg="add del mod">
          <ac:chgData name="Nguyễn Xuân Quyết" userId="6f9fc323-a13a-4b00-81e7-c14d17e156e8" providerId="ADAL" clId="{BC5A91BD-F674-4571-8086-39DB491CC505}" dt="2026-09-11T06:44:40.826" v="10050" actId="478"/>
          <ac:spMkLst>
            <pc:docMk/>
            <pc:sldMk cId="1625242893" sldId="299"/>
            <ac:spMk id="11" creationId="{00000000-0000-0000-0000-000000000000}"/>
          </ac:spMkLst>
        </pc:spChg>
        <pc:spChg chg="add del">
          <ac:chgData name="Nguyễn Xuân Quyết" userId="6f9fc323-a13a-4b00-81e7-c14d17e156e8" providerId="ADAL" clId="{BC5A91BD-F674-4571-8086-39DB491CC505}" dt="2026-09-11T06:44:44.236" v="10052" actId="478"/>
          <ac:spMkLst>
            <pc:docMk/>
            <pc:sldMk cId="1625242893" sldId="299"/>
            <ac:spMk id="12" creationId="{00000000-0000-0000-0000-000000000000}"/>
          </ac:spMkLst>
        </pc:spChg>
        <pc:spChg chg="add del mod">
          <ac:chgData name="Nguyễn Xuân Quyết" userId="6f9fc323-a13a-4b00-81e7-c14d17e156e8" providerId="ADAL" clId="{BC5A91BD-F674-4571-8086-39DB491CC505}" dt="2026-09-11T06:44:39.366" v="10049" actId="478"/>
          <ac:spMkLst>
            <pc:docMk/>
            <pc:sldMk cId="1625242893" sldId="299"/>
            <ac:spMk id="13" creationId="{00000000-0000-0000-0000-000000000000}"/>
          </ac:spMkLst>
        </pc:spChg>
        <pc:spChg chg="del">
          <ac:chgData name="Nguyễn Xuân Quyết" userId="6f9fc323-a13a-4b00-81e7-c14d17e156e8" providerId="ADAL" clId="{BC5A91BD-F674-4571-8086-39DB491CC505}" dt="2026-09-11T06:44:44.236" v="10052" actId="478"/>
          <ac:spMkLst>
            <pc:docMk/>
            <pc:sldMk cId="1625242893" sldId="299"/>
            <ac:spMk id="14" creationId="{00000000-0000-0000-0000-000000000000}"/>
          </ac:spMkLst>
        </pc:spChg>
        <pc:spChg chg="add del mod">
          <ac:chgData name="Nguyễn Xuân Quyết" userId="6f9fc323-a13a-4b00-81e7-c14d17e156e8" providerId="ADAL" clId="{BC5A91BD-F674-4571-8086-39DB491CC505}" dt="2026-09-11T06:44:44.236" v="10052" actId="478"/>
          <ac:spMkLst>
            <pc:docMk/>
            <pc:sldMk cId="1625242893" sldId="299"/>
            <ac:spMk id="15" creationId="{00000000-0000-0000-0000-000000000000}"/>
          </ac:spMkLst>
        </pc:spChg>
        <pc:spChg chg="add del">
          <ac:chgData name="Nguyễn Xuân Quyết" userId="6f9fc323-a13a-4b00-81e7-c14d17e156e8" providerId="ADAL" clId="{BC5A91BD-F674-4571-8086-39DB491CC505}" dt="2026-09-11T06:30:23.237" v="9886" actId="478"/>
          <ac:spMkLst>
            <pc:docMk/>
            <pc:sldMk cId="1625242893" sldId="299"/>
            <ac:spMk id="16" creationId="{00000000-0000-0000-0000-000000000000}"/>
          </ac:spMkLst>
        </pc:spChg>
        <pc:spChg chg="add del">
          <ac:chgData name="Nguyễn Xuân Quyết" userId="6f9fc323-a13a-4b00-81e7-c14d17e156e8" providerId="ADAL" clId="{BC5A91BD-F674-4571-8086-39DB491CC505}" dt="2026-09-11T06:30:17.396" v="9885" actId="478"/>
          <ac:spMkLst>
            <pc:docMk/>
            <pc:sldMk cId="1625242893" sldId="299"/>
            <ac:spMk id="17" creationId="{00000000-0000-0000-0000-000000000000}"/>
          </ac:spMkLst>
        </pc:spChg>
        <pc:spChg chg="del mod">
          <ac:chgData name="Nguyễn Xuân Quyết" userId="6f9fc323-a13a-4b00-81e7-c14d17e156e8" providerId="ADAL" clId="{BC5A91BD-F674-4571-8086-39DB491CC505}" dt="2026-09-11T06:29:35.982" v="9884" actId="478"/>
          <ac:spMkLst>
            <pc:docMk/>
            <pc:sldMk cId="1625242893" sldId="299"/>
            <ac:spMk id="18" creationId="{00000000-0000-0000-0000-000000000000}"/>
          </ac:spMkLst>
        </pc:spChg>
        <pc:spChg chg="del mod">
          <ac:chgData name="Nguyễn Xuân Quyết" userId="6f9fc323-a13a-4b00-81e7-c14d17e156e8" providerId="ADAL" clId="{BC5A91BD-F674-4571-8086-39DB491CC505}" dt="2026-09-11T06:29:32.009" v="9882" actId="478"/>
          <ac:spMkLst>
            <pc:docMk/>
            <pc:sldMk cId="1625242893" sldId="299"/>
            <ac:spMk id="19" creationId="{00000000-0000-0000-0000-000000000000}"/>
          </ac:spMkLst>
        </pc:spChg>
        <pc:spChg chg="add del mod">
          <ac:chgData name="Nguyễn Xuân Quyết" userId="6f9fc323-a13a-4b00-81e7-c14d17e156e8" providerId="ADAL" clId="{BC5A91BD-F674-4571-8086-39DB491CC505}" dt="2026-09-11T06:44:44.236" v="10052" actId="478"/>
          <ac:spMkLst>
            <pc:docMk/>
            <pc:sldMk cId="1625242893" sldId="299"/>
            <ac:spMk id="20" creationId="{0850DFE1-7D69-9430-4897-5B55E3A61B0D}"/>
          </ac:spMkLst>
        </pc:spChg>
        <pc:spChg chg="add del mod">
          <ac:chgData name="Nguyễn Xuân Quyết" userId="6f9fc323-a13a-4b00-81e7-c14d17e156e8" providerId="ADAL" clId="{BC5A91BD-F674-4571-8086-39DB491CC505}" dt="2026-09-11T06:44:44.236" v="10052" actId="478"/>
          <ac:spMkLst>
            <pc:docMk/>
            <pc:sldMk cId="1625242893" sldId="299"/>
            <ac:spMk id="21" creationId="{223CF110-B6BD-A605-653D-11E3E24CA71D}"/>
          </ac:spMkLst>
        </pc:spChg>
      </pc:sldChg>
      <pc:sldChg chg="addSp delSp modSp mod modClrScheme chgLayout">
        <pc:chgData name="Nguyễn Xuân Quyết" userId="6f9fc323-a13a-4b00-81e7-c14d17e156e8" providerId="ADAL" clId="{BC5A91BD-F674-4571-8086-39DB491CC505}" dt="2026-09-11T03:49:30.885" v="9868" actId="478"/>
        <pc:sldMkLst>
          <pc:docMk/>
          <pc:sldMk cId="2724815737" sldId="337"/>
        </pc:sldMkLst>
        <pc:spChg chg="add del mod">
          <ac:chgData name="Nguyễn Xuân Quyết" userId="6f9fc323-a13a-4b00-81e7-c14d17e156e8" providerId="ADAL" clId="{BC5A91BD-F674-4571-8086-39DB491CC505}" dt="2026-09-11T03:49:30.885" v="9868" actId="478"/>
          <ac:spMkLst>
            <pc:docMk/>
            <pc:sldMk cId="2724815737" sldId="337"/>
            <ac:spMk id="32" creationId="{00000000-0000-0000-0000-000000000000}"/>
          </ac:spMkLst>
        </pc:spChg>
        <pc:spChg chg="add del mod">
          <ac:chgData name="Nguyễn Xuân Quyết" userId="6f9fc323-a13a-4b00-81e7-c14d17e156e8" providerId="ADAL" clId="{BC5A91BD-F674-4571-8086-39DB491CC505}" dt="2026-09-11T03:49:28.855" v="9867" actId="478"/>
          <ac:spMkLst>
            <pc:docMk/>
            <pc:sldMk cId="2724815737" sldId="337"/>
            <ac:spMk id="33" creationId="{00000000-0000-0000-0000-000000000000}"/>
          </ac:spMkLst>
        </pc:spChg>
        <pc:spChg chg="add">
          <ac:chgData name="Nguyễn Xuân Quyết" userId="6f9fc323-a13a-4b00-81e7-c14d17e156e8" providerId="ADAL" clId="{BC5A91BD-F674-4571-8086-39DB491CC505}" dt="2026-09-10T09:57:19.009" v="9699" actId="26606"/>
          <ac:spMkLst>
            <pc:docMk/>
            <pc:sldMk cId="2724815737" sldId="337"/>
            <ac:spMk id="34" creationId="{00000000-0000-0000-0000-000000000000}"/>
          </ac:spMkLst>
        </pc:spChg>
      </pc:sldChg>
      <pc:sldChg chg="addSp delSp modSp mod modClrScheme delAnim modAnim chgLayout modNotes modNotesTx">
        <pc:chgData name="Nguyễn Xuân Quyết" userId="6f9fc323-a13a-4b00-81e7-c14d17e156e8" providerId="ADAL" clId="{BC5A91BD-F674-4571-8086-39DB491CC505}" dt="2026-09-11T03:31:17.694" v="9751" actId="404"/>
        <pc:sldMkLst>
          <pc:docMk/>
          <pc:sldMk cId="949573725" sldId="339"/>
        </pc:sldMkLst>
        <pc:spChg chg="mod">
          <ac:chgData name="Nguyễn Xuân Quyết" userId="6f9fc323-a13a-4b00-81e7-c14d17e156e8" providerId="ADAL" clId="{BC5A91BD-F674-4571-8086-39DB491CC505}" dt="2026-09-10T09:57:19.009" v="9699" actId="26606"/>
          <ac:spMkLst>
            <pc:docMk/>
            <pc:sldMk cId="949573725" sldId="339"/>
            <ac:spMk id="4" creationId="{2232E80E-6BBA-DA46-ABC6-5ABB1FEC8D72}"/>
          </ac:spMkLst>
        </pc:spChg>
        <pc:spChg chg="mod">
          <ac:chgData name="Nguyễn Xuân Quyết" userId="6f9fc323-a13a-4b00-81e7-c14d17e156e8" providerId="ADAL" clId="{BC5A91BD-F674-4571-8086-39DB491CC505}" dt="2026-09-10T09:57:19.009" v="9699" actId="26606"/>
          <ac:spMkLst>
            <pc:docMk/>
            <pc:sldMk cId="949573725" sldId="339"/>
            <ac:spMk id="6" creationId="{09CEB028-690D-354D-805A-53BF27CACE4B}"/>
          </ac:spMkLst>
        </pc:spChg>
        <pc:spChg chg="mod">
          <ac:chgData name="Nguyễn Xuân Quyết" userId="6f9fc323-a13a-4b00-81e7-c14d17e156e8" providerId="ADAL" clId="{BC5A91BD-F674-4571-8086-39DB491CC505}" dt="2026-09-11T03:31:13.007" v="9750" actId="403"/>
          <ac:spMkLst>
            <pc:docMk/>
            <pc:sldMk cId="949573725" sldId="339"/>
            <ac:spMk id="8" creationId="{5F81A77D-AE31-FDE8-1558-1721DF8529CF}"/>
          </ac:spMkLst>
        </pc:spChg>
        <pc:spChg chg="add mod">
          <ac:chgData name="Nguyễn Xuân Quyết" userId="6f9fc323-a13a-4b00-81e7-c14d17e156e8" providerId="ADAL" clId="{BC5A91BD-F674-4571-8086-39DB491CC505}" dt="2026-09-11T03:31:17.694" v="9751" actId="404"/>
          <ac:spMkLst>
            <pc:docMk/>
            <pc:sldMk cId="949573725" sldId="339"/>
            <ac:spMk id="13" creationId="{F6B6BE15-15A8-FA0A-B366-ECB215E6EA63}"/>
          </ac:spMkLst>
        </pc:spChg>
        <pc:spChg chg="add mod">
          <ac:chgData name="Nguyễn Xuân Quyết" userId="6f9fc323-a13a-4b00-81e7-c14d17e156e8" providerId="ADAL" clId="{BC5A91BD-F674-4571-8086-39DB491CC505}" dt="2026-09-10T03:16:09.368" v="6772" actId="26606"/>
          <ac:spMkLst>
            <pc:docMk/>
            <pc:sldMk cId="949573725" sldId="339"/>
            <ac:spMk id="15" creationId="{00000000-0000-0000-0000-000000000000}"/>
          </ac:spMkLst>
        </pc:spChg>
        <pc:spChg chg="add mod">
          <ac:chgData name="Nguyễn Xuân Quyết" userId="6f9fc323-a13a-4b00-81e7-c14d17e156e8" providerId="ADAL" clId="{BC5A91BD-F674-4571-8086-39DB491CC505}" dt="2026-09-10T03:16:09.368" v="6772" actId="26606"/>
          <ac:spMkLst>
            <pc:docMk/>
            <pc:sldMk cId="949573725" sldId="339"/>
            <ac:spMk id="16" creationId="{00000000-0000-0000-0000-000000000000}"/>
          </ac:spMkLst>
        </pc:spChg>
        <pc:spChg chg="add mod">
          <ac:chgData name="Nguyễn Xuân Quyết" userId="6f9fc323-a13a-4b00-81e7-c14d17e156e8" providerId="ADAL" clId="{BC5A91BD-F674-4571-8086-39DB491CC505}" dt="2026-09-10T03:16:09.368" v="6772" actId="26606"/>
          <ac:spMkLst>
            <pc:docMk/>
            <pc:sldMk cId="949573725" sldId="339"/>
            <ac:spMk id="17" creationId="{00000000-0000-0000-0000-000000000000}"/>
          </ac:spMkLst>
        </pc:spChg>
        <pc:spChg chg="add mod">
          <ac:chgData name="Nguyễn Xuân Quyết" userId="6f9fc323-a13a-4b00-81e7-c14d17e156e8" providerId="ADAL" clId="{BC5A91BD-F674-4571-8086-39DB491CC505}" dt="2026-09-10T09:57:19.009" v="9699" actId="26606"/>
          <ac:spMkLst>
            <pc:docMk/>
            <pc:sldMk cId="949573725" sldId="339"/>
            <ac:spMk id="18" creationId="{00000000-0000-0000-0000-000000000000}"/>
          </ac:spMkLst>
        </pc:spChg>
        <pc:spChg chg="add mod">
          <ac:chgData name="Nguyễn Xuân Quyết" userId="6f9fc323-a13a-4b00-81e7-c14d17e156e8" providerId="ADAL" clId="{BC5A91BD-F674-4571-8086-39DB491CC505}" dt="2026-09-10T03:06:48.069" v="6770" actId="26606"/>
          <ac:spMkLst>
            <pc:docMk/>
            <pc:sldMk cId="949573725" sldId="339"/>
            <ac:spMk id="19" creationId="{00000000-0000-0000-0000-000000000000}"/>
          </ac:spMkLst>
        </pc:spChg>
        <pc:spChg chg="add mod">
          <ac:chgData name="Nguyễn Xuân Quyết" userId="6f9fc323-a13a-4b00-81e7-c14d17e156e8" providerId="ADAL" clId="{BC5A91BD-F674-4571-8086-39DB491CC505}" dt="2026-09-10T03:06:48.069" v="6770" actId="26606"/>
          <ac:spMkLst>
            <pc:docMk/>
            <pc:sldMk cId="949573725" sldId="339"/>
            <ac:spMk id="20" creationId="{00000000-0000-0000-0000-000000000000}"/>
          </ac:spMkLst>
        </pc:spChg>
        <pc:spChg chg="add">
          <ac:chgData name="Nguyễn Xuân Quyết" userId="6f9fc323-a13a-4b00-81e7-c14d17e156e8" providerId="ADAL" clId="{BC5A91BD-F674-4571-8086-39DB491CC505}" dt="2026-09-10T03:16:09.368" v="6772" actId="26606"/>
          <ac:spMkLst>
            <pc:docMk/>
            <pc:sldMk cId="949573725" sldId="339"/>
            <ac:spMk id="21" creationId="{00000000-0000-0000-0000-000000000000}"/>
          </ac:spMkLst>
        </pc:spChg>
        <pc:picChg chg="add mod">
          <ac:chgData name="Nguyễn Xuân Quyết" userId="6f9fc323-a13a-4b00-81e7-c14d17e156e8" providerId="ADAL" clId="{BC5A91BD-F674-4571-8086-39DB491CC505}" dt="2026-09-10T03:01:38.811" v="6768" actId="26606"/>
          <ac:picMkLst>
            <pc:docMk/>
            <pc:sldMk cId="949573725" sldId="339"/>
            <ac:picMk id="3" creationId="{4CAF8480-1CBE-B8DA-0C8A-7AB42520FC1D}"/>
          </ac:picMkLst>
        </pc:picChg>
        <pc:picChg chg="add mod">
          <ac:chgData name="Nguyễn Xuân Quyết" userId="6f9fc323-a13a-4b00-81e7-c14d17e156e8" providerId="ADAL" clId="{BC5A91BD-F674-4571-8086-39DB491CC505}" dt="2026-09-09T09:16:51.358" v="1364" actId="14100"/>
          <ac:picMkLst>
            <pc:docMk/>
            <pc:sldMk cId="949573725" sldId="339"/>
            <ac:picMk id="10" creationId="{3B14CBCA-7D0E-117A-C4F1-B6CFF90E9DC4}"/>
          </ac:picMkLst>
        </pc:picChg>
      </pc:sldChg>
      <pc:sldChg chg="addSp delSp modSp mod modClrScheme chgLayout modNotes">
        <pc:chgData name="Nguyễn Xuân Quyết" userId="6f9fc323-a13a-4b00-81e7-c14d17e156e8" providerId="ADAL" clId="{BC5A91BD-F674-4571-8086-39DB491CC505}" dt="2026-09-11T04:10:27.660" v="9880" actId="14100"/>
        <pc:sldMkLst>
          <pc:docMk/>
          <pc:sldMk cId="844069016" sldId="344"/>
        </pc:sldMkLst>
        <pc:spChg chg="mod">
          <ac:chgData name="Nguyễn Xuân Quyết" userId="6f9fc323-a13a-4b00-81e7-c14d17e156e8" providerId="ADAL" clId="{BC5A91BD-F674-4571-8086-39DB491CC505}" dt="2026-09-10T09:57:19.009" v="9699" actId="26606"/>
          <ac:spMkLst>
            <pc:docMk/>
            <pc:sldMk cId="844069016" sldId="344"/>
            <ac:spMk id="4" creationId="{2232E80E-6BBA-DA46-ABC6-5ABB1FEC8D72}"/>
          </ac:spMkLst>
        </pc:spChg>
        <pc:spChg chg="mod">
          <ac:chgData name="Nguyễn Xuân Quyết" userId="6f9fc323-a13a-4b00-81e7-c14d17e156e8" providerId="ADAL" clId="{BC5A91BD-F674-4571-8086-39DB491CC505}" dt="2026-09-10T09:57:19.009" v="9699" actId="26606"/>
          <ac:spMkLst>
            <pc:docMk/>
            <pc:sldMk cId="844069016" sldId="344"/>
            <ac:spMk id="6" creationId="{09CEB028-690D-354D-805A-53BF27CACE4B}"/>
          </ac:spMkLst>
        </pc:spChg>
        <pc:spChg chg="add">
          <ac:chgData name="Nguyễn Xuân Quyết" userId="6f9fc323-a13a-4b00-81e7-c14d17e156e8" providerId="ADAL" clId="{BC5A91BD-F674-4571-8086-39DB491CC505}" dt="2026-09-10T03:16:09.368" v="6772" actId="26606"/>
          <ac:spMkLst>
            <pc:docMk/>
            <pc:sldMk cId="844069016" sldId="344"/>
            <ac:spMk id="10" creationId="{00000000-0000-0000-0000-000000000000}"/>
          </ac:spMkLst>
        </pc:spChg>
        <pc:spChg chg="add del mod">
          <ac:chgData name="Nguyễn Xuân Quyết" userId="6f9fc323-a13a-4b00-81e7-c14d17e156e8" providerId="ADAL" clId="{BC5A91BD-F674-4571-8086-39DB491CC505}" dt="2026-09-10T02:57:31.149" v="6756" actId="26606"/>
          <ac:spMkLst>
            <pc:docMk/>
            <pc:sldMk cId="844069016" sldId="344"/>
            <ac:spMk id="14" creationId="{7F5A38A3-A100-7DAD-B02F-00A395043F46}"/>
          </ac:spMkLst>
        </pc:spChg>
        <pc:spChg chg="del mod">
          <ac:chgData name="Nguyễn Xuân Quyết" userId="6f9fc323-a13a-4b00-81e7-c14d17e156e8" providerId="ADAL" clId="{BC5A91BD-F674-4571-8086-39DB491CC505}" dt="2026-09-10T02:14:16.877" v="6261" actId="478"/>
          <ac:spMkLst>
            <pc:docMk/>
            <pc:sldMk cId="844069016" sldId="344"/>
            <ac:spMk id="15" creationId="{BA788F9B-689C-444B-EE9C-14CCF61FDD83}"/>
          </ac:spMkLst>
        </pc:spChg>
        <pc:spChg chg="add del mod">
          <ac:chgData name="Nguyễn Xuân Quyết" userId="6f9fc323-a13a-4b00-81e7-c14d17e156e8" providerId="ADAL" clId="{BC5A91BD-F674-4571-8086-39DB491CC505}" dt="2026-09-10T02:57:31.149" v="6756" actId="26606"/>
          <ac:spMkLst>
            <pc:docMk/>
            <pc:sldMk cId="844069016" sldId="344"/>
            <ac:spMk id="16" creationId="{17B61421-FF38-58B2-E742-7AC78D02B984}"/>
          </ac:spMkLst>
        </pc:spChg>
        <pc:spChg chg="add del mod">
          <ac:chgData name="Nguyễn Xuân Quyết" userId="6f9fc323-a13a-4b00-81e7-c14d17e156e8" providerId="ADAL" clId="{BC5A91BD-F674-4571-8086-39DB491CC505}" dt="2026-09-10T02:57:31.149" v="6756" actId="26606"/>
          <ac:spMkLst>
            <pc:docMk/>
            <pc:sldMk cId="844069016" sldId="344"/>
            <ac:spMk id="18" creationId="{7E6FB49B-CABF-4FED-2413-16E39835AC00}"/>
          </ac:spMkLst>
        </pc:spChg>
        <pc:spChg chg="add del mod">
          <ac:chgData name="Nguyễn Xuân Quyết" userId="6f9fc323-a13a-4b00-81e7-c14d17e156e8" providerId="ADAL" clId="{BC5A91BD-F674-4571-8086-39DB491CC505}" dt="2026-09-10T02:57:31.149" v="6756" actId="26606"/>
          <ac:spMkLst>
            <pc:docMk/>
            <pc:sldMk cId="844069016" sldId="344"/>
            <ac:spMk id="20" creationId="{CF1665D2-7B1F-FAFD-E453-6BDB4412D6D3}"/>
          </ac:spMkLst>
        </pc:spChg>
        <pc:picChg chg="add del mod">
          <ac:chgData name="Nguyễn Xuân Quyết" userId="6f9fc323-a13a-4b00-81e7-c14d17e156e8" providerId="ADAL" clId="{BC5A91BD-F674-4571-8086-39DB491CC505}" dt="2026-09-11T04:09:28.794" v="9869" actId="478"/>
          <ac:picMkLst>
            <pc:docMk/>
            <pc:sldMk cId="844069016" sldId="344"/>
            <ac:picMk id="3" creationId="{16E6AB6C-C974-0793-DEFA-9CAC65416A11}"/>
          </ac:picMkLst>
        </pc:picChg>
        <pc:picChg chg="add del mod">
          <ac:chgData name="Nguyễn Xuân Quyết" userId="6f9fc323-a13a-4b00-81e7-c14d17e156e8" providerId="ADAL" clId="{BC5A91BD-F674-4571-8086-39DB491CC505}" dt="2026-09-10T02:57:18.339" v="6753" actId="478"/>
          <ac:picMkLst>
            <pc:docMk/>
            <pc:sldMk cId="844069016" sldId="344"/>
            <ac:picMk id="3" creationId="{CBA66E44-21F2-B9DF-02C4-5AFD26568CF8}"/>
          </ac:picMkLst>
        </pc:picChg>
        <pc:picChg chg="add del mod">
          <ac:chgData name="Nguyễn Xuân Quyết" userId="6f9fc323-a13a-4b00-81e7-c14d17e156e8" providerId="ADAL" clId="{BC5A91BD-F674-4571-8086-39DB491CC505}" dt="2026-09-11T04:10:12.661" v="9875" actId="478"/>
          <ac:picMkLst>
            <pc:docMk/>
            <pc:sldMk cId="844069016" sldId="344"/>
            <ac:picMk id="7" creationId="{0C033B26-5761-A9ED-6CFA-9ACB70E52764}"/>
          </ac:picMkLst>
        </pc:picChg>
        <pc:picChg chg="del mod">
          <ac:chgData name="Nguyễn Xuân Quyết" userId="6f9fc323-a13a-4b00-81e7-c14d17e156e8" providerId="ADAL" clId="{BC5A91BD-F674-4571-8086-39DB491CC505}" dt="2026-09-10T02:32:03.292" v="6269" actId="478"/>
          <ac:picMkLst>
            <pc:docMk/>
            <pc:sldMk cId="844069016" sldId="344"/>
            <ac:picMk id="7" creationId="{69630C5A-A8EB-DBD8-E91D-279F92F2AB8A}"/>
          </ac:picMkLst>
        </pc:picChg>
        <pc:picChg chg="add del mod ord">
          <ac:chgData name="Nguyễn Xuân Quyết" userId="6f9fc323-a13a-4b00-81e7-c14d17e156e8" providerId="ADAL" clId="{BC5A91BD-F674-4571-8086-39DB491CC505}" dt="2026-09-11T03:11:00.804" v="9718" actId="478"/>
          <ac:picMkLst>
            <pc:docMk/>
            <pc:sldMk cId="844069016" sldId="344"/>
            <ac:picMk id="8" creationId="{B7094662-83E9-499D-A398-BEB63F541ACC}"/>
          </ac:picMkLst>
        </pc:picChg>
        <pc:picChg chg="mod">
          <ac:chgData name="Nguyễn Xuân Quyết" userId="6f9fc323-a13a-4b00-81e7-c14d17e156e8" providerId="ADAL" clId="{BC5A91BD-F674-4571-8086-39DB491CC505}" dt="2026-09-10T02:57:44.284" v="6758" actId="26606"/>
          <ac:picMkLst>
            <pc:docMk/>
            <pc:sldMk cId="844069016" sldId="344"/>
            <ac:picMk id="9" creationId="{CB942165-9386-4571-AEBC-989F7461716A}"/>
          </ac:picMkLst>
        </pc:picChg>
        <pc:picChg chg="add mod">
          <ac:chgData name="Nguyễn Xuân Quyết" userId="6f9fc323-a13a-4b00-81e7-c14d17e156e8" providerId="ADAL" clId="{BC5A91BD-F674-4571-8086-39DB491CC505}" dt="2026-09-11T04:10:27.660" v="9880" actId="14100"/>
          <ac:picMkLst>
            <pc:docMk/>
            <pc:sldMk cId="844069016" sldId="344"/>
            <ac:picMk id="12" creationId="{E686B25B-F1AD-34D5-CA5A-791917FCF87E}"/>
          </ac:picMkLst>
        </pc:picChg>
      </pc:sldChg>
      <pc:sldChg chg="addSp delSp modSp mod modClrScheme chgLayout modNotes">
        <pc:chgData name="Nguyễn Xuân Quyết" userId="6f9fc323-a13a-4b00-81e7-c14d17e156e8" providerId="ADAL" clId="{BC5A91BD-F674-4571-8086-39DB491CC505}" dt="2026-09-11T07:05:27.868" v="10546" actId="20577"/>
        <pc:sldMkLst>
          <pc:docMk/>
          <pc:sldMk cId="3225987985" sldId="345"/>
        </pc:sldMkLst>
        <pc:spChg chg="mod">
          <ac:chgData name="Nguyễn Xuân Quyết" userId="6f9fc323-a13a-4b00-81e7-c14d17e156e8" providerId="ADAL" clId="{BC5A91BD-F674-4571-8086-39DB491CC505}" dt="2026-09-10T09:57:19.009" v="9699" actId="26606"/>
          <ac:spMkLst>
            <pc:docMk/>
            <pc:sldMk cId="3225987985" sldId="345"/>
            <ac:spMk id="4" creationId="{2232E80E-6BBA-DA46-ABC6-5ABB1FEC8D72}"/>
          </ac:spMkLst>
        </pc:spChg>
        <pc:spChg chg="add del mod">
          <ac:chgData name="Nguyễn Xuân Quyết" userId="6f9fc323-a13a-4b00-81e7-c14d17e156e8" providerId="ADAL" clId="{BC5A91BD-F674-4571-8086-39DB491CC505}" dt="2026-09-10T09:40:40.964" v="9680"/>
          <ac:spMkLst>
            <pc:docMk/>
            <pc:sldMk cId="3225987985" sldId="345"/>
            <ac:spMk id="5" creationId="{B0AC2AA3-7ADF-E84A-7176-032ADB96A6D4}"/>
          </ac:spMkLst>
        </pc:spChg>
        <pc:spChg chg="mod">
          <ac:chgData name="Nguyễn Xuân Quyết" userId="6f9fc323-a13a-4b00-81e7-c14d17e156e8" providerId="ADAL" clId="{BC5A91BD-F674-4571-8086-39DB491CC505}" dt="2026-09-10T09:57:19.009" v="9699" actId="26606"/>
          <ac:spMkLst>
            <pc:docMk/>
            <pc:sldMk cId="3225987985" sldId="345"/>
            <ac:spMk id="6" creationId="{09CEB028-690D-354D-805A-53BF27CACE4B}"/>
          </ac:spMkLst>
        </pc:spChg>
        <pc:spChg chg="add del mod">
          <ac:chgData name="Nguyễn Xuân Quyết" userId="6f9fc323-a13a-4b00-81e7-c14d17e156e8" providerId="ADAL" clId="{BC5A91BD-F674-4571-8086-39DB491CC505}" dt="2026-09-10T09:40:40.963" v="9678" actId="478"/>
          <ac:spMkLst>
            <pc:docMk/>
            <pc:sldMk cId="3225987985" sldId="345"/>
            <ac:spMk id="10" creationId="{E1007562-30F4-59D5-80B3-3AE67A7DE00C}"/>
          </ac:spMkLst>
        </pc:spChg>
        <pc:spChg chg="add del">
          <ac:chgData name="Nguyễn Xuân Quyết" userId="6f9fc323-a13a-4b00-81e7-c14d17e156e8" providerId="ADAL" clId="{BC5A91BD-F674-4571-8086-39DB491CC505}" dt="2026-09-10T03:17:13.425" v="6789" actId="478"/>
          <ac:spMkLst>
            <pc:docMk/>
            <pc:sldMk cId="3225987985" sldId="345"/>
            <ac:spMk id="11" creationId="{00000000-0000-0000-0000-000000000000}"/>
          </ac:spMkLst>
        </pc:spChg>
        <pc:graphicFrameChg chg="del">
          <ac:chgData name="Nguyễn Xuân Quyết" userId="6f9fc323-a13a-4b00-81e7-c14d17e156e8" providerId="ADAL" clId="{BC5A91BD-F674-4571-8086-39DB491CC505}" dt="2026-09-10T02:34:20.577" v="6277" actId="478"/>
          <ac:graphicFrameMkLst>
            <pc:docMk/>
            <pc:sldMk cId="3225987985" sldId="345"/>
            <ac:graphicFrameMk id="7" creationId="{35812481-3C99-DC1B-029A-CBF11057B612}"/>
          </ac:graphicFrameMkLst>
        </pc:graphicFrameChg>
        <pc:graphicFrameChg chg="add mod modGraphic">
          <ac:chgData name="Nguyễn Xuân Quyết" userId="6f9fc323-a13a-4b00-81e7-c14d17e156e8" providerId="ADAL" clId="{BC5A91BD-F674-4571-8086-39DB491CC505}" dt="2026-09-11T07:05:27.868" v="10546" actId="20577"/>
          <ac:graphicFrameMkLst>
            <pc:docMk/>
            <pc:sldMk cId="3225987985" sldId="345"/>
            <ac:graphicFrameMk id="11" creationId="{00000000-0000-0000-0000-000000000000}"/>
          </ac:graphicFrameMkLst>
        </pc:graphicFrameChg>
        <pc:picChg chg="add del mod">
          <ac:chgData name="Nguyễn Xuân Quyết" userId="6f9fc323-a13a-4b00-81e7-c14d17e156e8" providerId="ADAL" clId="{BC5A91BD-F674-4571-8086-39DB491CC505}" dt="2026-09-10T09:32:03.758" v="9651" actId="26606"/>
          <ac:picMkLst>
            <pc:docMk/>
            <pc:sldMk cId="3225987985" sldId="345"/>
            <ac:picMk id="3" creationId="{1545A508-35A7-4FFB-F81D-49E079A3ECA1}"/>
          </ac:picMkLst>
        </pc:picChg>
      </pc:sldChg>
      <pc:sldChg chg="addSp modSp mod modClrScheme chgLayout">
        <pc:chgData name="Nguyễn Xuân Quyết" userId="6f9fc323-a13a-4b00-81e7-c14d17e156e8" providerId="ADAL" clId="{BC5A91BD-F674-4571-8086-39DB491CC505}" dt="2026-09-11T07:04:31.327" v="10545"/>
        <pc:sldMkLst>
          <pc:docMk/>
          <pc:sldMk cId="1427725847" sldId="350"/>
        </pc:sldMkLst>
        <pc:spChg chg="mod">
          <ac:chgData name="Nguyễn Xuân Quyết" userId="6f9fc323-a13a-4b00-81e7-c14d17e156e8" providerId="ADAL" clId="{BC5A91BD-F674-4571-8086-39DB491CC505}" dt="2026-09-10T09:57:19.009" v="9699" actId="26606"/>
          <ac:spMkLst>
            <pc:docMk/>
            <pc:sldMk cId="1427725847" sldId="350"/>
            <ac:spMk id="2" creationId="{673A13F1-B437-489C-B4AE-9A908EB15A36}"/>
          </ac:spMkLst>
        </pc:spChg>
        <pc:spChg chg="add mod">
          <ac:chgData name="Nguyễn Xuân Quyết" userId="6f9fc323-a13a-4b00-81e7-c14d17e156e8" providerId="ADAL" clId="{BC5A91BD-F674-4571-8086-39DB491CC505}" dt="2026-09-11T07:04:31.327" v="10545"/>
          <ac:spMkLst>
            <pc:docMk/>
            <pc:sldMk cId="1427725847" sldId="350"/>
            <ac:spMk id="3" creationId="{00000000-0000-0000-0000-000000000000}"/>
          </ac:spMkLst>
        </pc:spChg>
        <pc:spChg chg="add">
          <ac:chgData name="Nguyễn Xuân Quyết" userId="6f9fc323-a13a-4b00-81e7-c14d17e156e8" providerId="ADAL" clId="{BC5A91BD-F674-4571-8086-39DB491CC505}" dt="2026-09-10T03:16:09.368" v="6772" actId="26606"/>
          <ac:spMkLst>
            <pc:docMk/>
            <pc:sldMk cId="1427725847" sldId="350"/>
            <ac:spMk id="4" creationId="{00000000-0000-0000-0000-000000000000}"/>
          </ac:spMkLst>
        </pc:spChg>
        <pc:spChg chg="add">
          <ac:chgData name="Nguyễn Xuân Quyết" userId="6f9fc323-a13a-4b00-81e7-c14d17e156e8" providerId="ADAL" clId="{BC5A91BD-F674-4571-8086-39DB491CC505}" dt="2026-09-10T03:16:09.368" v="6772" actId="26606"/>
          <ac:spMkLst>
            <pc:docMk/>
            <pc:sldMk cId="1427725847" sldId="350"/>
            <ac:spMk id="5" creationId="{00000000-0000-0000-0000-000000000000}"/>
          </ac:spMkLst>
        </pc:spChg>
      </pc:sldChg>
      <pc:sldChg chg="addSp modSp mod modClrScheme chgLayout">
        <pc:chgData name="Nguyễn Xuân Quyết" userId="6f9fc323-a13a-4b00-81e7-c14d17e156e8" providerId="ADAL" clId="{BC5A91BD-F674-4571-8086-39DB491CC505}" dt="2026-09-10T09:57:19.009" v="9699" actId="26606"/>
        <pc:sldMkLst>
          <pc:docMk/>
          <pc:sldMk cId="1251866938" sldId="354"/>
        </pc:sldMkLst>
        <pc:spChg chg="mod">
          <ac:chgData name="Nguyễn Xuân Quyết" userId="6f9fc323-a13a-4b00-81e7-c14d17e156e8" providerId="ADAL" clId="{BC5A91BD-F674-4571-8086-39DB491CC505}" dt="2026-09-10T09:57:19.009" v="9699" actId="26606"/>
          <ac:spMkLst>
            <pc:docMk/>
            <pc:sldMk cId="1251866938" sldId="354"/>
            <ac:spMk id="2" creationId="{673A13F1-B437-489C-B4AE-9A908EB15A36}"/>
          </ac:spMkLst>
        </pc:spChg>
        <pc:spChg chg="add">
          <ac:chgData name="Nguyễn Xuân Quyết" userId="6f9fc323-a13a-4b00-81e7-c14d17e156e8" providerId="ADAL" clId="{BC5A91BD-F674-4571-8086-39DB491CC505}" dt="2026-09-10T03:16:09.368" v="6772" actId="26606"/>
          <ac:spMkLst>
            <pc:docMk/>
            <pc:sldMk cId="1251866938" sldId="354"/>
            <ac:spMk id="3" creationId="{00000000-0000-0000-0000-000000000000}"/>
          </ac:spMkLst>
        </pc:spChg>
        <pc:spChg chg="add">
          <ac:chgData name="Nguyễn Xuân Quyết" userId="6f9fc323-a13a-4b00-81e7-c14d17e156e8" providerId="ADAL" clId="{BC5A91BD-F674-4571-8086-39DB491CC505}" dt="2026-09-10T03:16:09.368" v="6772" actId="26606"/>
          <ac:spMkLst>
            <pc:docMk/>
            <pc:sldMk cId="1251866938" sldId="354"/>
            <ac:spMk id="4" creationId="{00000000-0000-0000-0000-000000000000}"/>
          </ac:spMkLst>
        </pc:spChg>
      </pc:sldChg>
      <pc:sldChg chg="addSp delSp modSp mod modClrScheme modAnim chgLayout modNotes modNotesTx">
        <pc:chgData name="Nguyễn Xuân Quyết" userId="6f9fc323-a13a-4b00-81e7-c14d17e156e8" providerId="ADAL" clId="{BC5A91BD-F674-4571-8086-39DB491CC505}" dt="2026-09-11T03:31:45.303" v="9755" actId="403"/>
        <pc:sldMkLst>
          <pc:docMk/>
          <pc:sldMk cId="2269119437" sldId="8080"/>
        </pc:sldMkLst>
        <pc:spChg chg="add mod">
          <ac:chgData name="Nguyễn Xuân Quyết" userId="6f9fc323-a13a-4b00-81e7-c14d17e156e8" providerId="ADAL" clId="{BC5A91BD-F674-4571-8086-39DB491CC505}" dt="2026-09-10T09:57:19.009" v="9699" actId="26606"/>
          <ac:spMkLst>
            <pc:docMk/>
            <pc:sldMk cId="2269119437" sldId="8080"/>
            <ac:spMk id="2" creationId="{DC25E018-6A72-7F74-1D35-7F6621A28696}"/>
          </ac:spMkLst>
        </pc:spChg>
        <pc:spChg chg="mod">
          <ac:chgData name="Nguyễn Xuân Quyết" userId="6f9fc323-a13a-4b00-81e7-c14d17e156e8" providerId="ADAL" clId="{BC5A91BD-F674-4571-8086-39DB491CC505}" dt="2026-09-10T09:57:19.009" v="9699" actId="26606"/>
          <ac:spMkLst>
            <pc:docMk/>
            <pc:sldMk cId="2269119437" sldId="8080"/>
            <ac:spMk id="4" creationId="{DD455968-4E62-D7BA-C985-ACC0BFC2CC3D}"/>
          </ac:spMkLst>
        </pc:spChg>
        <pc:spChg chg="add mod">
          <ac:chgData name="Nguyễn Xuân Quyết" userId="6f9fc323-a13a-4b00-81e7-c14d17e156e8" providerId="ADAL" clId="{BC5A91BD-F674-4571-8086-39DB491CC505}" dt="2026-09-10T03:16:09.368" v="6772" actId="26606"/>
          <ac:spMkLst>
            <pc:docMk/>
            <pc:sldMk cId="2269119437" sldId="8080"/>
            <ac:spMk id="5" creationId="{136856FC-872B-C751-9FEC-903ADADA9D03}"/>
          </ac:spMkLst>
        </pc:spChg>
        <pc:spChg chg="mod">
          <ac:chgData name="Nguyễn Xuân Quyết" userId="6f9fc323-a13a-4b00-81e7-c14d17e156e8" providerId="ADAL" clId="{BC5A91BD-F674-4571-8086-39DB491CC505}" dt="2026-09-10T03:16:09.481" v="6782" actId="27636"/>
          <ac:spMkLst>
            <pc:docMk/>
            <pc:sldMk cId="2269119437" sldId="8080"/>
            <ac:spMk id="6" creationId="{0C4A2A9C-E579-931A-19A1-3F03FC1B7A7E}"/>
          </ac:spMkLst>
        </pc:spChg>
        <pc:spChg chg="add mod">
          <ac:chgData name="Nguyễn Xuân Quyết" userId="6f9fc323-a13a-4b00-81e7-c14d17e156e8" providerId="ADAL" clId="{BC5A91BD-F674-4571-8086-39DB491CC505}" dt="2026-09-10T03:16:09.368" v="6772" actId="26606"/>
          <ac:spMkLst>
            <pc:docMk/>
            <pc:sldMk cId="2269119437" sldId="8080"/>
            <ac:spMk id="8" creationId="{18610F0C-5772-5992-A2E2-6C1B10A25BF4}"/>
          </ac:spMkLst>
        </pc:spChg>
        <pc:spChg chg="add mod">
          <ac:chgData name="Nguyễn Xuân Quyết" userId="6f9fc323-a13a-4b00-81e7-c14d17e156e8" providerId="ADAL" clId="{BC5A91BD-F674-4571-8086-39DB491CC505}" dt="2026-09-10T03:16:09.368" v="6772" actId="26606"/>
          <ac:spMkLst>
            <pc:docMk/>
            <pc:sldMk cId="2269119437" sldId="8080"/>
            <ac:spMk id="11" creationId="{C3C4B706-09D2-40DD-B629-C7EBB688C8EB}"/>
          </ac:spMkLst>
        </pc:spChg>
        <pc:spChg chg="add mod">
          <ac:chgData name="Nguyễn Xuân Quyết" userId="6f9fc323-a13a-4b00-81e7-c14d17e156e8" providerId="ADAL" clId="{BC5A91BD-F674-4571-8086-39DB491CC505}" dt="2026-09-11T03:31:45.303" v="9755" actId="403"/>
          <ac:spMkLst>
            <pc:docMk/>
            <pc:sldMk cId="2269119437" sldId="8080"/>
            <ac:spMk id="23" creationId="{614EBC39-F02C-BC34-B685-0A336AA48E2C}"/>
          </ac:spMkLst>
        </pc:spChg>
        <pc:spChg chg="add mod">
          <ac:chgData name="Nguyễn Xuân Quyết" userId="6f9fc323-a13a-4b00-81e7-c14d17e156e8" providerId="ADAL" clId="{BC5A91BD-F674-4571-8086-39DB491CC505}" dt="2026-09-11T03:31:45.303" v="9755" actId="403"/>
          <ac:spMkLst>
            <pc:docMk/>
            <pc:sldMk cId="2269119437" sldId="8080"/>
            <ac:spMk id="24" creationId="{EE5E3518-4810-F689-E32E-2601471D7999}"/>
          </ac:spMkLst>
        </pc:spChg>
        <pc:spChg chg="add">
          <ac:chgData name="Nguyễn Xuân Quyết" userId="6f9fc323-a13a-4b00-81e7-c14d17e156e8" providerId="ADAL" clId="{BC5A91BD-F674-4571-8086-39DB491CC505}" dt="2026-09-10T03:16:09.368" v="6772" actId="26606"/>
          <ac:spMkLst>
            <pc:docMk/>
            <pc:sldMk cId="2269119437" sldId="8080"/>
            <ac:spMk id="25" creationId="{00000000-0000-0000-0000-000000000000}"/>
          </ac:spMkLst>
        </pc:spChg>
        <pc:spChg chg="add">
          <ac:chgData name="Nguyễn Xuân Quyết" userId="6f9fc323-a13a-4b00-81e7-c14d17e156e8" providerId="ADAL" clId="{BC5A91BD-F674-4571-8086-39DB491CC505}" dt="2026-09-10T03:16:09.368" v="6772" actId="26606"/>
          <ac:spMkLst>
            <pc:docMk/>
            <pc:sldMk cId="2269119437" sldId="8080"/>
            <ac:spMk id="26" creationId="{00000000-0000-0000-0000-000000000000}"/>
          </ac:spMkLst>
        </pc:spChg>
        <pc:spChg chg="add">
          <ac:chgData name="Nguyễn Xuân Quyết" userId="6f9fc323-a13a-4b00-81e7-c14d17e156e8" providerId="ADAL" clId="{BC5A91BD-F674-4571-8086-39DB491CC505}" dt="2026-09-10T03:16:09.368" v="6772" actId="26606"/>
          <ac:spMkLst>
            <pc:docMk/>
            <pc:sldMk cId="2269119437" sldId="8080"/>
            <ac:spMk id="27" creationId="{00000000-0000-0000-0000-000000000000}"/>
          </ac:spMkLst>
        </pc:spChg>
        <pc:spChg chg="add mod">
          <ac:chgData name="Nguyễn Xuân Quyết" userId="6f9fc323-a13a-4b00-81e7-c14d17e156e8" providerId="ADAL" clId="{BC5A91BD-F674-4571-8086-39DB491CC505}" dt="2026-09-11T03:31:45.303" v="9755" actId="403"/>
          <ac:spMkLst>
            <pc:docMk/>
            <pc:sldMk cId="2269119437" sldId="8080"/>
            <ac:spMk id="28" creationId="{00000000-0000-0000-0000-000000000000}"/>
          </ac:spMkLst>
        </pc:spChg>
        <pc:spChg chg="mod">
          <ac:chgData name="Nguyễn Xuân Quyết" userId="6f9fc323-a13a-4b00-81e7-c14d17e156e8" providerId="ADAL" clId="{BC5A91BD-F674-4571-8086-39DB491CC505}" dt="2026-09-11T03:31:45.303" v="9755" actId="403"/>
          <ac:spMkLst>
            <pc:docMk/>
            <pc:sldMk cId="2269119437" sldId="8080"/>
            <ac:spMk id="29" creationId="{00000000-0000-0000-0000-000000000000}"/>
          </ac:spMkLst>
        </pc:spChg>
      </pc:sldChg>
      <pc:sldChg chg="addSp delSp modSp mod modClrScheme modAnim chgLayout">
        <pc:chgData name="Nguyễn Xuân Quyết" userId="6f9fc323-a13a-4b00-81e7-c14d17e156e8" providerId="ADAL" clId="{BC5A91BD-F674-4571-8086-39DB491CC505}" dt="2026-09-11T03:31:50.853" v="9756" actId="403"/>
        <pc:sldMkLst>
          <pc:docMk/>
          <pc:sldMk cId="1042608255" sldId="8081"/>
        </pc:sldMkLst>
        <pc:spChg chg="mod">
          <ac:chgData name="Nguyễn Xuân Quyết" userId="6f9fc323-a13a-4b00-81e7-c14d17e156e8" providerId="ADAL" clId="{BC5A91BD-F674-4571-8086-39DB491CC505}" dt="2026-09-10T09:57:19.009" v="9699" actId="26606"/>
          <ac:spMkLst>
            <pc:docMk/>
            <pc:sldMk cId="1042608255" sldId="8081"/>
            <ac:spMk id="4" creationId="{D9A54FA9-EDF7-EE22-345F-E6B01DC1CE18}"/>
          </ac:spMkLst>
        </pc:spChg>
        <pc:spChg chg="mod">
          <ac:chgData name="Nguyễn Xuân Quyết" userId="6f9fc323-a13a-4b00-81e7-c14d17e156e8" providerId="ADAL" clId="{BC5A91BD-F674-4571-8086-39DB491CC505}" dt="2026-09-10T03:16:09.386" v="6773" actId="27636"/>
          <ac:spMkLst>
            <pc:docMk/>
            <pc:sldMk cId="1042608255" sldId="8081"/>
            <ac:spMk id="5" creationId="{5BC63F28-E14C-C2F2-2705-7381C8780611}"/>
          </ac:spMkLst>
        </pc:spChg>
        <pc:spChg chg="add mod">
          <ac:chgData name="Nguyễn Xuân Quyết" userId="6f9fc323-a13a-4b00-81e7-c14d17e156e8" providerId="ADAL" clId="{BC5A91BD-F674-4571-8086-39DB491CC505}" dt="2026-09-11T03:31:50.853" v="9756" actId="403"/>
          <ac:spMkLst>
            <pc:docMk/>
            <pc:sldMk cId="1042608255" sldId="8081"/>
            <ac:spMk id="11" creationId="{4BDDBA5B-B488-7D37-86E8-8B6C7E76CAD9}"/>
          </ac:spMkLst>
        </pc:spChg>
        <pc:spChg chg="add mod">
          <ac:chgData name="Nguyễn Xuân Quyết" userId="6f9fc323-a13a-4b00-81e7-c14d17e156e8" providerId="ADAL" clId="{BC5A91BD-F674-4571-8086-39DB491CC505}" dt="2026-09-11T03:31:50.853" v="9756" actId="403"/>
          <ac:spMkLst>
            <pc:docMk/>
            <pc:sldMk cId="1042608255" sldId="8081"/>
            <ac:spMk id="19" creationId="{AF560A11-B4DA-94B9-6E08-4FEB4798206E}"/>
          </ac:spMkLst>
        </pc:spChg>
        <pc:spChg chg="add mod">
          <ac:chgData name="Nguyễn Xuân Quyết" userId="6f9fc323-a13a-4b00-81e7-c14d17e156e8" providerId="ADAL" clId="{BC5A91BD-F674-4571-8086-39DB491CC505}" dt="2026-09-11T03:31:50.853" v="9756" actId="403"/>
          <ac:spMkLst>
            <pc:docMk/>
            <pc:sldMk cId="1042608255" sldId="8081"/>
            <ac:spMk id="20" creationId="{00000000-0000-0000-0000-000000000000}"/>
          </ac:spMkLst>
        </pc:spChg>
        <pc:spChg chg="add mod">
          <ac:chgData name="Nguyễn Xuân Quyết" userId="6f9fc323-a13a-4b00-81e7-c14d17e156e8" providerId="ADAL" clId="{BC5A91BD-F674-4571-8086-39DB491CC505}" dt="2026-09-11T03:31:50.853" v="9756" actId="403"/>
          <ac:spMkLst>
            <pc:docMk/>
            <pc:sldMk cId="1042608255" sldId="8081"/>
            <ac:spMk id="21" creationId="{00000000-0000-0000-0000-000000000000}"/>
          </ac:spMkLst>
        </pc:spChg>
        <pc:spChg chg="add">
          <ac:chgData name="Nguyễn Xuân Quyết" userId="6f9fc323-a13a-4b00-81e7-c14d17e156e8" providerId="ADAL" clId="{BC5A91BD-F674-4571-8086-39DB491CC505}" dt="2026-09-10T03:16:09.368" v="6772" actId="26606"/>
          <ac:spMkLst>
            <pc:docMk/>
            <pc:sldMk cId="1042608255" sldId="8081"/>
            <ac:spMk id="22" creationId="{00000000-0000-0000-0000-000000000000}"/>
          </ac:spMkLst>
        </pc:spChg>
        <pc:spChg chg="add del">
          <ac:chgData name="Nguyễn Xuân Quyết" userId="6f9fc323-a13a-4b00-81e7-c14d17e156e8" providerId="ADAL" clId="{BC5A91BD-F674-4571-8086-39DB491CC505}" dt="2026-09-10T03:16:24.108" v="6783" actId="478"/>
          <ac:spMkLst>
            <pc:docMk/>
            <pc:sldMk cId="1042608255" sldId="8081"/>
            <ac:spMk id="23" creationId="{00000000-0000-0000-0000-000000000000}"/>
          </ac:spMkLst>
        </pc:spChg>
        <pc:picChg chg="add mod">
          <ac:chgData name="Nguyễn Xuân Quyết" userId="6f9fc323-a13a-4b00-81e7-c14d17e156e8" providerId="ADAL" clId="{BC5A91BD-F674-4571-8086-39DB491CC505}" dt="2026-09-10T01:07:48.337" v="4207" actId="1076"/>
          <ac:picMkLst>
            <pc:docMk/>
            <pc:sldMk cId="1042608255" sldId="8081"/>
            <ac:picMk id="3" creationId="{D32D8587-2BA2-C4C1-0EC0-FC6B326824ED}"/>
          </ac:picMkLst>
        </pc:picChg>
        <pc:picChg chg="add mod">
          <ac:chgData name="Nguyễn Xuân Quyết" userId="6f9fc323-a13a-4b00-81e7-c14d17e156e8" providerId="ADAL" clId="{BC5A91BD-F674-4571-8086-39DB491CC505}" dt="2026-09-10T03:16:09.368" v="6772" actId="26606"/>
          <ac:picMkLst>
            <pc:docMk/>
            <pc:sldMk cId="1042608255" sldId="8081"/>
            <ac:picMk id="8" creationId="{0AE86EF9-F647-F5AB-9C67-0880B0B4D445}"/>
          </ac:picMkLst>
        </pc:picChg>
        <pc:picChg chg="add mod">
          <ac:chgData name="Nguyễn Xuân Quyết" userId="6f9fc323-a13a-4b00-81e7-c14d17e156e8" providerId="ADAL" clId="{BC5A91BD-F674-4571-8086-39DB491CC505}" dt="2026-09-09T14:08:42.181" v="2685" actId="1076"/>
          <ac:picMkLst>
            <pc:docMk/>
            <pc:sldMk cId="1042608255" sldId="8081"/>
            <ac:picMk id="10" creationId="{C2B1C7BB-B25A-7C0B-B814-456A9AB2D89E}"/>
          </ac:picMkLst>
        </pc:picChg>
        <pc:picChg chg="add mod">
          <ac:chgData name="Nguyễn Xuân Quyết" userId="6f9fc323-a13a-4b00-81e7-c14d17e156e8" providerId="ADAL" clId="{BC5A91BD-F674-4571-8086-39DB491CC505}" dt="2026-09-10T03:16:09.368" v="6772" actId="26606"/>
          <ac:picMkLst>
            <pc:docMk/>
            <pc:sldMk cId="1042608255" sldId="8081"/>
            <ac:picMk id="14" creationId="{7A26460D-97EF-9C56-7F58-9FBE3C7B4E30}"/>
          </ac:picMkLst>
        </pc:picChg>
        <pc:picChg chg="add mod">
          <ac:chgData name="Nguyễn Xuân Quyết" userId="6f9fc323-a13a-4b00-81e7-c14d17e156e8" providerId="ADAL" clId="{BC5A91BD-F674-4571-8086-39DB491CC505}" dt="2026-09-09T14:12:11.659" v="2877" actId="1076"/>
          <ac:picMkLst>
            <pc:docMk/>
            <pc:sldMk cId="1042608255" sldId="8081"/>
            <ac:picMk id="16" creationId="{F43B2085-D3E1-85A1-37FB-658405145CCA}"/>
          </ac:picMkLst>
        </pc:picChg>
        <pc:picChg chg="add mod">
          <ac:chgData name="Nguyễn Xuân Quyết" userId="6f9fc323-a13a-4b00-81e7-c14d17e156e8" providerId="ADAL" clId="{BC5A91BD-F674-4571-8086-39DB491CC505}" dt="2026-09-10T03:16:09.368" v="6772" actId="26606"/>
          <ac:picMkLst>
            <pc:docMk/>
            <pc:sldMk cId="1042608255" sldId="8081"/>
            <ac:picMk id="18" creationId="{E0664048-A7D8-C7CF-5228-439FAB4912D9}"/>
          </ac:picMkLst>
        </pc:picChg>
      </pc:sldChg>
      <pc:sldChg chg="addSp delSp modSp mod modClrScheme chgLayout modNotes">
        <pc:chgData name="Nguyễn Xuân Quyết" userId="6f9fc323-a13a-4b00-81e7-c14d17e156e8" providerId="ADAL" clId="{BC5A91BD-F674-4571-8086-39DB491CC505}" dt="2026-09-11T03:32:11.738" v="9762" actId="403"/>
        <pc:sldMkLst>
          <pc:docMk/>
          <pc:sldMk cId="4085075449" sldId="8084"/>
        </pc:sldMkLst>
        <pc:spChg chg="mod">
          <ac:chgData name="Nguyễn Xuân Quyết" userId="6f9fc323-a13a-4b00-81e7-c14d17e156e8" providerId="ADAL" clId="{BC5A91BD-F674-4571-8086-39DB491CC505}" dt="2026-09-10T09:57:19.009" v="9699" actId="26606"/>
          <ac:spMkLst>
            <pc:docMk/>
            <pc:sldMk cId="4085075449" sldId="8084"/>
            <ac:spMk id="4" creationId="{245DA909-B3D6-6802-7D58-0259D15AF234}"/>
          </ac:spMkLst>
        </pc:spChg>
        <pc:spChg chg="mod">
          <ac:chgData name="Nguyễn Xuân Quyết" userId="6f9fc323-a13a-4b00-81e7-c14d17e156e8" providerId="ADAL" clId="{BC5A91BD-F674-4571-8086-39DB491CC505}" dt="2026-09-10T09:57:19.009" v="9699" actId="26606"/>
          <ac:spMkLst>
            <pc:docMk/>
            <pc:sldMk cId="4085075449" sldId="8084"/>
            <ac:spMk id="5" creationId="{C3142D9C-849D-79ED-0C11-64F6D426A0C5}"/>
          </ac:spMkLst>
        </pc:spChg>
        <pc:spChg chg="add del mod">
          <ac:chgData name="Nguyễn Xuân Quyết" userId="6f9fc323-a13a-4b00-81e7-c14d17e156e8" providerId="ADAL" clId="{BC5A91BD-F674-4571-8086-39DB491CC505}" dt="2026-09-10T03:16:09.368" v="6772" actId="26606"/>
          <ac:spMkLst>
            <pc:docMk/>
            <pc:sldMk cId="4085075449" sldId="8084"/>
            <ac:spMk id="9" creationId="{2EC988F3-A836-E529-6571-80578D5E1A6B}"/>
          </ac:spMkLst>
        </pc:spChg>
        <pc:spChg chg="add del mod">
          <ac:chgData name="Nguyễn Xuân Quyết" userId="6f9fc323-a13a-4b00-81e7-c14d17e156e8" providerId="ADAL" clId="{BC5A91BD-F674-4571-8086-39DB491CC505}" dt="2026-09-10T03:16:09.368" v="6772" actId="26606"/>
          <ac:spMkLst>
            <pc:docMk/>
            <pc:sldMk cId="4085075449" sldId="8084"/>
            <ac:spMk id="11" creationId="{6D600724-D812-62E3-8CE2-E87F4A41A317}"/>
          </ac:spMkLst>
        </pc:spChg>
        <pc:spChg chg="add mod">
          <ac:chgData name="Nguyễn Xuân Quyết" userId="6f9fc323-a13a-4b00-81e7-c14d17e156e8" providerId="ADAL" clId="{BC5A91BD-F674-4571-8086-39DB491CC505}" dt="2026-09-10T09:57:19.009" v="9699" actId="26606"/>
          <ac:spMkLst>
            <pc:docMk/>
            <pc:sldMk cId="4085075449" sldId="8084"/>
            <ac:spMk id="15" creationId="{A8F056CA-2204-ECA8-9A14-AC780D327E71}"/>
          </ac:spMkLst>
        </pc:spChg>
        <pc:spChg chg="add mod">
          <ac:chgData name="Nguyễn Xuân Quyết" userId="6f9fc323-a13a-4b00-81e7-c14d17e156e8" providerId="ADAL" clId="{BC5A91BD-F674-4571-8086-39DB491CC505}" dt="2026-09-11T03:32:11.738" v="9762" actId="403"/>
          <ac:spMkLst>
            <pc:docMk/>
            <pc:sldMk cId="4085075449" sldId="8084"/>
            <ac:spMk id="17" creationId="{4C68DE05-385D-ECE5-524A-50A41E4B042E}"/>
          </ac:spMkLst>
        </pc:spChg>
        <pc:spChg chg="mod">
          <ac:chgData name="Nguyễn Xuân Quyết" userId="6f9fc323-a13a-4b00-81e7-c14d17e156e8" providerId="ADAL" clId="{BC5A91BD-F674-4571-8086-39DB491CC505}" dt="2026-09-11T03:32:11.738" v="9762" actId="403"/>
          <ac:spMkLst>
            <pc:docMk/>
            <pc:sldMk cId="4085075449" sldId="8084"/>
            <ac:spMk id="19" creationId="{1641C8AD-4B06-605C-59E7-D55F31ED6091}"/>
          </ac:spMkLst>
        </pc:spChg>
        <pc:spChg chg="add mod">
          <ac:chgData name="Nguyễn Xuân Quyết" userId="6f9fc323-a13a-4b00-81e7-c14d17e156e8" providerId="ADAL" clId="{BC5A91BD-F674-4571-8086-39DB491CC505}" dt="2026-09-11T03:32:11.738" v="9762" actId="403"/>
          <ac:spMkLst>
            <pc:docMk/>
            <pc:sldMk cId="4085075449" sldId="8084"/>
            <ac:spMk id="21" creationId="{814A0242-E16F-6342-BF35-DB2E4F22E7FC}"/>
          </ac:spMkLst>
        </pc:spChg>
        <pc:spChg chg="add mod">
          <ac:chgData name="Nguyễn Xuân Quyết" userId="6f9fc323-a13a-4b00-81e7-c14d17e156e8" providerId="ADAL" clId="{BC5A91BD-F674-4571-8086-39DB491CC505}" dt="2026-09-11T03:32:11.738" v="9762" actId="403"/>
          <ac:spMkLst>
            <pc:docMk/>
            <pc:sldMk cId="4085075449" sldId="8084"/>
            <ac:spMk id="23" creationId="{427A670B-F93A-1346-BF8D-3E309760E939}"/>
          </ac:spMkLst>
        </pc:spChg>
        <pc:spChg chg="add mod">
          <ac:chgData name="Nguyễn Xuân Quyết" userId="6f9fc323-a13a-4b00-81e7-c14d17e156e8" providerId="ADAL" clId="{BC5A91BD-F674-4571-8086-39DB491CC505}" dt="2026-09-10T09:57:19.009" v="9699" actId="26606"/>
          <ac:spMkLst>
            <pc:docMk/>
            <pc:sldMk cId="4085075449" sldId="8084"/>
            <ac:spMk id="27" creationId="{0461B0BD-D9DE-6BDD-6959-6A02C0B22AAD}"/>
          </ac:spMkLst>
        </pc:spChg>
        <pc:spChg chg="mod">
          <ac:chgData name="Nguyễn Xuân Quyết" userId="6f9fc323-a13a-4b00-81e7-c14d17e156e8" providerId="ADAL" clId="{BC5A91BD-F674-4571-8086-39DB491CC505}" dt="2026-09-11T03:32:11.738" v="9762" actId="403"/>
          <ac:spMkLst>
            <pc:docMk/>
            <pc:sldMk cId="4085075449" sldId="8084"/>
            <ac:spMk id="29" creationId="{F080DD03-C443-D415-DA78-C155C13091DF}"/>
          </ac:spMkLst>
        </pc:spChg>
        <pc:spChg chg="add mod">
          <ac:chgData name="Nguyễn Xuân Quyết" userId="6f9fc323-a13a-4b00-81e7-c14d17e156e8" providerId="ADAL" clId="{BC5A91BD-F674-4571-8086-39DB491CC505}" dt="2026-09-11T03:32:11.738" v="9762" actId="403"/>
          <ac:spMkLst>
            <pc:docMk/>
            <pc:sldMk cId="4085075449" sldId="8084"/>
            <ac:spMk id="31" creationId="{25606168-B184-CECE-2D6D-54545652FBEB}"/>
          </ac:spMkLst>
        </pc:spChg>
        <pc:spChg chg="add del mod">
          <ac:chgData name="Nguyễn Xuân Quyết" userId="6f9fc323-a13a-4b00-81e7-c14d17e156e8" providerId="ADAL" clId="{BC5A91BD-F674-4571-8086-39DB491CC505}" dt="2026-09-10T02:01:38.718" v="5963"/>
          <ac:spMkLst>
            <pc:docMk/>
            <pc:sldMk cId="4085075449" sldId="8084"/>
            <ac:spMk id="33" creationId="{CB877647-1FCA-DB4C-0FAB-8F34A3B04DF8}"/>
          </ac:spMkLst>
        </pc:spChg>
        <pc:spChg chg="add del mod">
          <ac:chgData name="Nguyễn Xuân Quyết" userId="6f9fc323-a13a-4b00-81e7-c14d17e156e8" providerId="ADAL" clId="{BC5A91BD-F674-4571-8086-39DB491CC505}" dt="2026-09-10T02:01:38.719" v="5965"/>
          <ac:spMkLst>
            <pc:docMk/>
            <pc:sldMk cId="4085075449" sldId="8084"/>
            <ac:spMk id="35" creationId="{712B62A1-866A-84BC-C3EE-428788467B94}"/>
          </ac:spMkLst>
        </pc:spChg>
        <pc:spChg chg="mod">
          <ac:chgData name="Nguyễn Xuân Quyết" userId="6f9fc323-a13a-4b00-81e7-c14d17e156e8" providerId="ADAL" clId="{BC5A91BD-F674-4571-8086-39DB491CC505}" dt="2026-09-11T03:32:11.738" v="9762" actId="403"/>
          <ac:spMkLst>
            <pc:docMk/>
            <pc:sldMk cId="4085075449" sldId="8084"/>
            <ac:spMk id="52" creationId="{00000000-0000-0000-0000-000000000000}"/>
          </ac:spMkLst>
        </pc:spChg>
        <pc:spChg chg="add mod">
          <ac:chgData name="Nguyễn Xuân Quyết" userId="6f9fc323-a13a-4b00-81e7-c14d17e156e8" providerId="ADAL" clId="{BC5A91BD-F674-4571-8086-39DB491CC505}" dt="2026-09-11T03:32:11.738" v="9762" actId="403"/>
          <ac:spMkLst>
            <pc:docMk/>
            <pc:sldMk cId="4085075449" sldId="8084"/>
            <ac:spMk id="53" creationId="{00000000-0000-0000-0000-000000000000}"/>
          </ac:spMkLst>
        </pc:spChg>
        <pc:spChg chg="add">
          <ac:chgData name="Nguyễn Xuân Quyết" userId="6f9fc323-a13a-4b00-81e7-c14d17e156e8" providerId="ADAL" clId="{BC5A91BD-F674-4571-8086-39DB491CC505}" dt="2026-09-10T03:16:09.368" v="6772" actId="26606"/>
          <ac:spMkLst>
            <pc:docMk/>
            <pc:sldMk cId="4085075449" sldId="8084"/>
            <ac:spMk id="54" creationId="{00000000-0000-0000-0000-000000000000}"/>
          </ac:spMkLst>
        </pc:spChg>
        <pc:picChg chg="mod">
          <ac:chgData name="Nguyễn Xuân Quyết" userId="6f9fc323-a13a-4b00-81e7-c14d17e156e8" providerId="ADAL" clId="{BC5A91BD-F674-4571-8086-39DB491CC505}" dt="2026-09-10T03:01:38.811" v="6768" actId="26606"/>
          <ac:picMkLst>
            <pc:docMk/>
            <pc:sldMk cId="4085075449" sldId="8084"/>
            <ac:picMk id="3" creationId="{F99E7D9C-E732-0D3B-99F9-1DAC0D9CE7E7}"/>
          </ac:picMkLst>
        </pc:picChg>
        <pc:picChg chg="mod">
          <ac:chgData name="Nguyễn Xuân Quyết" userId="6f9fc323-a13a-4b00-81e7-c14d17e156e8" providerId="ADAL" clId="{BC5A91BD-F674-4571-8086-39DB491CC505}" dt="2026-09-10T03:01:38.811" v="6768" actId="26606"/>
          <ac:picMkLst>
            <pc:docMk/>
            <pc:sldMk cId="4085075449" sldId="8084"/>
            <ac:picMk id="7" creationId="{E2BD3451-97B5-1515-0615-0C16266E3205}"/>
          </ac:picMkLst>
        </pc:picChg>
        <pc:picChg chg="mod">
          <ac:chgData name="Nguyễn Xuân Quyết" userId="6f9fc323-a13a-4b00-81e7-c14d17e156e8" providerId="ADAL" clId="{BC5A91BD-F674-4571-8086-39DB491CC505}" dt="2026-09-10T03:16:38.512" v="6784" actId="1076"/>
          <ac:picMkLst>
            <pc:docMk/>
            <pc:sldMk cId="4085075449" sldId="8084"/>
            <ac:picMk id="37" creationId="{FDBC3946-E386-F6BA-CCCA-281309259A8B}"/>
          </ac:picMkLst>
        </pc:picChg>
        <pc:picChg chg="mod">
          <ac:chgData name="Nguyễn Xuân Quyết" userId="6f9fc323-a13a-4b00-81e7-c14d17e156e8" providerId="ADAL" clId="{BC5A91BD-F674-4571-8086-39DB491CC505}" dt="2026-09-10T01:57:12.957" v="5539" actId="1076"/>
          <ac:picMkLst>
            <pc:docMk/>
            <pc:sldMk cId="4085075449" sldId="8084"/>
            <ac:picMk id="41" creationId="{0A8C6CC7-06BA-EEBC-61C9-145313A58911}"/>
          </ac:picMkLst>
        </pc:picChg>
        <pc:picChg chg="mod">
          <ac:chgData name="Nguyễn Xuân Quyết" userId="6f9fc323-a13a-4b00-81e7-c14d17e156e8" providerId="ADAL" clId="{BC5A91BD-F674-4571-8086-39DB491CC505}" dt="2026-09-10T01:56:59.632" v="5538" actId="1076"/>
          <ac:picMkLst>
            <pc:docMk/>
            <pc:sldMk cId="4085075449" sldId="8084"/>
            <ac:picMk id="43" creationId="{DAEDB47E-D4EA-0AA5-00F3-E6B9FD6330D9}"/>
          </ac:picMkLst>
        </pc:picChg>
        <pc:picChg chg="mod">
          <ac:chgData name="Nguyễn Xuân Quyết" userId="6f9fc323-a13a-4b00-81e7-c14d17e156e8" providerId="ADAL" clId="{BC5A91BD-F674-4571-8086-39DB491CC505}" dt="2026-09-10T01:44:36.645" v="5014" actId="1076"/>
          <ac:picMkLst>
            <pc:docMk/>
            <pc:sldMk cId="4085075449" sldId="8084"/>
            <ac:picMk id="45" creationId="{2FCF9C01-F362-C537-48F0-AC2E8C0E8656}"/>
          </ac:picMkLst>
        </pc:picChg>
        <pc:picChg chg="mod">
          <ac:chgData name="Nguyễn Xuân Quyết" userId="6f9fc323-a13a-4b00-81e7-c14d17e156e8" providerId="ADAL" clId="{BC5A91BD-F674-4571-8086-39DB491CC505}" dt="2026-09-10T03:16:48.168" v="6785" actId="1076"/>
          <ac:picMkLst>
            <pc:docMk/>
            <pc:sldMk cId="4085075449" sldId="8084"/>
            <ac:picMk id="47" creationId="{921E5F84-AC48-8705-163E-014B754A4C27}"/>
          </ac:picMkLst>
        </pc:picChg>
        <pc:picChg chg="mod">
          <ac:chgData name="Nguyễn Xuân Quyết" userId="6f9fc323-a13a-4b00-81e7-c14d17e156e8" providerId="ADAL" clId="{BC5A91BD-F674-4571-8086-39DB491CC505}" dt="2026-09-10T01:44:03.014" v="5008" actId="1076"/>
          <ac:picMkLst>
            <pc:docMk/>
            <pc:sldMk cId="4085075449" sldId="8084"/>
            <ac:picMk id="51" creationId="{4E56CA35-5618-5BD8-599D-F41027B18985}"/>
          </ac:picMkLst>
        </pc:picChg>
        <pc:picChg chg="del mod">
          <ac:chgData name="Nguyễn Xuân Quyết" userId="6f9fc323-a13a-4b00-81e7-c14d17e156e8" providerId="ADAL" clId="{BC5A91BD-F674-4571-8086-39DB491CC505}" dt="2026-09-10T02:01:39.912" v="5966" actId="478"/>
          <ac:picMkLst>
            <pc:docMk/>
            <pc:sldMk cId="4085075449" sldId="8084"/>
            <ac:picMk id="53" creationId="{7898EDC5-2DB5-45F0-1859-2C98AC562E1D}"/>
          </ac:picMkLst>
        </pc:picChg>
        <pc:picChg chg="del mod">
          <ac:chgData name="Nguyễn Xuân Quyết" userId="6f9fc323-a13a-4b00-81e7-c14d17e156e8" providerId="ADAL" clId="{BC5A91BD-F674-4571-8086-39DB491CC505}" dt="2026-09-10T02:01:38.715" v="5961" actId="478"/>
          <ac:picMkLst>
            <pc:docMk/>
            <pc:sldMk cId="4085075449" sldId="8084"/>
            <ac:picMk id="55" creationId="{2F64E9A0-D667-87B0-9D7F-53956C80E6AA}"/>
          </ac:picMkLst>
        </pc:picChg>
      </pc:sldChg>
      <pc:sldChg chg="addSp delSp modSp mod ord modClrScheme chgLayout">
        <pc:chgData name="Nguyễn Xuân Quyết" userId="6f9fc323-a13a-4b00-81e7-c14d17e156e8" providerId="ADAL" clId="{BC5A91BD-F674-4571-8086-39DB491CC505}" dt="2026-09-11T08:00:58.877" v="10668"/>
        <pc:sldMkLst>
          <pc:docMk/>
          <pc:sldMk cId="3960403681" sldId="8085"/>
        </pc:sldMkLst>
        <pc:spChg chg="mod">
          <ac:chgData name="Nguyễn Xuân Quyết" userId="6f9fc323-a13a-4b00-81e7-c14d17e156e8" providerId="ADAL" clId="{BC5A91BD-F674-4571-8086-39DB491CC505}" dt="2026-09-10T09:57:19.009" v="9699" actId="26606"/>
          <ac:spMkLst>
            <pc:docMk/>
            <pc:sldMk cId="3960403681" sldId="8085"/>
            <ac:spMk id="4" creationId="{B38AC16D-39A8-212D-C987-83DCE7CBF057}"/>
          </ac:spMkLst>
        </pc:spChg>
        <pc:spChg chg="mod">
          <ac:chgData name="Nguyễn Xuân Quyết" userId="6f9fc323-a13a-4b00-81e7-c14d17e156e8" providerId="ADAL" clId="{BC5A91BD-F674-4571-8086-39DB491CC505}" dt="2026-09-10T09:57:19.009" v="9699" actId="26606"/>
          <ac:spMkLst>
            <pc:docMk/>
            <pc:sldMk cId="3960403681" sldId="8085"/>
            <ac:spMk id="5" creationId="{3FF33391-B26E-94F6-69E3-67B0C17C677C}"/>
          </ac:spMkLst>
        </pc:spChg>
        <pc:graphicFrameChg chg="add mod modGraphic">
          <ac:chgData name="Nguyễn Xuân Quyết" userId="6f9fc323-a13a-4b00-81e7-c14d17e156e8" providerId="ADAL" clId="{BC5A91BD-F674-4571-8086-39DB491CC505}" dt="2026-09-11T08:00:58.877" v="10668"/>
          <ac:graphicFrameMkLst>
            <pc:docMk/>
            <pc:sldMk cId="3960403681" sldId="8085"/>
            <ac:graphicFrameMk id="13" creationId="{D5C7C427-99EE-6D05-2B6F-4747FADBFAA8}"/>
          </ac:graphicFrameMkLst>
        </pc:graphicFrameChg>
      </pc:sldChg>
      <pc:sldChg chg="addSp delSp modSp mod modClrScheme chgLayout">
        <pc:chgData name="Nguyễn Xuân Quyết" userId="6f9fc323-a13a-4b00-81e7-c14d17e156e8" providerId="ADAL" clId="{BC5A91BD-F674-4571-8086-39DB491CC505}" dt="2026-09-11T07:13:12.471" v="10653" actId="207"/>
        <pc:sldMkLst>
          <pc:docMk/>
          <pc:sldMk cId="3912017126" sldId="8086"/>
        </pc:sldMkLst>
        <pc:spChg chg="add del mod">
          <ac:chgData name="Nguyễn Xuân Quyết" userId="6f9fc323-a13a-4b00-81e7-c14d17e156e8" providerId="ADAL" clId="{BC5A91BD-F674-4571-8086-39DB491CC505}" dt="2026-09-10T02:03:30.893" v="5981" actId="478"/>
          <ac:spMkLst>
            <pc:docMk/>
            <pc:sldMk cId="3912017126" sldId="8086"/>
            <ac:spMk id="2" creationId="{39CD19BF-FAA0-3AF9-2422-F9F1B61EB8C7}"/>
          </ac:spMkLst>
        </pc:spChg>
        <pc:spChg chg="mod">
          <ac:chgData name="Nguyễn Xuân Quyết" userId="6f9fc323-a13a-4b00-81e7-c14d17e156e8" providerId="ADAL" clId="{BC5A91BD-F674-4571-8086-39DB491CC505}" dt="2026-09-10T09:57:19.009" v="9699" actId="26606"/>
          <ac:spMkLst>
            <pc:docMk/>
            <pc:sldMk cId="3912017126" sldId="8086"/>
            <ac:spMk id="4" creationId="{2B249E29-2C98-5103-C17E-12751A9FF3F2}"/>
          </ac:spMkLst>
        </pc:spChg>
        <pc:spChg chg="mod">
          <ac:chgData name="Nguyễn Xuân Quyết" userId="6f9fc323-a13a-4b00-81e7-c14d17e156e8" providerId="ADAL" clId="{BC5A91BD-F674-4571-8086-39DB491CC505}" dt="2026-09-10T09:57:19.009" v="9699" actId="26606"/>
          <ac:spMkLst>
            <pc:docMk/>
            <pc:sldMk cId="3912017126" sldId="8086"/>
            <ac:spMk id="5" creationId="{88481C6E-FA7B-1AA0-CDBF-619D42D90A00}"/>
          </ac:spMkLst>
        </pc:spChg>
        <pc:spChg chg="add mod">
          <ac:chgData name="Nguyễn Xuân Quyết" userId="6f9fc323-a13a-4b00-81e7-c14d17e156e8" providerId="ADAL" clId="{BC5A91BD-F674-4571-8086-39DB491CC505}" dt="2026-09-10T02:03:17.861" v="5978" actId="571"/>
          <ac:spMkLst>
            <pc:docMk/>
            <pc:sldMk cId="3912017126" sldId="8086"/>
            <ac:spMk id="6" creationId="{1F0414F8-4107-F3B7-4F80-1560A240BA25}"/>
          </ac:spMkLst>
        </pc:spChg>
        <pc:spChg chg="add del mod">
          <ac:chgData name="Nguyễn Xuân Quyết" userId="6f9fc323-a13a-4b00-81e7-c14d17e156e8" providerId="ADAL" clId="{BC5A91BD-F674-4571-8086-39DB491CC505}" dt="2026-09-10T02:03:30.359" v="5980" actId="478"/>
          <ac:spMkLst>
            <pc:docMk/>
            <pc:sldMk cId="3912017126" sldId="8086"/>
            <ac:spMk id="7" creationId="{28A96ABA-71A6-A5C8-5DBC-D7922706DE0C}"/>
          </ac:spMkLst>
        </pc:spChg>
        <pc:spChg chg="add mod">
          <ac:chgData name="Nguyễn Xuân Quyết" userId="6f9fc323-a13a-4b00-81e7-c14d17e156e8" providerId="ADAL" clId="{BC5A91BD-F674-4571-8086-39DB491CC505}" dt="2026-09-11T03:31:59.666" v="9760" actId="404"/>
          <ac:spMkLst>
            <pc:docMk/>
            <pc:sldMk cId="3912017126" sldId="8086"/>
            <ac:spMk id="31" creationId="{F89F9AB0-AD54-FA8B-C3CE-E15329E0944B}"/>
          </ac:spMkLst>
        </pc:spChg>
        <pc:spChg chg="mod">
          <ac:chgData name="Nguyễn Xuân Quyết" userId="6f9fc323-a13a-4b00-81e7-c14d17e156e8" providerId="ADAL" clId="{BC5A91BD-F674-4571-8086-39DB491CC505}" dt="2026-09-10T09:57:19.009" v="9699" actId="26606"/>
          <ac:spMkLst>
            <pc:docMk/>
            <pc:sldMk cId="3912017126" sldId="8086"/>
            <ac:spMk id="33" creationId="{3398E894-4717-8DC5-BDEE-9649AFDC3BE2}"/>
          </ac:spMkLst>
        </pc:spChg>
        <pc:spChg chg="add mod">
          <ac:chgData name="Nguyễn Xuân Quyết" userId="6f9fc323-a13a-4b00-81e7-c14d17e156e8" providerId="ADAL" clId="{BC5A91BD-F674-4571-8086-39DB491CC505}" dt="2026-09-10T03:16:09.368" v="6772" actId="26606"/>
          <ac:spMkLst>
            <pc:docMk/>
            <pc:sldMk cId="3912017126" sldId="8086"/>
            <ac:spMk id="35" creationId="{18C808F1-5D01-C12F-43A4-6F3F8C13A77C}"/>
          </ac:spMkLst>
        </pc:spChg>
        <pc:spChg chg="add mod">
          <ac:chgData name="Nguyễn Xuân Quyết" userId="6f9fc323-a13a-4b00-81e7-c14d17e156e8" providerId="ADAL" clId="{BC5A91BD-F674-4571-8086-39DB491CC505}" dt="2026-09-11T03:31:59.666" v="9760" actId="404"/>
          <ac:spMkLst>
            <pc:docMk/>
            <pc:sldMk cId="3912017126" sldId="8086"/>
            <ac:spMk id="39" creationId="{FC980CF2-7276-FF01-036C-C86D30EF2464}"/>
          </ac:spMkLst>
        </pc:spChg>
        <pc:spChg chg="mod">
          <ac:chgData name="Nguyễn Xuân Quyết" userId="6f9fc323-a13a-4b00-81e7-c14d17e156e8" providerId="ADAL" clId="{BC5A91BD-F674-4571-8086-39DB491CC505}" dt="2026-09-10T09:57:19.009" v="9699" actId="26606"/>
          <ac:spMkLst>
            <pc:docMk/>
            <pc:sldMk cId="3912017126" sldId="8086"/>
            <ac:spMk id="41" creationId="{5A8FB043-64AB-9084-CC8C-27EE104C597D}"/>
          </ac:spMkLst>
        </pc:spChg>
        <pc:spChg chg="add mod">
          <ac:chgData name="Nguyễn Xuân Quyết" userId="6f9fc323-a13a-4b00-81e7-c14d17e156e8" providerId="ADAL" clId="{BC5A91BD-F674-4571-8086-39DB491CC505}" dt="2026-09-11T03:31:59.666" v="9760" actId="404"/>
          <ac:spMkLst>
            <pc:docMk/>
            <pc:sldMk cId="3912017126" sldId="8086"/>
            <ac:spMk id="43" creationId="{4556923F-1991-92A7-CDF6-AE36A1E5FEC8}"/>
          </ac:spMkLst>
        </pc:spChg>
        <pc:spChg chg="add mod">
          <ac:chgData name="Nguyễn Xuân Quyết" userId="6f9fc323-a13a-4b00-81e7-c14d17e156e8" providerId="ADAL" clId="{BC5A91BD-F674-4571-8086-39DB491CC505}" dt="2026-09-10T03:06:48.069" v="6770" actId="26606"/>
          <ac:spMkLst>
            <pc:docMk/>
            <pc:sldMk cId="3912017126" sldId="8086"/>
            <ac:spMk id="47" creationId="{4DE6ECC8-A60E-7403-2414-0FAF846E0092}"/>
          </ac:spMkLst>
        </pc:spChg>
        <pc:spChg chg="add mod">
          <ac:chgData name="Nguyễn Xuân Quyết" userId="6f9fc323-a13a-4b00-81e7-c14d17e156e8" providerId="ADAL" clId="{BC5A91BD-F674-4571-8086-39DB491CC505}" dt="2026-09-11T03:31:59.666" v="9760" actId="404"/>
          <ac:spMkLst>
            <pc:docMk/>
            <pc:sldMk cId="3912017126" sldId="8086"/>
            <ac:spMk id="49" creationId="{9FE77299-171B-CD3C-7D61-8FF3188708C2}"/>
          </ac:spMkLst>
        </pc:spChg>
        <pc:spChg chg="add mod">
          <ac:chgData name="Nguyễn Xuân Quyết" userId="6f9fc323-a13a-4b00-81e7-c14d17e156e8" providerId="ADAL" clId="{BC5A91BD-F674-4571-8086-39DB491CC505}" dt="2026-09-11T03:31:59.666" v="9760" actId="404"/>
          <ac:spMkLst>
            <pc:docMk/>
            <pc:sldMk cId="3912017126" sldId="8086"/>
            <ac:spMk id="51" creationId="{A52DE013-BA25-B86A-B82A-034BCA041CD1}"/>
          </ac:spMkLst>
        </pc:spChg>
        <pc:spChg chg="add mod">
          <ac:chgData name="Nguyễn Xuân Quyết" userId="6f9fc323-a13a-4b00-81e7-c14d17e156e8" providerId="ADAL" clId="{BC5A91BD-F674-4571-8086-39DB491CC505}" dt="2026-09-10T02:04:09.674" v="5995" actId="113"/>
          <ac:spMkLst>
            <pc:docMk/>
            <pc:sldMk cId="3912017126" sldId="8086"/>
            <ac:spMk id="55" creationId="{6058713B-D310-EE8E-370C-7F57799943F1}"/>
          </ac:spMkLst>
        </pc:spChg>
        <pc:spChg chg="mod">
          <ac:chgData name="Nguyễn Xuân Quyết" userId="6f9fc323-a13a-4b00-81e7-c14d17e156e8" providerId="ADAL" clId="{BC5A91BD-F674-4571-8086-39DB491CC505}" dt="2026-09-11T03:31:59.666" v="9760" actId="404"/>
          <ac:spMkLst>
            <pc:docMk/>
            <pc:sldMk cId="3912017126" sldId="8086"/>
            <ac:spMk id="57" creationId="{A5EE1153-4277-4B7F-D376-929941F14F16}"/>
          </ac:spMkLst>
        </pc:spChg>
        <pc:spChg chg="mod">
          <ac:chgData name="Nguyễn Xuân Quyết" userId="6f9fc323-a13a-4b00-81e7-c14d17e156e8" providerId="ADAL" clId="{BC5A91BD-F674-4571-8086-39DB491CC505}" dt="2026-09-11T07:13:12.471" v="10653" actId="207"/>
          <ac:spMkLst>
            <pc:docMk/>
            <pc:sldMk cId="3912017126" sldId="8086"/>
            <ac:spMk id="59" creationId="{F68647FD-CADB-44E6-A4FF-AD716C2917B0}"/>
          </ac:spMkLst>
        </pc:spChg>
        <pc:spChg chg="mod">
          <ac:chgData name="Nguyễn Xuân Quyết" userId="6f9fc323-a13a-4b00-81e7-c14d17e156e8" providerId="ADAL" clId="{BC5A91BD-F674-4571-8086-39DB491CC505}" dt="2026-09-11T03:31:59.666" v="9760" actId="404"/>
          <ac:spMkLst>
            <pc:docMk/>
            <pc:sldMk cId="3912017126" sldId="8086"/>
            <ac:spMk id="63" creationId="{41137106-D5A1-A120-7F57-FC14BAC78CB8}"/>
          </ac:spMkLst>
        </pc:spChg>
        <pc:spChg chg="mod">
          <ac:chgData name="Nguyễn Xuân Quyết" userId="6f9fc323-a13a-4b00-81e7-c14d17e156e8" providerId="ADAL" clId="{BC5A91BD-F674-4571-8086-39DB491CC505}" dt="2026-09-10T09:57:19.009" v="9699" actId="26606"/>
          <ac:spMkLst>
            <pc:docMk/>
            <pc:sldMk cId="3912017126" sldId="8086"/>
            <ac:spMk id="65" creationId="{AA40BD6E-FAC9-7D70-6121-D8B18ED327A1}"/>
          </ac:spMkLst>
        </pc:spChg>
        <pc:spChg chg="mod">
          <ac:chgData name="Nguyễn Xuân Quyết" userId="6f9fc323-a13a-4b00-81e7-c14d17e156e8" providerId="ADAL" clId="{BC5A91BD-F674-4571-8086-39DB491CC505}" dt="2026-09-11T03:31:59.666" v="9760" actId="404"/>
          <ac:spMkLst>
            <pc:docMk/>
            <pc:sldMk cId="3912017126" sldId="8086"/>
            <ac:spMk id="71" creationId="{9F3A8EA2-2BA5-85CF-8C85-6C6E026A7C28}"/>
          </ac:spMkLst>
        </pc:spChg>
        <pc:spChg chg="add mod">
          <ac:chgData name="Nguyễn Xuân Quyết" userId="6f9fc323-a13a-4b00-81e7-c14d17e156e8" providerId="ADAL" clId="{BC5A91BD-F674-4571-8086-39DB491CC505}" dt="2026-09-11T03:31:59.666" v="9760" actId="404"/>
          <ac:spMkLst>
            <pc:docMk/>
            <pc:sldMk cId="3912017126" sldId="8086"/>
            <ac:spMk id="73" creationId="{0C654440-0FA4-F016-707F-3A464796CA5B}"/>
          </ac:spMkLst>
        </pc:spChg>
        <pc:spChg chg="mod">
          <ac:chgData name="Nguyễn Xuân Quyết" userId="6f9fc323-a13a-4b00-81e7-c14d17e156e8" providerId="ADAL" clId="{BC5A91BD-F674-4571-8086-39DB491CC505}" dt="2026-09-10T01:33:08.244" v="4732" actId="1076"/>
          <ac:spMkLst>
            <pc:docMk/>
            <pc:sldMk cId="3912017126" sldId="8086"/>
            <ac:spMk id="75" creationId="{A6997EB0-6081-F967-04FE-70F0BBE3ED42}"/>
          </ac:spMkLst>
        </pc:spChg>
        <pc:spChg chg="add mod">
          <ac:chgData name="Nguyễn Xuân Quyết" userId="6f9fc323-a13a-4b00-81e7-c14d17e156e8" providerId="ADAL" clId="{BC5A91BD-F674-4571-8086-39DB491CC505}" dt="2026-09-10T03:16:09.368" v="6772" actId="26606"/>
          <ac:spMkLst>
            <pc:docMk/>
            <pc:sldMk cId="3912017126" sldId="8086"/>
            <ac:spMk id="79" creationId="{DFB210BF-82C9-9AAF-13A0-A70CD0636AD4}"/>
          </ac:spMkLst>
        </pc:spChg>
        <pc:spChg chg="mod">
          <ac:chgData name="Nguyễn Xuân Quyết" userId="6f9fc323-a13a-4b00-81e7-c14d17e156e8" providerId="ADAL" clId="{BC5A91BD-F674-4571-8086-39DB491CC505}" dt="2026-09-10T09:57:19.009" v="9699" actId="26606"/>
          <ac:spMkLst>
            <pc:docMk/>
            <pc:sldMk cId="3912017126" sldId="8086"/>
            <ac:spMk id="81" creationId="{FDDD49BF-1C9F-A0BA-6C00-981779248DA7}"/>
          </ac:spMkLst>
        </pc:spChg>
        <pc:spChg chg="mod">
          <ac:chgData name="Nguyễn Xuân Quyết" userId="6f9fc323-a13a-4b00-81e7-c14d17e156e8" providerId="ADAL" clId="{BC5A91BD-F674-4571-8086-39DB491CC505}" dt="2026-09-10T03:16:09.368" v="6772" actId="26606"/>
          <ac:spMkLst>
            <pc:docMk/>
            <pc:sldMk cId="3912017126" sldId="8086"/>
            <ac:spMk id="83" creationId="{DF63844C-E874-A655-D4CB-E64F0220ACB7}"/>
          </ac:spMkLst>
        </pc:spChg>
        <pc:picChg chg="add mod">
          <ac:chgData name="Nguyễn Xuân Quyết" userId="6f9fc323-a13a-4b00-81e7-c14d17e156e8" providerId="ADAL" clId="{BC5A91BD-F674-4571-8086-39DB491CC505}" dt="2026-09-10T02:03:17.861" v="5978" actId="571"/>
          <ac:picMkLst>
            <pc:docMk/>
            <pc:sldMk cId="3912017126" sldId="8086"/>
            <ac:picMk id="3" creationId="{C0EBFC16-679B-0C2B-99E5-BB08A9386D07}"/>
          </ac:picMkLst>
        </pc:picChg>
        <pc:picChg chg="mod">
          <ac:chgData name="Nguyễn Xuân Quyết" userId="6f9fc323-a13a-4b00-81e7-c14d17e156e8" providerId="ADAL" clId="{BC5A91BD-F674-4571-8086-39DB491CC505}" dt="2026-09-10T02:04:00.643" v="5993" actId="1076"/>
          <ac:picMkLst>
            <pc:docMk/>
            <pc:sldMk cId="3912017126" sldId="8086"/>
            <ac:picMk id="17" creationId="{8424F9FC-D48E-A102-3A8B-01DDD8C56F5F}"/>
          </ac:picMkLst>
        </pc:picChg>
        <pc:picChg chg="mod">
          <ac:chgData name="Nguyễn Xuân Quyết" userId="6f9fc323-a13a-4b00-81e7-c14d17e156e8" providerId="ADAL" clId="{BC5A91BD-F674-4571-8086-39DB491CC505}" dt="2026-09-10T03:01:38.811" v="6768" actId="26606"/>
          <ac:picMkLst>
            <pc:docMk/>
            <pc:sldMk cId="3912017126" sldId="8086"/>
            <ac:picMk id="53" creationId="{29284958-0A52-A705-5A8C-01D8ED43B383}"/>
          </ac:picMkLst>
        </pc:picChg>
        <pc:picChg chg="mod">
          <ac:chgData name="Nguyễn Xuân Quyết" userId="6f9fc323-a13a-4b00-81e7-c14d17e156e8" providerId="ADAL" clId="{BC5A91BD-F674-4571-8086-39DB491CC505}" dt="2026-09-10T03:01:38.811" v="6768" actId="26606"/>
          <ac:picMkLst>
            <pc:docMk/>
            <pc:sldMk cId="3912017126" sldId="8086"/>
            <ac:picMk id="61" creationId="{C69354E9-9E10-D457-DC09-705310AE936C}"/>
          </ac:picMkLst>
        </pc:picChg>
        <pc:picChg chg="mod">
          <ac:chgData name="Nguyễn Xuân Quyết" userId="6f9fc323-a13a-4b00-81e7-c14d17e156e8" providerId="ADAL" clId="{BC5A91BD-F674-4571-8086-39DB491CC505}" dt="2026-09-10T03:01:38.811" v="6768" actId="26606"/>
          <ac:picMkLst>
            <pc:docMk/>
            <pc:sldMk cId="3912017126" sldId="8086"/>
            <ac:picMk id="77" creationId="{AC8ED7C3-1A94-7CA9-BE76-06EF2E2D302F}"/>
          </ac:picMkLst>
        </pc:picChg>
      </pc:sldChg>
      <pc:sldChg chg="addSp delSp modSp add mod modAnim">
        <pc:chgData name="Nguyễn Xuân Quyết" userId="6f9fc323-a13a-4b00-81e7-c14d17e156e8" providerId="ADAL" clId="{BC5A91BD-F674-4571-8086-39DB491CC505}" dt="2026-09-11T06:59:18.729" v="10537" actId="1076"/>
        <pc:sldMkLst>
          <pc:docMk/>
          <pc:sldMk cId="2370468791" sldId="8087"/>
        </pc:sldMkLst>
        <pc:spChg chg="mod">
          <ac:chgData name="Nguyễn Xuân Quyết" userId="6f9fc323-a13a-4b00-81e7-c14d17e156e8" providerId="ADAL" clId="{BC5A91BD-F674-4571-8086-39DB491CC505}" dt="2026-09-10T09:57:19.009" v="9699" actId="26606"/>
          <ac:spMkLst>
            <pc:docMk/>
            <pc:sldMk cId="2370468791" sldId="8087"/>
            <ac:spMk id="4" creationId="{D50756F7-998A-89EF-087F-5EEC56168FC0}"/>
          </ac:spMkLst>
        </pc:spChg>
        <pc:spChg chg="mod">
          <ac:chgData name="Nguyễn Xuân Quyết" userId="6f9fc323-a13a-4b00-81e7-c14d17e156e8" providerId="ADAL" clId="{BC5A91BD-F674-4571-8086-39DB491CC505}" dt="2026-09-10T09:08:50.426" v="8357" actId="20577"/>
          <ac:spMkLst>
            <pc:docMk/>
            <pc:sldMk cId="2370468791" sldId="8087"/>
            <ac:spMk id="6" creationId="{79322F04-DA39-6536-A310-F09A49EFB608}"/>
          </ac:spMkLst>
        </pc:spChg>
        <pc:spChg chg="mod">
          <ac:chgData name="Nguyễn Xuân Quyết" userId="6f9fc323-a13a-4b00-81e7-c14d17e156e8" providerId="ADAL" clId="{BC5A91BD-F674-4571-8086-39DB491CC505}" dt="2026-09-11T03:31:24.714" v="9752" actId="403"/>
          <ac:spMkLst>
            <pc:docMk/>
            <pc:sldMk cId="2370468791" sldId="8087"/>
            <ac:spMk id="8" creationId="{149729AA-3D28-F824-D962-635F79A1EE95}"/>
          </ac:spMkLst>
        </pc:spChg>
        <pc:spChg chg="mod">
          <ac:chgData name="Nguyễn Xuân Quyết" userId="6f9fc323-a13a-4b00-81e7-c14d17e156e8" providerId="ADAL" clId="{BC5A91BD-F674-4571-8086-39DB491CC505}" dt="2026-09-11T03:31:24.714" v="9752" actId="403"/>
          <ac:spMkLst>
            <pc:docMk/>
            <pc:sldMk cId="2370468791" sldId="8087"/>
            <ac:spMk id="13" creationId="{5D603122-B2B2-079D-9452-51C3E0453EA7}"/>
          </ac:spMkLst>
        </pc:spChg>
        <pc:spChg chg="mod">
          <ac:chgData name="Nguyễn Xuân Quyết" userId="6f9fc323-a13a-4b00-81e7-c14d17e156e8" providerId="ADAL" clId="{BC5A91BD-F674-4571-8086-39DB491CC505}" dt="2026-09-11T06:59:18.729" v="10537" actId="1076"/>
          <ac:spMkLst>
            <pc:docMk/>
            <pc:sldMk cId="2370468791" sldId="8087"/>
            <ac:spMk id="15" creationId="{54851847-8BEB-8696-3C12-BC3EF9A29055}"/>
          </ac:spMkLst>
        </pc:spChg>
        <pc:spChg chg="mod">
          <ac:chgData name="Nguyễn Xuân Quyết" userId="6f9fc323-a13a-4b00-81e7-c14d17e156e8" providerId="ADAL" clId="{BC5A91BD-F674-4571-8086-39DB491CC505}" dt="2026-09-11T06:59:15.161" v="10536" actId="1076"/>
          <ac:spMkLst>
            <pc:docMk/>
            <pc:sldMk cId="2370468791" sldId="8087"/>
            <ac:spMk id="16" creationId="{4A17C5FB-C410-6814-C735-518D367C3477}"/>
          </ac:spMkLst>
        </pc:spChg>
        <pc:spChg chg="del">
          <ac:chgData name="Nguyễn Xuân Quyết" userId="6f9fc323-a13a-4b00-81e7-c14d17e156e8" providerId="ADAL" clId="{BC5A91BD-F674-4571-8086-39DB491CC505}" dt="2026-09-10T08:13:01.629" v="6829" actId="478"/>
          <ac:spMkLst>
            <pc:docMk/>
            <pc:sldMk cId="2370468791" sldId="8087"/>
            <ac:spMk id="17" creationId="{0868142C-FF02-A50E-D7CE-A8DE56767F0D}"/>
          </ac:spMkLst>
        </pc:spChg>
        <pc:spChg chg="del">
          <ac:chgData name="Nguyễn Xuân Quyết" userId="6f9fc323-a13a-4b00-81e7-c14d17e156e8" providerId="ADAL" clId="{BC5A91BD-F674-4571-8086-39DB491CC505}" dt="2026-09-10T08:13:06.236" v="6830" actId="478"/>
          <ac:spMkLst>
            <pc:docMk/>
            <pc:sldMk cId="2370468791" sldId="8087"/>
            <ac:spMk id="18" creationId="{DE1C9677-F104-61B0-376D-6D01F080B184}"/>
          </ac:spMkLst>
        </pc:spChg>
        <pc:spChg chg="mod">
          <ac:chgData name="Nguyễn Xuân Quyết" userId="6f9fc323-a13a-4b00-81e7-c14d17e156e8" providerId="ADAL" clId="{BC5A91BD-F674-4571-8086-39DB491CC505}" dt="2026-09-11T03:31:24.714" v="9752" actId="403"/>
          <ac:spMkLst>
            <pc:docMk/>
            <pc:sldMk cId="2370468791" sldId="8087"/>
            <ac:spMk id="19" creationId="{452A4B9A-D81D-7664-034A-F963D98B781A}"/>
          </ac:spMkLst>
        </pc:spChg>
        <pc:spChg chg="mod">
          <ac:chgData name="Nguyễn Xuân Quyết" userId="6f9fc323-a13a-4b00-81e7-c14d17e156e8" providerId="ADAL" clId="{BC5A91BD-F674-4571-8086-39DB491CC505}" dt="2026-09-11T03:31:24.714" v="9752" actId="403"/>
          <ac:spMkLst>
            <pc:docMk/>
            <pc:sldMk cId="2370468791" sldId="8087"/>
            <ac:spMk id="20" creationId="{90C9FB7E-C6E9-F132-5C57-81EDEBF1C831}"/>
          </ac:spMkLst>
        </pc:spChg>
        <pc:spChg chg="mod">
          <ac:chgData name="Nguyễn Xuân Quyết" userId="6f9fc323-a13a-4b00-81e7-c14d17e156e8" providerId="ADAL" clId="{BC5A91BD-F674-4571-8086-39DB491CC505}" dt="2026-09-11T03:31:24.714" v="9752" actId="403"/>
          <ac:spMkLst>
            <pc:docMk/>
            <pc:sldMk cId="2370468791" sldId="8087"/>
            <ac:spMk id="21" creationId="{9FFCE5DF-3FF8-0A1B-D4BE-E8C4F689EE9D}"/>
          </ac:spMkLst>
        </pc:spChg>
        <pc:graphicFrameChg chg="add mod">
          <ac:chgData name="Nguyễn Xuân Quyết" userId="6f9fc323-a13a-4b00-81e7-c14d17e156e8" providerId="ADAL" clId="{BC5A91BD-F674-4571-8086-39DB491CC505}" dt="2026-09-10T08:53:16.582" v="7588"/>
          <ac:graphicFrameMkLst>
            <pc:docMk/>
            <pc:sldMk cId="2370468791" sldId="8087"/>
            <ac:graphicFrameMk id="12" creationId="{93E1C714-110F-3370-45E9-DA1293E8BBEF}"/>
          </ac:graphicFrameMkLst>
        </pc:graphicFrameChg>
        <pc:graphicFrameChg chg="add del mod modGraphic">
          <ac:chgData name="Nguyễn Xuân Quyết" userId="6f9fc323-a13a-4b00-81e7-c14d17e156e8" providerId="ADAL" clId="{BC5A91BD-F674-4571-8086-39DB491CC505}" dt="2026-09-10T09:57:19.009" v="9699" actId="26606"/>
          <ac:graphicFrameMkLst>
            <pc:docMk/>
            <pc:sldMk cId="2370468791" sldId="8087"/>
            <ac:graphicFrameMk id="14" creationId="{C878FDDB-494C-7D2C-F202-4FD89FD549D7}"/>
          </ac:graphicFrameMkLst>
        </pc:graphicFrameChg>
        <pc:picChg chg="del">
          <ac:chgData name="Nguyễn Xuân Quyết" userId="6f9fc323-a13a-4b00-81e7-c14d17e156e8" providerId="ADAL" clId="{BC5A91BD-F674-4571-8086-39DB491CC505}" dt="2026-09-10T08:12:25.907" v="6797" actId="478"/>
          <ac:picMkLst>
            <pc:docMk/>
            <pc:sldMk cId="2370468791" sldId="8087"/>
            <ac:picMk id="3" creationId="{4F09A44D-4285-1FBE-B3D0-9974F6DB4D7A}"/>
          </ac:picMkLst>
        </pc:picChg>
        <pc:picChg chg="add mod">
          <ac:chgData name="Nguyễn Xuân Quyết" userId="6f9fc323-a13a-4b00-81e7-c14d17e156e8" providerId="ADAL" clId="{BC5A91BD-F674-4571-8086-39DB491CC505}" dt="2026-09-10T08:54:45.134" v="7593" actId="1076"/>
          <ac:picMkLst>
            <pc:docMk/>
            <pc:sldMk cId="2370468791" sldId="8087"/>
            <ac:picMk id="5" creationId="{A2280036-8C2D-F8B3-57D1-5435E1B46A0A}"/>
          </ac:picMkLst>
        </pc:picChg>
        <pc:picChg chg="del">
          <ac:chgData name="Nguyễn Xuân Quyết" userId="6f9fc323-a13a-4b00-81e7-c14d17e156e8" providerId="ADAL" clId="{BC5A91BD-F674-4571-8086-39DB491CC505}" dt="2026-09-10T08:12:25.344" v="6796" actId="478"/>
          <ac:picMkLst>
            <pc:docMk/>
            <pc:sldMk cId="2370468791" sldId="8087"/>
            <ac:picMk id="10" creationId="{EC37B435-EEFD-FABC-F425-949BE1768427}"/>
          </ac:picMkLst>
        </pc:picChg>
        <pc:picChg chg="add mod">
          <ac:chgData name="Nguyễn Xuân Quyết" userId="6f9fc323-a13a-4b00-81e7-c14d17e156e8" providerId="ADAL" clId="{BC5A91BD-F674-4571-8086-39DB491CC505}" dt="2026-09-10T08:54:45.134" v="7593" actId="1076"/>
          <ac:picMkLst>
            <pc:docMk/>
            <pc:sldMk cId="2370468791" sldId="8087"/>
            <ac:picMk id="11" creationId="{B675BAEB-5DAA-C98A-59AD-91070E8B3213}"/>
          </ac:picMkLst>
        </pc:picChg>
        <pc:picChg chg="add mod">
          <ac:chgData name="Nguyễn Xuân Quyết" userId="6f9fc323-a13a-4b00-81e7-c14d17e156e8" providerId="ADAL" clId="{BC5A91BD-F674-4571-8086-39DB491CC505}" dt="2026-09-10T08:57:35.213" v="7609" actId="1076"/>
          <ac:picMkLst>
            <pc:docMk/>
            <pc:sldMk cId="2370468791" sldId="8087"/>
            <ac:picMk id="23" creationId="{B9270929-7D6B-0B89-AAD3-EF72C86FB8BE}"/>
          </ac:picMkLst>
        </pc:picChg>
      </pc:sldChg>
      <pc:sldChg chg="addSp delSp modSp add mod">
        <pc:chgData name="Nguyễn Xuân Quyết" userId="6f9fc323-a13a-4b00-81e7-c14d17e156e8" providerId="ADAL" clId="{BC5A91BD-F674-4571-8086-39DB491CC505}" dt="2026-09-11T03:31:35.131" v="9753" actId="403"/>
        <pc:sldMkLst>
          <pc:docMk/>
          <pc:sldMk cId="2793856110" sldId="8088"/>
        </pc:sldMkLst>
        <pc:spChg chg="mod">
          <ac:chgData name="Nguyễn Xuân Quyết" userId="6f9fc323-a13a-4b00-81e7-c14d17e156e8" providerId="ADAL" clId="{BC5A91BD-F674-4571-8086-39DB491CC505}" dt="2026-09-10T09:57:19.009" v="9699" actId="26606"/>
          <ac:spMkLst>
            <pc:docMk/>
            <pc:sldMk cId="2793856110" sldId="8088"/>
            <ac:spMk id="4" creationId="{87907DD8-2E5C-1E6C-E36C-7212E18990EB}"/>
          </ac:spMkLst>
        </pc:spChg>
        <pc:spChg chg="mod">
          <ac:chgData name="Nguyễn Xuân Quyết" userId="6f9fc323-a13a-4b00-81e7-c14d17e156e8" providerId="ADAL" clId="{BC5A91BD-F674-4571-8086-39DB491CC505}" dt="2026-09-10T09:25:06.176" v="9594" actId="20577"/>
          <ac:spMkLst>
            <pc:docMk/>
            <pc:sldMk cId="2793856110" sldId="8088"/>
            <ac:spMk id="6" creationId="{45EB001F-CD7F-A984-48B1-85D22BDCF88B}"/>
          </ac:spMkLst>
        </pc:spChg>
        <pc:spChg chg="mod">
          <ac:chgData name="Nguyễn Xuân Quyết" userId="6f9fc323-a13a-4b00-81e7-c14d17e156e8" providerId="ADAL" clId="{BC5A91BD-F674-4571-8086-39DB491CC505}" dt="2026-09-11T03:31:35.131" v="9753" actId="403"/>
          <ac:spMkLst>
            <pc:docMk/>
            <pc:sldMk cId="2793856110" sldId="8088"/>
            <ac:spMk id="8" creationId="{BBFAF47C-0497-D0B6-64EA-99C9C4EED5AD}"/>
          </ac:spMkLst>
        </pc:spChg>
        <pc:spChg chg="add del mod">
          <ac:chgData name="Nguyễn Xuân Quyết" userId="6f9fc323-a13a-4b00-81e7-c14d17e156e8" providerId="ADAL" clId="{BC5A91BD-F674-4571-8086-39DB491CC505}" dt="2026-09-10T09:25:06.183" v="9596"/>
          <ac:spMkLst>
            <pc:docMk/>
            <pc:sldMk cId="2793856110" sldId="8088"/>
            <ac:spMk id="12" creationId="{27C9478D-339F-7B8F-4A2D-72E200FD58E5}"/>
          </ac:spMkLst>
        </pc:spChg>
        <pc:spChg chg="mod">
          <ac:chgData name="Nguyễn Xuân Quyết" userId="6f9fc323-a13a-4b00-81e7-c14d17e156e8" providerId="ADAL" clId="{BC5A91BD-F674-4571-8086-39DB491CC505}" dt="2026-09-11T03:31:35.131" v="9753" actId="403"/>
          <ac:spMkLst>
            <pc:docMk/>
            <pc:sldMk cId="2793856110" sldId="8088"/>
            <ac:spMk id="13" creationId="{C9B87FFD-64CA-A703-A627-B331955A6439}"/>
          </ac:spMkLst>
        </pc:spChg>
        <pc:spChg chg="mod">
          <ac:chgData name="Nguyễn Xuân Quyết" userId="6f9fc323-a13a-4b00-81e7-c14d17e156e8" providerId="ADAL" clId="{BC5A91BD-F674-4571-8086-39DB491CC505}" dt="2026-09-10T09:03:56.041" v="8024" actId="1076"/>
          <ac:spMkLst>
            <pc:docMk/>
            <pc:sldMk cId="2793856110" sldId="8088"/>
            <ac:spMk id="15" creationId="{60D81C9D-B0B5-C700-2EE8-03B46D442083}"/>
          </ac:spMkLst>
        </pc:spChg>
        <pc:spChg chg="mod">
          <ac:chgData name="Nguyễn Xuân Quyết" userId="6f9fc323-a13a-4b00-81e7-c14d17e156e8" providerId="ADAL" clId="{BC5A91BD-F674-4571-8086-39DB491CC505}" dt="2026-09-10T09:03:50.946" v="8023" actId="1076"/>
          <ac:spMkLst>
            <pc:docMk/>
            <pc:sldMk cId="2793856110" sldId="8088"/>
            <ac:spMk id="16" creationId="{30D6CE31-8001-8776-C2C7-72AFB49CA27B}"/>
          </ac:spMkLst>
        </pc:spChg>
        <pc:spChg chg="mod">
          <ac:chgData name="Nguyễn Xuân Quyết" userId="6f9fc323-a13a-4b00-81e7-c14d17e156e8" providerId="ADAL" clId="{BC5A91BD-F674-4571-8086-39DB491CC505}" dt="2026-09-11T03:31:35.131" v="9753" actId="403"/>
          <ac:spMkLst>
            <pc:docMk/>
            <pc:sldMk cId="2793856110" sldId="8088"/>
            <ac:spMk id="19" creationId="{247A4F93-A317-7BF3-B11A-ACF4B006E774}"/>
          </ac:spMkLst>
        </pc:spChg>
        <pc:spChg chg="mod">
          <ac:chgData name="Nguyễn Xuân Quyết" userId="6f9fc323-a13a-4b00-81e7-c14d17e156e8" providerId="ADAL" clId="{BC5A91BD-F674-4571-8086-39DB491CC505}" dt="2026-09-11T03:31:35.131" v="9753" actId="403"/>
          <ac:spMkLst>
            <pc:docMk/>
            <pc:sldMk cId="2793856110" sldId="8088"/>
            <ac:spMk id="20" creationId="{3482C0CB-EC3C-9445-63F1-4AE6F587667B}"/>
          </ac:spMkLst>
        </pc:spChg>
        <pc:spChg chg="mod">
          <ac:chgData name="Nguyễn Xuân Quyết" userId="6f9fc323-a13a-4b00-81e7-c14d17e156e8" providerId="ADAL" clId="{BC5A91BD-F674-4571-8086-39DB491CC505}" dt="2026-09-11T03:31:35.131" v="9753" actId="403"/>
          <ac:spMkLst>
            <pc:docMk/>
            <pc:sldMk cId="2793856110" sldId="8088"/>
            <ac:spMk id="21" creationId="{62EA08BD-2B82-5F56-9127-EE0E69DF5AFC}"/>
          </ac:spMkLst>
        </pc:spChg>
        <pc:graphicFrameChg chg="del">
          <ac:chgData name="Nguyễn Xuân Quyết" userId="6f9fc323-a13a-4b00-81e7-c14d17e156e8" providerId="ADAL" clId="{BC5A91BD-F674-4571-8086-39DB491CC505}" dt="2026-09-10T09:04:03.292" v="8025" actId="478"/>
          <ac:graphicFrameMkLst>
            <pc:docMk/>
            <pc:sldMk cId="2793856110" sldId="8088"/>
            <ac:graphicFrameMk id="14" creationId="{CB240DD0-607E-5CD4-9FCD-69EF81348241}"/>
          </ac:graphicFrameMkLst>
        </pc:graphicFrameChg>
        <pc:picChg chg="add mod">
          <ac:chgData name="Nguyễn Xuân Quyết" userId="6f9fc323-a13a-4b00-81e7-c14d17e156e8" providerId="ADAL" clId="{BC5A91BD-F674-4571-8086-39DB491CC505}" dt="2026-09-10T09:03:45.999" v="8022" actId="1076"/>
          <ac:picMkLst>
            <pc:docMk/>
            <pc:sldMk cId="2793856110" sldId="8088"/>
            <ac:picMk id="3" creationId="{5C79054C-BCB9-D1A4-B295-78726AEC8131}"/>
          </ac:picMkLst>
        </pc:picChg>
        <pc:picChg chg="del">
          <ac:chgData name="Nguyễn Xuân Quyết" userId="6f9fc323-a13a-4b00-81e7-c14d17e156e8" providerId="ADAL" clId="{BC5A91BD-F674-4571-8086-39DB491CC505}" dt="2026-09-10T09:04:04.175" v="8026" actId="478"/>
          <ac:picMkLst>
            <pc:docMk/>
            <pc:sldMk cId="2793856110" sldId="8088"/>
            <ac:picMk id="5" creationId="{24FCE72F-7C43-2C07-DE5A-9121F09475E3}"/>
          </ac:picMkLst>
        </pc:picChg>
        <pc:picChg chg="add mod">
          <ac:chgData name="Nguyễn Xuân Quyết" userId="6f9fc323-a13a-4b00-81e7-c14d17e156e8" providerId="ADAL" clId="{BC5A91BD-F674-4571-8086-39DB491CC505}" dt="2026-09-10T09:04:18.631" v="8031" actId="1076"/>
          <ac:picMkLst>
            <pc:docMk/>
            <pc:sldMk cId="2793856110" sldId="8088"/>
            <ac:picMk id="10" creationId="{DA4806F2-146B-0EC2-699A-7BBAF647FFC3}"/>
          </ac:picMkLst>
        </pc:picChg>
        <pc:picChg chg="del">
          <ac:chgData name="Nguyễn Xuân Quyết" userId="6f9fc323-a13a-4b00-81e7-c14d17e156e8" providerId="ADAL" clId="{BC5A91BD-F674-4571-8086-39DB491CC505}" dt="2026-09-10T09:03:38.760" v="8020" actId="478"/>
          <ac:picMkLst>
            <pc:docMk/>
            <pc:sldMk cId="2793856110" sldId="8088"/>
            <ac:picMk id="11" creationId="{9999ED33-C4B4-FDAA-CB23-4DEF3A99387F}"/>
          </ac:picMkLst>
        </pc:picChg>
        <pc:picChg chg="del">
          <ac:chgData name="Nguyễn Xuân Quyết" userId="6f9fc323-a13a-4b00-81e7-c14d17e156e8" providerId="ADAL" clId="{BC5A91BD-F674-4571-8086-39DB491CC505}" dt="2026-09-10T09:00:22.607" v="7763" actId="478"/>
          <ac:picMkLst>
            <pc:docMk/>
            <pc:sldMk cId="2793856110" sldId="8088"/>
            <ac:picMk id="23" creationId="{A1CA4056-F03C-5636-5055-44B33E61A9A0}"/>
          </ac:picMkLst>
        </pc:picChg>
      </pc:sldChg>
      <pc:sldChg chg="modSp new del mod">
        <pc:chgData name="Nguyễn Xuân Quyết" userId="6f9fc323-a13a-4b00-81e7-c14d17e156e8" providerId="ADAL" clId="{BC5A91BD-F674-4571-8086-39DB491CC505}" dt="2026-09-10T09:11:30.338" v="8392" actId="47"/>
        <pc:sldMkLst>
          <pc:docMk/>
          <pc:sldMk cId="541426623" sldId="8089"/>
        </pc:sldMkLst>
        <pc:spChg chg="mod">
          <ac:chgData name="Nguyễn Xuân Quyết" userId="6f9fc323-a13a-4b00-81e7-c14d17e156e8" providerId="ADAL" clId="{BC5A91BD-F674-4571-8086-39DB491CC505}" dt="2026-09-10T09:11:25.260" v="8391" actId="20577"/>
          <ac:spMkLst>
            <pc:docMk/>
            <pc:sldMk cId="541426623" sldId="8089"/>
            <ac:spMk id="5" creationId="{01E3460E-7857-1AF6-562A-479ED935ACAC}"/>
          </ac:spMkLst>
        </pc:spChg>
      </pc:sldChg>
      <pc:sldChg chg="addSp delSp modSp add mod modAnim">
        <pc:chgData name="Nguyễn Xuân Quyết" userId="6f9fc323-a13a-4b00-81e7-c14d17e156e8" providerId="ADAL" clId="{BC5A91BD-F674-4571-8086-39DB491CC505}" dt="2026-09-11T03:31:40.291" v="9754" actId="403"/>
        <pc:sldMkLst>
          <pc:docMk/>
          <pc:sldMk cId="589211133" sldId="8089"/>
        </pc:sldMkLst>
        <pc:spChg chg="mod">
          <ac:chgData name="Nguyễn Xuân Quyết" userId="6f9fc323-a13a-4b00-81e7-c14d17e156e8" providerId="ADAL" clId="{BC5A91BD-F674-4571-8086-39DB491CC505}" dt="2026-09-10T09:57:19.009" v="9699" actId="26606"/>
          <ac:spMkLst>
            <pc:docMk/>
            <pc:sldMk cId="589211133" sldId="8089"/>
            <ac:spMk id="4" creationId="{14348515-EC5F-0ADD-2D74-98EF10BFB76D}"/>
          </ac:spMkLst>
        </pc:spChg>
        <pc:spChg chg="mod">
          <ac:chgData name="Nguyễn Xuân Quyết" userId="6f9fc323-a13a-4b00-81e7-c14d17e156e8" providerId="ADAL" clId="{BC5A91BD-F674-4571-8086-39DB491CC505}" dt="2026-09-10T09:11:57.263" v="8433" actId="20577"/>
          <ac:spMkLst>
            <pc:docMk/>
            <pc:sldMk cId="589211133" sldId="8089"/>
            <ac:spMk id="6" creationId="{88C722F4-EA69-8CA2-C76E-AEEC04EF00A6}"/>
          </ac:spMkLst>
        </pc:spChg>
        <pc:spChg chg="mod">
          <ac:chgData name="Nguyễn Xuân Quyết" userId="6f9fc323-a13a-4b00-81e7-c14d17e156e8" providerId="ADAL" clId="{BC5A91BD-F674-4571-8086-39DB491CC505}" dt="2026-09-11T03:31:40.291" v="9754" actId="403"/>
          <ac:spMkLst>
            <pc:docMk/>
            <pc:sldMk cId="589211133" sldId="8089"/>
            <ac:spMk id="8" creationId="{BE08DADA-8311-B7AC-FD15-112226693B42}"/>
          </ac:spMkLst>
        </pc:spChg>
        <pc:spChg chg="add mod">
          <ac:chgData name="Nguyễn Xuân Quyết" userId="6f9fc323-a13a-4b00-81e7-c14d17e156e8" providerId="ADAL" clId="{BC5A91BD-F674-4571-8086-39DB491CC505}" dt="2026-09-10T09:24:06.704" v="9565" actId="20577"/>
          <ac:spMkLst>
            <pc:docMk/>
            <pc:sldMk cId="589211133" sldId="8089"/>
            <ac:spMk id="12" creationId="{DEF355DA-205A-55A7-462C-FD7B60EA4C79}"/>
          </ac:spMkLst>
        </pc:spChg>
        <pc:spChg chg="mod">
          <ac:chgData name="Nguyễn Xuân Quyết" userId="6f9fc323-a13a-4b00-81e7-c14d17e156e8" providerId="ADAL" clId="{BC5A91BD-F674-4571-8086-39DB491CC505}" dt="2026-09-11T03:31:40.291" v="9754" actId="403"/>
          <ac:spMkLst>
            <pc:docMk/>
            <pc:sldMk cId="589211133" sldId="8089"/>
            <ac:spMk id="13" creationId="{6458FE9D-F0CD-D129-B9C2-0B702BB2E066}"/>
          </ac:spMkLst>
        </pc:spChg>
        <pc:spChg chg="mod">
          <ac:chgData name="Nguyễn Xuân Quyết" userId="6f9fc323-a13a-4b00-81e7-c14d17e156e8" providerId="ADAL" clId="{BC5A91BD-F674-4571-8086-39DB491CC505}" dt="2026-09-10T09:13:02.374" v="8443" actId="1076"/>
          <ac:spMkLst>
            <pc:docMk/>
            <pc:sldMk cId="589211133" sldId="8089"/>
            <ac:spMk id="15" creationId="{6FDD04B4-2447-E96A-6F0A-DCAB45FD1D14}"/>
          </ac:spMkLst>
        </pc:spChg>
        <pc:spChg chg="mod">
          <ac:chgData name="Nguyễn Xuân Quyết" userId="6f9fc323-a13a-4b00-81e7-c14d17e156e8" providerId="ADAL" clId="{BC5A91BD-F674-4571-8086-39DB491CC505}" dt="2026-09-10T09:13:01.882" v="8442" actId="1076"/>
          <ac:spMkLst>
            <pc:docMk/>
            <pc:sldMk cId="589211133" sldId="8089"/>
            <ac:spMk id="16" creationId="{3EA78C19-5848-D410-965D-177B0D5CE1C2}"/>
          </ac:spMkLst>
        </pc:spChg>
        <pc:spChg chg="mod">
          <ac:chgData name="Nguyễn Xuân Quyết" userId="6f9fc323-a13a-4b00-81e7-c14d17e156e8" providerId="ADAL" clId="{BC5A91BD-F674-4571-8086-39DB491CC505}" dt="2026-09-11T03:31:40.291" v="9754" actId="403"/>
          <ac:spMkLst>
            <pc:docMk/>
            <pc:sldMk cId="589211133" sldId="8089"/>
            <ac:spMk id="19" creationId="{37551F3D-6349-7853-A085-22B9E72BCD2F}"/>
          </ac:spMkLst>
        </pc:spChg>
        <pc:spChg chg="mod">
          <ac:chgData name="Nguyễn Xuân Quyết" userId="6f9fc323-a13a-4b00-81e7-c14d17e156e8" providerId="ADAL" clId="{BC5A91BD-F674-4571-8086-39DB491CC505}" dt="2026-09-11T03:31:40.291" v="9754" actId="403"/>
          <ac:spMkLst>
            <pc:docMk/>
            <pc:sldMk cId="589211133" sldId="8089"/>
            <ac:spMk id="20" creationId="{EA8C90B4-8704-F3E6-BA6A-D76954CE4ED1}"/>
          </ac:spMkLst>
        </pc:spChg>
        <pc:spChg chg="mod">
          <ac:chgData name="Nguyễn Xuân Quyết" userId="6f9fc323-a13a-4b00-81e7-c14d17e156e8" providerId="ADAL" clId="{BC5A91BD-F674-4571-8086-39DB491CC505}" dt="2026-09-10T09:22:04.671" v="9517" actId="1076"/>
          <ac:spMkLst>
            <pc:docMk/>
            <pc:sldMk cId="589211133" sldId="8089"/>
            <ac:spMk id="21" creationId="{BAA17080-A6F2-BBCD-F54C-D3E444760CDF}"/>
          </ac:spMkLst>
        </pc:spChg>
        <pc:picChg chg="del">
          <ac:chgData name="Nguyễn Xuân Quyết" userId="6f9fc323-a13a-4b00-81e7-c14d17e156e8" providerId="ADAL" clId="{BC5A91BD-F674-4571-8086-39DB491CC505}" dt="2026-09-10T09:16:49.402" v="9155" actId="478"/>
          <ac:picMkLst>
            <pc:docMk/>
            <pc:sldMk cId="589211133" sldId="8089"/>
            <ac:picMk id="3" creationId="{3DF29C33-073D-E241-4763-0D0B8F4B85FA}"/>
          </ac:picMkLst>
        </pc:picChg>
        <pc:picChg chg="add mod">
          <ac:chgData name="Nguyễn Xuân Quyết" userId="6f9fc323-a13a-4b00-81e7-c14d17e156e8" providerId="ADAL" clId="{BC5A91BD-F674-4571-8086-39DB491CC505}" dt="2026-09-10T09:12:32.607" v="8437" actId="1076"/>
          <ac:picMkLst>
            <pc:docMk/>
            <pc:sldMk cId="589211133" sldId="8089"/>
            <ac:picMk id="5" creationId="{650CDADF-9B76-9519-7819-96746107DFF3}"/>
          </ac:picMkLst>
        </pc:picChg>
        <pc:picChg chg="del">
          <ac:chgData name="Nguyễn Xuân Quyết" userId="6f9fc323-a13a-4b00-81e7-c14d17e156e8" providerId="ADAL" clId="{BC5A91BD-F674-4571-8086-39DB491CC505}" dt="2026-09-10T09:12:24.603" v="8434" actId="478"/>
          <ac:picMkLst>
            <pc:docMk/>
            <pc:sldMk cId="589211133" sldId="8089"/>
            <ac:picMk id="10" creationId="{302AA3AF-D18D-12C5-C86E-FA09282B0137}"/>
          </ac:picMkLst>
        </pc:picChg>
        <pc:picChg chg="add del mod">
          <ac:chgData name="Nguyễn Xuân Quyết" userId="6f9fc323-a13a-4b00-81e7-c14d17e156e8" providerId="ADAL" clId="{BC5A91BD-F674-4571-8086-39DB491CC505}" dt="2026-09-10T09:50:18.330" v="9693" actId="478"/>
          <ac:picMkLst>
            <pc:docMk/>
            <pc:sldMk cId="589211133" sldId="8089"/>
            <ac:picMk id="11" creationId="{0EF02B4F-647A-297E-D2B3-E3181449DC9A}"/>
          </ac:picMkLst>
        </pc:picChg>
        <pc:picChg chg="add mod">
          <ac:chgData name="Nguyễn Xuân Quyết" userId="6f9fc323-a13a-4b00-81e7-c14d17e156e8" providerId="ADAL" clId="{BC5A91BD-F674-4571-8086-39DB491CC505}" dt="2026-09-10T09:50:24.043" v="9697" actId="1076"/>
          <ac:picMkLst>
            <pc:docMk/>
            <pc:sldMk cId="589211133" sldId="8089"/>
            <ac:picMk id="17" creationId="{206A895B-2F66-E863-543E-F07CE13B3E0B}"/>
          </ac:picMkLst>
        </pc:picChg>
      </pc:sldChg>
      <pc:sldChg chg="addSp delSp modSp add mod ord">
        <pc:chgData name="Nguyễn Xuân Quyết" userId="6f9fc323-a13a-4b00-81e7-c14d17e156e8" providerId="ADAL" clId="{BC5A91BD-F674-4571-8086-39DB491CC505}" dt="2026-09-11T03:43:17.588" v="9862" actId="478"/>
        <pc:sldMkLst>
          <pc:docMk/>
          <pc:sldMk cId="2254413398" sldId="8090"/>
        </pc:sldMkLst>
        <pc:spChg chg="mod">
          <ac:chgData name="Nguyễn Xuân Quyết" userId="6f9fc323-a13a-4b00-81e7-c14d17e156e8" providerId="ADAL" clId="{BC5A91BD-F674-4571-8086-39DB491CC505}" dt="2026-09-10T09:57:19.009" v="9699" actId="26606"/>
          <ac:spMkLst>
            <pc:docMk/>
            <pc:sldMk cId="2254413398" sldId="8090"/>
            <ac:spMk id="4" creationId="{DF4479D1-D39E-A595-B864-0E00038A8313}"/>
          </ac:spMkLst>
        </pc:spChg>
        <pc:spChg chg="mod">
          <ac:chgData name="Nguyễn Xuân Quyết" userId="6f9fc323-a13a-4b00-81e7-c14d17e156e8" providerId="ADAL" clId="{BC5A91BD-F674-4571-8086-39DB491CC505}" dt="2026-09-11T03:33:29.447" v="9836" actId="404"/>
          <ac:spMkLst>
            <pc:docMk/>
            <pc:sldMk cId="2254413398" sldId="8090"/>
            <ac:spMk id="5" creationId="{78A0C796-EBE5-8AAB-2BEA-AA9F3C3677E3}"/>
          </ac:spMkLst>
        </pc:spChg>
        <pc:spChg chg="mod">
          <ac:chgData name="Nguyễn Xuân Quyết" userId="6f9fc323-a13a-4b00-81e7-c14d17e156e8" providerId="ADAL" clId="{BC5A91BD-F674-4571-8086-39DB491CC505}" dt="2026-09-11T03:27:54.654" v="9737" actId="26606"/>
          <ac:spMkLst>
            <pc:docMk/>
            <pc:sldMk cId="2254413398" sldId="8090"/>
            <ac:spMk id="6" creationId="{07E0FD3A-77A1-2AFD-50E7-7A954168F795}"/>
          </ac:spMkLst>
        </pc:spChg>
        <pc:spChg chg="del">
          <ac:chgData name="Nguyễn Xuân Quyết" userId="6f9fc323-a13a-4b00-81e7-c14d17e156e8" providerId="ADAL" clId="{BC5A91BD-F674-4571-8086-39DB491CC505}" dt="2026-09-11T03:32:54.925" v="9769" actId="478"/>
          <ac:spMkLst>
            <pc:docMk/>
            <pc:sldMk cId="2254413398" sldId="8090"/>
            <ac:spMk id="11" creationId="{00000000-0000-0000-0000-000000000000}"/>
          </ac:spMkLst>
        </pc:spChg>
        <pc:spChg chg="add del mod">
          <ac:chgData name="Nguyễn Xuân Quyết" userId="6f9fc323-a13a-4b00-81e7-c14d17e156e8" providerId="ADAL" clId="{BC5A91BD-F674-4571-8086-39DB491CC505}" dt="2026-09-10T09:40:16.439" v="9674"/>
          <ac:spMkLst>
            <pc:docMk/>
            <pc:sldMk cId="2254413398" sldId="8090"/>
            <ac:spMk id="12" creationId="{1C2A439C-F610-A872-DC87-CE47F6B6441B}"/>
          </ac:spMkLst>
        </pc:spChg>
        <pc:spChg chg="add mod">
          <ac:chgData name="Nguyễn Xuân Quyết" userId="6f9fc323-a13a-4b00-81e7-c14d17e156e8" providerId="ADAL" clId="{BC5A91BD-F674-4571-8086-39DB491CC505}" dt="2026-09-11T03:32:30.898" v="9765" actId="403"/>
          <ac:spMkLst>
            <pc:docMk/>
            <pc:sldMk cId="2254413398" sldId="8090"/>
            <ac:spMk id="13" creationId="{00000000-0000-0000-0000-000000000000}"/>
          </ac:spMkLst>
        </pc:spChg>
        <pc:spChg chg="mod">
          <ac:chgData name="Nguyễn Xuân Quyết" userId="6f9fc323-a13a-4b00-81e7-c14d17e156e8" providerId="ADAL" clId="{BC5A91BD-F674-4571-8086-39DB491CC505}" dt="2026-09-11T03:32:30.898" v="9765" actId="403"/>
          <ac:spMkLst>
            <pc:docMk/>
            <pc:sldMk cId="2254413398" sldId="8090"/>
            <ac:spMk id="14" creationId="{00000000-0000-0000-0000-000000000000}"/>
          </ac:spMkLst>
        </pc:spChg>
        <pc:spChg chg="del mod">
          <ac:chgData name="Nguyễn Xuân Quyết" userId="6f9fc323-a13a-4b00-81e7-c14d17e156e8" providerId="ADAL" clId="{BC5A91BD-F674-4571-8086-39DB491CC505}" dt="2026-09-11T03:43:17.588" v="9862" actId="478"/>
          <ac:spMkLst>
            <pc:docMk/>
            <pc:sldMk cId="2254413398" sldId="8090"/>
            <ac:spMk id="17"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19"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0"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2"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4"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5"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7"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8"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9" creationId="{00000000-0000-0000-0000-000000000000}"/>
          </ac:spMkLst>
        </pc:spChg>
        <pc:spChg chg="del mod">
          <ac:chgData name="Nguyễn Xuân Quyết" userId="6f9fc323-a13a-4b00-81e7-c14d17e156e8" providerId="ADAL" clId="{BC5A91BD-F674-4571-8086-39DB491CC505}" dt="2026-09-11T03:28:45.183" v="9739" actId="478"/>
          <ac:spMkLst>
            <pc:docMk/>
            <pc:sldMk cId="2254413398" sldId="8090"/>
            <ac:spMk id="30" creationId="{00000000-0000-0000-0000-000000000000}"/>
          </ac:spMkLst>
        </pc:spChg>
        <pc:graphicFrameChg chg="add del mod modGraphic">
          <ac:chgData name="Nguyễn Xuân Quyết" userId="6f9fc323-a13a-4b00-81e7-c14d17e156e8" providerId="ADAL" clId="{BC5A91BD-F674-4571-8086-39DB491CC505}" dt="2026-09-10T09:39:59.989" v="9653" actId="478"/>
          <ac:graphicFrameMkLst>
            <pc:docMk/>
            <pc:sldMk cId="2254413398" sldId="8090"/>
            <ac:graphicFrameMk id="7" creationId="{55D0EAFE-61E7-1883-9DD3-93D3A2E8EF0C}"/>
          </ac:graphicFrameMkLst>
        </pc:graphicFrameChg>
        <pc:picChg chg="add mod replId">
          <ac:chgData name="Nguyễn Xuân Quyết" userId="6f9fc323-a13a-4b00-81e7-c14d17e156e8" providerId="ADAL" clId="{BC5A91BD-F674-4571-8086-39DB491CC505}" dt="2026-09-11T03:27:54.635" v="9736" actId="26606"/>
          <ac:picMkLst>
            <pc:docMk/>
            <pc:sldMk cId="2254413398" sldId="8090"/>
            <ac:picMk id="2" creationId="{A9CAE658-A563-62C6-5993-4895E81592A2}"/>
          </ac:picMkLst>
        </pc:picChg>
        <pc:picChg chg="del">
          <ac:chgData name="Nguyễn Xuân Quyết" userId="6f9fc323-a13a-4b00-81e7-c14d17e156e8" providerId="ADAL" clId="{BC5A91BD-F674-4571-8086-39DB491CC505}" dt="2026-09-10T09:27:12.207" v="9647" actId="478"/>
          <ac:picMkLst>
            <pc:docMk/>
            <pc:sldMk cId="2254413398" sldId="8090"/>
            <ac:picMk id="3" creationId="{0AA3726B-9161-FA28-B328-23DC44742DAE}"/>
          </ac:picMkLst>
        </pc:picChg>
      </pc:sldChg>
      <pc:sldChg chg="modSp new del mod">
        <pc:chgData name="Nguyễn Xuân Quyết" userId="6f9fc323-a13a-4b00-81e7-c14d17e156e8" providerId="ADAL" clId="{BC5A91BD-F674-4571-8086-39DB491CC505}" dt="2026-09-11T03:25:59.638" v="9735" actId="680"/>
        <pc:sldMkLst>
          <pc:docMk/>
          <pc:sldMk cId="2772740716" sldId="8091"/>
        </pc:sldMkLst>
        <pc:spChg chg="mod">
          <ac:chgData name="Nguyễn Xuân Quyết" userId="6f9fc323-a13a-4b00-81e7-c14d17e156e8" providerId="ADAL" clId="{BC5A91BD-F674-4571-8086-39DB491CC505}" dt="2026-09-11T03:25:59.638" v="9735" actId="680"/>
          <ac:spMkLst>
            <pc:docMk/>
            <pc:sldMk cId="2772740716" sldId="8091"/>
            <ac:spMk id="5" creationId="{720BC510-F0BF-7F25-4EA4-1282B5BF939A}"/>
          </ac:spMkLst>
        </pc:spChg>
      </pc:sldChg>
      <pc:sldChg chg="add del">
        <pc:chgData name="Nguyễn Xuân Quyết" userId="6f9fc323-a13a-4b00-81e7-c14d17e156e8" providerId="ADAL" clId="{BC5A91BD-F674-4571-8086-39DB491CC505}" dt="2026-09-11T03:25:58.256" v="9733"/>
        <pc:sldMkLst>
          <pc:docMk/>
          <pc:sldMk cId="4154089099" sldId="8092"/>
        </pc:sldMkLst>
      </pc:sldChg>
      <pc:sldMasterChg chg="add addSldLayout delSldLayout modSldLayout sldLayoutOrd">
        <pc:chgData name="Nguyễn Xuân Quyết" userId="6f9fc323-a13a-4b00-81e7-c14d17e156e8" providerId="ADAL" clId="{BC5A91BD-F674-4571-8086-39DB491CC505}" dt="2026-09-10T03:06:48.069" v="6770" actId="26606"/>
        <pc:sldMasterMkLst>
          <pc:docMk/>
          <pc:sldMasterMk cId="946163275" sldId="2147483648"/>
        </pc:sldMasterMkLst>
        <pc:sldLayoutChg chg="add">
          <pc:chgData name="Nguyễn Xuân Quyết" userId="6f9fc323-a13a-4b00-81e7-c14d17e156e8" providerId="ADAL" clId="{BC5A91BD-F674-4571-8086-39DB491CC505}" dt="2026-09-10T03:06:48.069" v="6770" actId="26606"/>
          <pc:sldLayoutMkLst>
            <pc:docMk/>
            <pc:sldMasterMk cId="946163275" sldId="2147483648"/>
            <pc:sldLayoutMk cId="1350103997" sldId="2147483658"/>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2509955754" sldId="2147483659"/>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588078882" sldId="2147483671"/>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2571554572" sldId="2147483672"/>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389831156" sldId="2147483677"/>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1840086371" sldId="2147483678"/>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1939185349" sldId="2147483679"/>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3908904892" sldId="2147483681"/>
          </pc:sldLayoutMkLst>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1350103997" sldId="2147483683"/>
          </pc:sldLayoutMkLst>
          <pc:spChg chg="mod">
            <ac:chgData name="Nguyễn Xuân Quyết" userId="6f9fc323-a13a-4b00-81e7-c14d17e156e8" providerId="ADAL" clId="{BC5A91BD-F674-4571-8086-39DB491CC505}" dt="2026-09-10T03:06:48.069" v="6770" actId="26606"/>
            <ac:spMkLst>
              <pc:docMk/>
              <pc:sldMasterMk cId="946163275" sldId="2147483648"/>
              <pc:sldLayoutMk cId="1350103997" sldId="2147483683"/>
              <ac:spMk id="3" creationId="{A22238F2-C6EC-476F-8371-119AECBA5622}"/>
            </ac:spMkLst>
          </pc:spChg>
          <pc:spChg chg="mod">
            <ac:chgData name="Nguyễn Xuân Quyết" userId="6f9fc323-a13a-4b00-81e7-c14d17e156e8" providerId="ADAL" clId="{BC5A91BD-F674-4571-8086-39DB491CC505}" dt="2026-09-10T03:06:48.069" v="6770" actId="26606"/>
            <ac:spMkLst>
              <pc:docMk/>
              <pc:sldMasterMk cId="946163275" sldId="2147483648"/>
              <pc:sldLayoutMk cId="1350103997" sldId="2147483683"/>
              <ac:spMk id="5" creationId="{BB6AC7B6-CDA5-4A4F-AD50-E3C16C6A0090}"/>
            </ac:spMkLst>
          </pc:spChg>
          <pc:spChg chg="mod">
            <ac:chgData name="Nguyễn Xuân Quyết" userId="6f9fc323-a13a-4b00-81e7-c14d17e156e8" providerId="ADAL" clId="{BC5A91BD-F674-4571-8086-39DB491CC505}" dt="2026-09-10T03:06:48.069" v="6770" actId="26606"/>
            <ac:spMkLst>
              <pc:docMk/>
              <pc:sldMasterMk cId="946163275" sldId="2147483648"/>
              <pc:sldLayoutMk cId="1350103997" sldId="2147483683"/>
              <ac:spMk id="9" creationId="{0A29F8B3-4723-4928-83E5-76C29D05F2FE}"/>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1939185349" sldId="2147483684"/>
          </pc:sldLayoutMkLst>
          <pc:spChg chg="mod">
            <ac:chgData name="Nguyễn Xuân Quyết" userId="6f9fc323-a13a-4b00-81e7-c14d17e156e8" providerId="ADAL" clId="{BC5A91BD-F674-4571-8086-39DB491CC505}" dt="2026-09-10T03:06:48.069" v="6770" actId="26606"/>
            <ac:spMkLst>
              <pc:docMk/>
              <pc:sldMasterMk cId="946163275" sldId="2147483648"/>
              <pc:sldLayoutMk cId="1939185349" sldId="2147483684"/>
              <ac:spMk id="3" creationId="{A22238F2-C6EC-476F-8371-119AECBA5622}"/>
            </ac:spMkLst>
          </pc:spChg>
          <pc:spChg chg="mod">
            <ac:chgData name="Nguyễn Xuân Quyết" userId="6f9fc323-a13a-4b00-81e7-c14d17e156e8" providerId="ADAL" clId="{BC5A91BD-F674-4571-8086-39DB491CC505}" dt="2026-09-10T03:06:48.069" v="6770" actId="26606"/>
            <ac:spMkLst>
              <pc:docMk/>
              <pc:sldMasterMk cId="946163275" sldId="2147483648"/>
              <pc:sldLayoutMk cId="1939185349" sldId="2147483684"/>
              <ac:spMk id="5" creationId="{BB6AC7B6-CDA5-4A4F-AD50-E3C16C6A0090}"/>
            </ac:spMkLst>
          </pc:spChg>
          <pc:spChg chg="mod">
            <ac:chgData name="Nguyễn Xuân Quyết" userId="6f9fc323-a13a-4b00-81e7-c14d17e156e8" providerId="ADAL" clId="{BC5A91BD-F674-4571-8086-39DB491CC505}" dt="2026-09-10T03:06:48.069" v="6770" actId="26606"/>
            <ac:spMkLst>
              <pc:docMk/>
              <pc:sldMasterMk cId="946163275" sldId="2147483648"/>
              <pc:sldLayoutMk cId="1939185349" sldId="2147483684"/>
              <ac:spMk id="6" creationId="{0AD1FB4C-AEE6-D54A-80E9-11B98B9E8BB8}"/>
            </ac:spMkLst>
          </pc:spChg>
          <pc:spChg chg="mod">
            <ac:chgData name="Nguyễn Xuân Quyết" userId="6f9fc323-a13a-4b00-81e7-c14d17e156e8" providerId="ADAL" clId="{BC5A91BD-F674-4571-8086-39DB491CC505}" dt="2026-09-10T03:06:48.069" v="6770" actId="26606"/>
            <ac:spMkLst>
              <pc:docMk/>
              <pc:sldMasterMk cId="946163275" sldId="2147483648"/>
              <pc:sldLayoutMk cId="1939185349" sldId="2147483684"/>
              <ac:spMk id="9" creationId="{0A29F8B3-4723-4928-83E5-76C29D05F2FE}"/>
            </ac:spMkLst>
          </pc:spChg>
          <pc:spChg chg="mod">
            <ac:chgData name="Nguyễn Xuân Quyết" userId="6f9fc323-a13a-4b00-81e7-c14d17e156e8" providerId="ADAL" clId="{BC5A91BD-F674-4571-8086-39DB491CC505}" dt="2026-09-10T03:06:48.069" v="6770" actId="26606"/>
            <ac:spMkLst>
              <pc:docMk/>
              <pc:sldMasterMk cId="946163275" sldId="2147483648"/>
              <pc:sldLayoutMk cId="1939185349" sldId="2147483684"/>
              <ac:spMk id="12" creationId="{9E0033C9-5861-4239-BD0E-9A6A58D38E52}"/>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2509955754" sldId="2147483685"/>
          </pc:sldLayoutMkLst>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3" creationId="{9322B50D-6A7D-41C6-BA57-613BC231DF36}"/>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4" creationId="{9FD584DA-F775-47B8-A1D7-6556AD5FCBD2}"/>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6" creationId="{03EC6BDA-4EF2-4001-BA40-F8286207C945}"/>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11" creationId="{F17B7460-0559-435A-9C2F-1B12BC6CE184}"/>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14" creationId="{4AC0AC83-4BF5-452E-9148-988027C7496D}"/>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16" creationId="{B0B75294-97C0-4F49-A2A0-761663E8AAD2}"/>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3908904892" sldId="2147483686"/>
          </pc:sldLayoutMkLst>
          <pc:spChg chg="mod">
            <ac:chgData name="Nguyễn Xuân Quyết" userId="6f9fc323-a13a-4b00-81e7-c14d17e156e8" providerId="ADAL" clId="{BC5A91BD-F674-4571-8086-39DB491CC505}" dt="2026-09-10T03:06:48.069" v="6770" actId="26606"/>
            <ac:spMkLst>
              <pc:docMk/>
              <pc:sldMasterMk cId="946163275" sldId="2147483648"/>
              <pc:sldLayoutMk cId="3908904892" sldId="2147483686"/>
              <ac:spMk id="4" creationId="{9FD584DA-F775-47B8-A1D7-6556AD5FCBD2}"/>
            </ac:spMkLst>
          </pc:spChg>
          <pc:spChg chg="mod">
            <ac:chgData name="Nguyễn Xuân Quyết" userId="6f9fc323-a13a-4b00-81e7-c14d17e156e8" providerId="ADAL" clId="{BC5A91BD-F674-4571-8086-39DB491CC505}" dt="2026-09-10T03:06:48.069" v="6770" actId="26606"/>
            <ac:spMkLst>
              <pc:docMk/>
              <pc:sldMasterMk cId="946163275" sldId="2147483648"/>
              <pc:sldLayoutMk cId="3908904892" sldId="2147483686"/>
              <ac:spMk id="6" creationId="{03EC6BDA-4EF2-4001-BA40-F8286207C945}"/>
            </ac:spMkLst>
          </pc:spChg>
          <pc:spChg chg="mod">
            <ac:chgData name="Nguyễn Xuân Quyết" userId="6f9fc323-a13a-4b00-81e7-c14d17e156e8" providerId="ADAL" clId="{BC5A91BD-F674-4571-8086-39DB491CC505}" dt="2026-09-10T03:06:48.069" v="6770" actId="26606"/>
            <ac:spMkLst>
              <pc:docMk/>
              <pc:sldMasterMk cId="946163275" sldId="2147483648"/>
              <pc:sldLayoutMk cId="3908904892" sldId="2147483686"/>
              <ac:spMk id="11" creationId="{F17B7460-0559-435A-9C2F-1B12BC6CE184}"/>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1840086371" sldId="2147483687"/>
          </pc:sldLayoutMkLst>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3" creationId="{9322B50D-6A7D-41C6-BA57-613BC231DF36}"/>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6" creationId="{03EC6BDA-4EF2-4001-BA40-F8286207C945}"/>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0" creationId="{147F3E59-BFE8-3743-B8F7-3E3457719C60}"/>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1" creationId="{F17B7460-0559-435A-9C2F-1B12BC6CE184}"/>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2" creationId="{70EBC2C9-53F0-4F48-A937-BC0954590AD2}"/>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3" creationId="{4BE72AF0-FDD2-0F46-80CC-590175CB3AFA}"/>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5" creationId="{C3ECF561-9BAF-964E-8B65-4B1B89CCB897}"/>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7" creationId="{E06B9BE0-2879-3744-9B3B-38441CF20F0A}"/>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588078882" sldId="2147483688"/>
          </pc:sldLayoutMkLst>
          <pc:spChg chg="mod">
            <ac:chgData name="Nguyễn Xuân Quyết" userId="6f9fc323-a13a-4b00-81e7-c14d17e156e8" providerId="ADAL" clId="{BC5A91BD-F674-4571-8086-39DB491CC505}" dt="2026-09-10T03:06:48.069" v="6770" actId="26606"/>
            <ac:spMkLst>
              <pc:docMk/>
              <pc:sldMasterMk cId="946163275" sldId="2147483648"/>
              <pc:sldLayoutMk cId="588078882" sldId="2147483688"/>
              <ac:spMk id="2" creationId="{9C2F662E-807E-41B5-8931-9847713E51BA}"/>
            </ac:spMkLst>
          </pc:spChg>
          <pc:spChg chg="mod">
            <ac:chgData name="Nguyễn Xuân Quyết" userId="6f9fc323-a13a-4b00-81e7-c14d17e156e8" providerId="ADAL" clId="{BC5A91BD-F674-4571-8086-39DB491CC505}" dt="2026-09-10T03:06:48.069" v="6770" actId="26606"/>
            <ac:spMkLst>
              <pc:docMk/>
              <pc:sldMasterMk cId="946163275" sldId="2147483648"/>
              <pc:sldLayoutMk cId="588078882" sldId="2147483688"/>
              <ac:spMk id="3" creationId="{A22238F2-C6EC-476F-8371-119AECBA5622}"/>
            </ac:spMkLst>
          </pc:spChg>
          <pc:spChg chg="mod">
            <ac:chgData name="Nguyễn Xuân Quyết" userId="6f9fc323-a13a-4b00-81e7-c14d17e156e8" providerId="ADAL" clId="{BC5A91BD-F674-4571-8086-39DB491CC505}" dt="2026-09-10T03:06:48.069" v="6770" actId="26606"/>
            <ac:spMkLst>
              <pc:docMk/>
              <pc:sldMasterMk cId="946163275" sldId="2147483648"/>
              <pc:sldLayoutMk cId="588078882" sldId="2147483688"/>
              <ac:spMk id="5" creationId="{D670CCAB-6ED4-48BC-8A8A-C2C835D5D77E}"/>
            </ac:spMkLst>
          </pc:spChg>
          <pc:spChg chg="mod">
            <ac:chgData name="Nguyễn Xuân Quyết" userId="6f9fc323-a13a-4b00-81e7-c14d17e156e8" providerId="ADAL" clId="{BC5A91BD-F674-4571-8086-39DB491CC505}" dt="2026-09-10T03:06:48.069" v="6770" actId="26606"/>
            <ac:spMkLst>
              <pc:docMk/>
              <pc:sldMasterMk cId="946163275" sldId="2147483648"/>
              <pc:sldLayoutMk cId="588078882" sldId="2147483688"/>
              <ac:spMk id="9" creationId="{0A29F8B3-4723-4928-83E5-76C29D05F2FE}"/>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2571554572" sldId="2147483689"/>
          </pc:sldLayoutMkLst>
          <pc:spChg chg="mod">
            <ac:chgData name="Nguyễn Xuân Quyết" userId="6f9fc323-a13a-4b00-81e7-c14d17e156e8" providerId="ADAL" clId="{BC5A91BD-F674-4571-8086-39DB491CC505}" dt="2026-09-10T03:06:48.069" v="6770" actId="26606"/>
            <ac:spMkLst>
              <pc:docMk/>
              <pc:sldMasterMk cId="946163275" sldId="2147483648"/>
              <pc:sldLayoutMk cId="2571554572" sldId="2147483689"/>
              <ac:spMk id="2" creationId="{771D783E-C98E-4288-A0F0-6F329CF05068}"/>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71554572" sldId="2147483689"/>
              <ac:spMk id="7" creationId="{C2C3F9C0-F4DC-42CB-8D24-DC1D94CDD1C2}"/>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71554572" sldId="2147483689"/>
              <ac:spMk id="8" creationId="{530230A8-0A94-448D-8C01-BBDCD6E2DA8D}"/>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71554572" sldId="2147483689"/>
              <ac:spMk id="9" creationId="{FEC115A6-CCC7-498D-A3CD-C0C51DA32A3D}"/>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71554572" sldId="2147483689"/>
              <ac:spMk id="10" creationId="{A1F54D54-EFF1-48F4-BBCF-488305B781F3}"/>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389831156" sldId="2147483690"/>
          </pc:sldLayoutMkLst>
          <pc:spChg chg="mod">
            <ac:chgData name="Nguyễn Xuân Quyết" userId="6f9fc323-a13a-4b00-81e7-c14d17e156e8" providerId="ADAL" clId="{BC5A91BD-F674-4571-8086-39DB491CC505}" dt="2026-09-10T03:06:48.069" v="6770" actId="26606"/>
            <ac:spMkLst>
              <pc:docMk/>
              <pc:sldMasterMk cId="946163275" sldId="2147483648"/>
              <pc:sldLayoutMk cId="389831156" sldId="2147483690"/>
              <ac:spMk id="2" creationId="{333087F0-7144-4EF6-AB02-D0E2BFA357D0}"/>
            </ac:spMkLst>
          </pc:spChg>
          <pc:spChg chg="mod">
            <ac:chgData name="Nguyễn Xuân Quyết" userId="6f9fc323-a13a-4b00-81e7-c14d17e156e8" providerId="ADAL" clId="{BC5A91BD-F674-4571-8086-39DB491CC505}" dt="2026-09-10T03:06:48.069" v="6770" actId="26606"/>
            <ac:spMkLst>
              <pc:docMk/>
              <pc:sldMasterMk cId="946163275" sldId="2147483648"/>
              <pc:sldLayoutMk cId="389831156" sldId="2147483690"/>
              <ac:spMk id="3" creationId="{98AB9F5E-EFA8-4B9E-9BB7-C6C5FAF561CE}"/>
            </ac:spMkLst>
          </pc:spChg>
          <pc:spChg chg="mod">
            <ac:chgData name="Nguyễn Xuân Quyết" userId="6f9fc323-a13a-4b00-81e7-c14d17e156e8" providerId="ADAL" clId="{BC5A91BD-F674-4571-8086-39DB491CC505}" dt="2026-09-10T03:06:48.069" v="6770" actId="26606"/>
            <ac:spMkLst>
              <pc:docMk/>
              <pc:sldMasterMk cId="946163275" sldId="2147483648"/>
              <pc:sldLayoutMk cId="389831156" sldId="2147483690"/>
              <ac:spMk id="8" creationId="{FC8FB900-7767-B149-8B54-B632613985F9}"/>
            </ac:spMkLst>
          </pc:spChg>
        </pc:sldLayoutChg>
      </pc:sldMasterChg>
      <pc:sldMasterChg chg="del replId modSldLayout sldLayoutOrd">
        <pc:chgData name="Nguyễn Xuân Quyết" userId="6f9fc323-a13a-4b00-81e7-c14d17e156e8" providerId="ADAL" clId="{BC5A91BD-F674-4571-8086-39DB491CC505}" dt="2026-09-10T03:06:48.069" v="6770" actId="26606"/>
        <pc:sldMasterMkLst>
          <pc:docMk/>
          <pc:sldMasterMk cId="946163275" sldId="2147483682"/>
        </pc:sldMasterMkLst>
        <pc:sldLayoutChg chg="replId">
          <pc:chgData name="Nguyễn Xuân Quyết" userId="6f9fc323-a13a-4b00-81e7-c14d17e156e8" providerId="ADAL" clId="{BC5A91BD-F674-4571-8086-39DB491CC505}" dt="2026-09-10T03:06:47.702" v="6769" actId="26606"/>
          <pc:sldLayoutMkLst>
            <pc:docMk/>
            <pc:sldMasterMk cId="946163275" sldId="2147483648"/>
            <pc:sldLayoutMk cId="1350103997" sldId="2147483683"/>
          </pc:sldLayoutMkLst>
        </pc:sldLayoutChg>
        <pc:sldLayoutChg chg="modSp mod replId">
          <pc:chgData name="Nguyễn Xuân Quyết" userId="6f9fc323-a13a-4b00-81e7-c14d17e156e8" providerId="ADAL" clId="{BC5A91BD-F674-4571-8086-39DB491CC505}" dt="2026-09-10T03:06:47.702" v="6769" actId="26606"/>
          <pc:sldLayoutMkLst>
            <pc:docMk/>
            <pc:sldMasterMk cId="946163275" sldId="2147483648"/>
            <pc:sldLayoutMk cId="1939185349" sldId="2147483684"/>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2509955754" sldId="2147483685"/>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3908904892" sldId="2147483686"/>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1840086371" sldId="2147483687"/>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588078882" sldId="2147483688"/>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2571554572" sldId="2147483689"/>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389831156" sldId="2147483690"/>
          </pc:sldLayoutMkLst>
        </pc:sldLayoutChg>
      </pc:sldMasterChg>
    </pc:docChg>
  </pc:docChgLst>
  <pc:docChgLst>
    <pc:chgData name="Trần Ngọc Hiên" userId="S::hientn@vthmgroup.vn::7c12c7ec-5651-4fac-9615-768ab3703ab0" providerId="AD" clId="Web-{F6346F6B-E901-C80B-E828-E3F04CB95E91}"/>
    <pc:docChg chg="modSld">
      <pc:chgData name="Trần Ngọc Hiên" userId="S::hientn@vthmgroup.vn::7c12c7ec-5651-4fac-9615-768ab3703ab0" providerId="AD" clId="Web-{F6346F6B-E901-C80B-E828-E3F04CB95E91}" dt="2026-09-11T02:47:26.728" v="7"/>
      <pc:docMkLst>
        <pc:docMk/>
      </pc:docMkLst>
      <pc:sldChg chg="modSp">
        <pc:chgData name="Trần Ngọc Hiên" userId="S::hientn@vthmgroup.vn::7c12c7ec-5651-4fac-9615-768ab3703ab0" providerId="AD" clId="Web-{F6346F6B-E901-C80B-E828-E3F04CB95E91}" dt="2026-09-11T02:47:26.728" v="7"/>
        <pc:sldMkLst>
          <pc:docMk/>
          <pc:sldMk cId="3960403681" sldId="8085"/>
        </pc:sldMkLst>
        <pc:graphicFrameChg chg="mod modGraphic">
          <ac:chgData name="Trần Ngọc Hiên" userId="S::hientn@vthmgroup.vn::7c12c7ec-5651-4fac-9615-768ab3703ab0" providerId="AD" clId="Web-{F6346F6B-E901-C80B-E828-E3F04CB95E91}" dt="2026-09-11T02:47:26.728" v="7"/>
          <ac:graphicFrameMkLst>
            <pc:docMk/>
            <pc:sldMk cId="3960403681" sldId="8085"/>
            <ac:graphicFrameMk id="13" creationId="{D5C7C427-99EE-6D05-2B6F-4747FADBFAA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9/11/2026</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566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530193B-564F-4854-8A52-728F3FB19C85}" type="slidenum">
              <a:rPr lang="en-US" noProof="0" smtClean="0"/>
              <a:t>2</a:t>
            </a:fld>
            <a:endParaRPr lang="en-US" noProof="0"/>
          </a:p>
        </p:txBody>
      </p:sp>
    </p:spTree>
    <p:extLst>
      <p:ext uri="{BB962C8B-B14F-4D97-AF65-F5344CB8AC3E}">
        <p14:creationId xmlns:p14="http://schemas.microsoft.com/office/powerpoint/2010/main" val="261577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848F7-0575-8260-50A5-5DD11B913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9A1BD-CE5D-A936-344B-A1028E0D59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DB98F-3AB0-D357-B083-54289B6A051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BD812C5-1753-674D-1781-8D00069F310C}"/>
              </a:ext>
            </a:extLst>
          </p:cNvPr>
          <p:cNvSpPr>
            <a:spLocks noGrp="1"/>
          </p:cNvSpPr>
          <p:nvPr>
            <p:ph type="sldNum" sz="quarter" idx="5"/>
          </p:nvPr>
        </p:nvSpPr>
        <p:spPr/>
        <p:txBody>
          <a:bodyPr/>
          <a:lstStyle/>
          <a:p>
            <a:fld id="{8530193B-564F-4854-8A52-728F3FB19C85}" type="slidenum">
              <a:rPr lang="en-US" noProof="0" smtClean="0"/>
              <a:t>3</a:t>
            </a:fld>
            <a:endParaRPr lang="en-US" noProof="0"/>
          </a:p>
        </p:txBody>
      </p:sp>
    </p:spTree>
    <p:extLst>
      <p:ext uri="{BB962C8B-B14F-4D97-AF65-F5344CB8AC3E}">
        <p14:creationId xmlns:p14="http://schemas.microsoft.com/office/powerpoint/2010/main" val="4142177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EA896-AFD1-8256-0ABF-72ED291E9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8DA85-1370-D338-34E6-D0AC02394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856134-AE02-DD59-630B-1CB48D0DAF7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9FDE146-FCD2-4F33-C95F-23431A108798}"/>
              </a:ext>
            </a:extLst>
          </p:cNvPr>
          <p:cNvSpPr>
            <a:spLocks noGrp="1"/>
          </p:cNvSpPr>
          <p:nvPr>
            <p:ph type="sldNum" sz="quarter" idx="5"/>
          </p:nvPr>
        </p:nvSpPr>
        <p:spPr/>
        <p:txBody>
          <a:bodyPr/>
          <a:lstStyle/>
          <a:p>
            <a:fld id="{8530193B-564F-4854-8A52-728F3FB19C85}" type="slidenum">
              <a:rPr lang="en-US" noProof="0" smtClean="0"/>
              <a:t>4</a:t>
            </a:fld>
            <a:endParaRPr lang="en-US" noProof="0"/>
          </a:p>
        </p:txBody>
      </p:sp>
    </p:spTree>
    <p:extLst>
      <p:ext uri="{BB962C8B-B14F-4D97-AF65-F5344CB8AC3E}">
        <p14:creationId xmlns:p14="http://schemas.microsoft.com/office/powerpoint/2010/main" val="2324828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EE9DF-1CFF-EE39-E5A6-24A8532C1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61176-2E9F-4319-9FC0-750624C6FA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40DA22-F9B4-B9D8-CC7D-810CCAD0E3A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4FE572A-73C8-7B80-E528-B3E750046DD9}"/>
              </a:ext>
            </a:extLst>
          </p:cNvPr>
          <p:cNvSpPr>
            <a:spLocks noGrp="1"/>
          </p:cNvSpPr>
          <p:nvPr>
            <p:ph type="sldNum" sz="quarter" idx="5"/>
          </p:nvPr>
        </p:nvSpPr>
        <p:spPr/>
        <p:txBody>
          <a:bodyPr/>
          <a:lstStyle/>
          <a:p>
            <a:fld id="{8530193B-564F-4854-8A52-728F3FB19C85}" type="slidenum">
              <a:rPr lang="en-US" noProof="0" smtClean="0"/>
              <a:t>5</a:t>
            </a:fld>
            <a:endParaRPr lang="en-US" noProof="0"/>
          </a:p>
        </p:txBody>
      </p:sp>
    </p:spTree>
    <p:extLst>
      <p:ext uri="{BB962C8B-B14F-4D97-AF65-F5344CB8AC3E}">
        <p14:creationId xmlns:p14="http://schemas.microsoft.com/office/powerpoint/2010/main" val="2138607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0F946-6563-F2FD-92EA-38E3EF69FE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0D271-F503-B95F-1D77-FC7059DAF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6C52B-32C1-CD01-A138-F10B91065DD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4FA5A61-BB45-5602-93E7-5D2071B070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1203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9</a:t>
            </a:fld>
            <a:endParaRPr lang="en-US" noProof="0"/>
          </a:p>
        </p:txBody>
      </p:sp>
    </p:spTree>
    <p:extLst>
      <p:ext uri="{BB962C8B-B14F-4D97-AF65-F5344CB8AC3E}">
        <p14:creationId xmlns:p14="http://schemas.microsoft.com/office/powerpoint/2010/main" val="2072002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530193B-564F-4854-8A52-728F3FB19C85}" type="slidenum">
              <a:rPr lang="en-US" noProof="0" smtClean="0"/>
              <a:t>11</a:t>
            </a:fld>
            <a:endParaRPr lang="en-US" noProof="0"/>
          </a:p>
        </p:txBody>
      </p:sp>
    </p:spTree>
    <p:extLst>
      <p:ext uri="{BB962C8B-B14F-4D97-AF65-F5344CB8AC3E}">
        <p14:creationId xmlns:p14="http://schemas.microsoft.com/office/powerpoint/2010/main" val="686345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DFE14-3804-122C-26DA-A5B4520B9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64ADC8-D474-4F26-111A-BE5607E80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97B008-9810-22C4-BAC1-E66EDD440AB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94F0687-F2D4-7462-434D-7DF15B873E0B}"/>
              </a:ext>
            </a:extLst>
          </p:cNvPr>
          <p:cNvSpPr>
            <a:spLocks noGrp="1"/>
          </p:cNvSpPr>
          <p:nvPr>
            <p:ph type="sldNum" sz="quarter" idx="5"/>
          </p:nvPr>
        </p:nvSpPr>
        <p:spPr/>
        <p:txBody>
          <a:bodyPr/>
          <a:lstStyle/>
          <a:p>
            <a:fld id="{8530193B-564F-4854-8A52-728F3FB19C85}" type="slidenum">
              <a:rPr lang="en-US" noProof="0" smtClean="0"/>
              <a:t>12</a:t>
            </a:fld>
            <a:endParaRPr lang="en-US" noProof="0"/>
          </a:p>
        </p:txBody>
      </p:sp>
    </p:spTree>
    <p:extLst>
      <p:ext uri="{BB962C8B-B14F-4D97-AF65-F5344CB8AC3E}">
        <p14:creationId xmlns:p14="http://schemas.microsoft.com/office/powerpoint/2010/main" val="4061627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530193B-564F-4854-8A52-728F3FB19C85}" type="slidenum">
              <a:rPr lang="en-US" noProof="0" smtClean="0"/>
              <a:t>13</a:t>
            </a:fld>
            <a:endParaRPr lang="en-US" noProof="0"/>
          </a:p>
        </p:txBody>
      </p:sp>
    </p:spTree>
    <p:extLst>
      <p:ext uri="{BB962C8B-B14F-4D97-AF65-F5344CB8AC3E}">
        <p14:creationId xmlns:p14="http://schemas.microsoft.com/office/powerpoint/2010/main" val="2761425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xt Layout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5775472" y="3096125"/>
            <a:ext cx="5153526" cy="2844391"/>
          </a:xfrm>
          <a:ln>
            <a:solidFill>
              <a:schemeClr val="bg2"/>
            </a:solidFill>
            <a:prstDash val="sysDot"/>
          </a:ln>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9" name="Slide Number Placeholder 8">
            <a:extLst>
              <a:ext uri="{FF2B5EF4-FFF2-40B4-BE49-F238E27FC236}">
                <a16:creationId xmlns:a16="http://schemas.microsoft.com/office/drawing/2014/main" id="{0A29F8B3-4723-4928-83E5-76C29D05F2FE}"/>
              </a:ext>
            </a:extLst>
          </p:cNvPr>
          <p:cNvSpPr>
            <a:spLocks noGrp="1"/>
          </p:cNvSpPr>
          <p:nvPr>
            <p:ph type="sldNum" sz="quarter" idx="11"/>
          </p:nvPr>
        </p:nvSpPr>
        <p:spPr/>
        <p:txBody>
          <a:bodyPr/>
          <a:lstStyle>
            <a:lvl1pPr>
              <a:defRPr i="0">
                <a:solidFill>
                  <a:schemeClr val="tx1">
                    <a:lumMod val="75000"/>
                    <a:lumOff val="25000"/>
                  </a:schemeClr>
                </a:solidFill>
                <a:latin typeface="SVN-Avo" panose="02040603050506020204" pitchFamily="18" charset="0"/>
              </a:defRPr>
            </a:lvl1pPr>
          </a:lstStyle>
          <a:p>
            <a:fld id="{19B51A1E-902D-48AF-9020-955120F399B6}" type="slidenum">
              <a:rPr lang="en-US" smtClean="0">
                <a:latin typeface="SVN-Avo"/>
              </a:rPr>
              <a:pPr/>
              <a:t>‹#›</a:t>
            </a:fld>
            <a:endParaRPr lang="en-US">
              <a:latin typeface="SVN-Avo"/>
            </a:endParaRPr>
          </a:p>
        </p:txBody>
      </p:sp>
      <p:sp>
        <p:nvSpPr>
          <p:cNvPr id="5" name="Title 4">
            <a:extLst>
              <a:ext uri="{FF2B5EF4-FFF2-40B4-BE49-F238E27FC236}">
                <a16:creationId xmlns:a16="http://schemas.microsoft.com/office/drawing/2014/main" id="{BB6AC7B6-CDA5-4A4F-AD50-E3C16C6A0090}"/>
              </a:ext>
            </a:extLst>
          </p:cNvPr>
          <p:cNvSpPr>
            <a:spLocks noGrp="1"/>
          </p:cNvSpPr>
          <p:nvPr>
            <p:ph type="title" hasCustomPrompt="1"/>
          </p:nvPr>
        </p:nvSpPr>
        <p:spPr>
          <a:xfrm>
            <a:off x="5850431" y="2416940"/>
            <a:ext cx="5073629" cy="536312"/>
          </a:xfrm>
          <a:prstGeom prst="rect">
            <a:avLst/>
          </a:prstGeom>
          <a:solidFill>
            <a:schemeClr val="bg1"/>
          </a:solidFill>
          <a:ln>
            <a:solidFill>
              <a:schemeClr val="bg2"/>
            </a:solidFill>
            <a:prstDash val="sysDash"/>
          </a:ln>
        </p:spPr>
        <p:txBody>
          <a:bodyPr>
            <a:normAutofit/>
          </a:bodyPr>
          <a:lstStyle>
            <a:lvl1pPr>
              <a:defRPr sz="1800" b="0" spc="300">
                <a:solidFill>
                  <a:srgbClr val="355FAC"/>
                </a:solidFill>
                <a:latin typeface="SVN-Avo"/>
              </a:defRPr>
            </a:lvl1pPr>
          </a:lstStyle>
          <a:p>
            <a:r>
              <a:rPr lang="en-US" noProof="0">
                <a:latin typeface="SVN-Avo"/>
              </a:rPr>
              <a:t>CLICK TO EDIT MASTER TITLE STYLE</a:t>
            </a:r>
            <a:endParaRPr>
              <a:latin typeface="SVN-Avo"/>
            </a:endParaRPr>
          </a:p>
        </p:txBody>
      </p:sp>
      <p:sp>
        <p:nvSpPr>
          <p:cNvPr id="11" name="Rectangle 10">
            <a:extLst>
              <a:ext uri="{FF2B5EF4-FFF2-40B4-BE49-F238E27FC236}">
                <a16:creationId xmlns:a16="http://schemas.microsoft.com/office/drawing/2014/main" id="{1CF27CC2-C21A-430D-B705-FB9C912CA32A}"/>
              </a:ext>
            </a:extLst>
          </p:cNvPr>
          <p:cNvSpPr/>
          <p:nvPr userDrawn="1"/>
        </p:nvSpPr>
        <p:spPr>
          <a:xfrm>
            <a:off x="5765596" y="2416940"/>
            <a:ext cx="84835" cy="53631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SVN-Avo"/>
            </a:endParaRPr>
          </a:p>
        </p:txBody>
      </p:sp>
    </p:spTree>
    <p:extLst>
      <p:ext uri="{BB962C8B-B14F-4D97-AF65-F5344CB8AC3E}">
        <p14:creationId xmlns:p14="http://schemas.microsoft.com/office/powerpoint/2010/main" val="1350103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ext Layout 2">
    <p:spTree>
      <p:nvGrpSpPr>
        <p:cNvPr id="1" name=""/>
        <p:cNvGrpSpPr/>
        <p:nvPr/>
      </p:nvGrpSpPr>
      <p:grpSpPr>
        <a:xfrm>
          <a:off x="0" y="0"/>
          <a:ext cx="0" cy="0"/>
          <a:chOff x="0" y="0"/>
          <a:chExt cx="0" cy="0"/>
        </a:xfrm>
      </p:grpSpPr>
      <p:sp>
        <p:nvSpPr>
          <p:cNvPr id="13" name="Title 5">
            <a:extLst>
              <a:ext uri="{FF2B5EF4-FFF2-40B4-BE49-F238E27FC236}">
                <a16:creationId xmlns:a16="http://schemas.microsoft.com/office/drawing/2014/main" id="{1D551140-08F1-C645-9804-8663C4290276}"/>
              </a:ext>
            </a:extLst>
          </p:cNvPr>
          <p:cNvSpPr txBox="1">
            <a:spLocks/>
          </p:cNvSpPr>
          <p:nvPr userDrawn="1"/>
        </p:nvSpPr>
        <p:spPr>
          <a:xfrm>
            <a:off x="432001" y="271168"/>
            <a:ext cx="11340000" cy="360000"/>
          </a:xfrm>
          <a:prstGeom prst="rect">
            <a:avLst/>
          </a:prstGeom>
          <a:noFill/>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2400" b="1" kern="1200" spc="0">
                <a:solidFill>
                  <a:srgbClr val="355FAC"/>
                </a:solidFill>
                <a:latin typeface="SVN-Avo" panose="02040603050506020204" pitchFamily="18" charset="0"/>
                <a:ea typeface="+mj-ea"/>
                <a:cs typeface="+mj-cs"/>
              </a:defRPr>
            </a:lvl1pPr>
          </a:lstStyle>
          <a:p>
            <a:r>
              <a:rPr lang="en-US">
                <a:latin typeface="SVN-Avo"/>
              </a:rPr>
              <a:t>TIÊU ĐỀ MÀU  </a:t>
            </a:r>
            <a:r>
              <a:rPr lang="en-GB" sz="1600" i="0" u="none" strike="noStrike" baseline="0">
                <a:latin typeface="SVN-Avo"/>
              </a:rPr>
              <a:t>#375fac</a:t>
            </a:r>
            <a:endParaRPr lang="en-US" spc="300">
              <a:latin typeface="SVN-Avo"/>
            </a:endParaRP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6300087" y="2430684"/>
            <a:ext cx="5472000" cy="3689316"/>
          </a:xfrm>
          <a:ln>
            <a:solidFill>
              <a:schemeClr val="tx1"/>
            </a:solidFill>
            <a:prstDash val="sysDash"/>
          </a:ln>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5" name="Title 4">
            <a:extLst>
              <a:ext uri="{FF2B5EF4-FFF2-40B4-BE49-F238E27FC236}">
                <a16:creationId xmlns:a16="http://schemas.microsoft.com/office/drawing/2014/main" id="{BB6AC7B6-CDA5-4A4F-AD50-E3C16C6A0090}"/>
              </a:ext>
            </a:extLst>
          </p:cNvPr>
          <p:cNvSpPr>
            <a:spLocks noGrp="1"/>
          </p:cNvSpPr>
          <p:nvPr>
            <p:ph type="title"/>
          </p:nvPr>
        </p:nvSpPr>
        <p:spPr>
          <a:xfrm>
            <a:off x="6404140" y="1411682"/>
            <a:ext cx="5387166" cy="519650"/>
          </a:xfrm>
          <a:prstGeom prst="rect">
            <a:avLst/>
          </a:prstGeom>
          <a:solidFill>
            <a:schemeClr val="bg1"/>
          </a:solidFill>
          <a:ln>
            <a:solidFill>
              <a:schemeClr val="bg2">
                <a:lumMod val="90000"/>
              </a:schemeClr>
            </a:solidFill>
            <a:prstDash val="sysDash"/>
          </a:ln>
        </p:spPr>
        <p:txBody>
          <a:bodyPr>
            <a:normAutofit/>
          </a:bodyPr>
          <a:lstStyle>
            <a:lvl1pPr>
              <a:defRPr sz="2400">
                <a:solidFill>
                  <a:srgbClr val="355FAC"/>
                </a:solidFill>
                <a:latin typeface="SVN-Avo"/>
              </a:defRPr>
            </a:lvl1pPr>
          </a:lstStyle>
          <a:p>
            <a:r>
              <a:rPr lang="en-US" noProof="0">
                <a:latin typeface="SVN-Avo"/>
              </a:rPr>
              <a:t>Click to edit Master title style</a:t>
            </a:r>
            <a:endParaRPr>
              <a:latin typeface="SVN-Avo"/>
            </a:endParaRPr>
          </a:p>
        </p:txBody>
      </p:sp>
      <p:sp>
        <p:nvSpPr>
          <p:cNvPr id="12" name="Subtitle 2">
            <a:extLst>
              <a:ext uri="{FF2B5EF4-FFF2-40B4-BE49-F238E27FC236}">
                <a16:creationId xmlns:a16="http://schemas.microsoft.com/office/drawing/2014/main" id="{9E0033C9-5861-4239-BD0E-9A6A58D38E52}"/>
              </a:ext>
            </a:extLst>
          </p:cNvPr>
          <p:cNvSpPr>
            <a:spLocks noGrp="1"/>
          </p:cNvSpPr>
          <p:nvPr>
            <p:ph type="body" sz="quarter" idx="32" hasCustomPrompt="1"/>
          </p:nvPr>
        </p:nvSpPr>
        <p:spPr>
          <a:xfrm>
            <a:off x="6319305" y="2066372"/>
            <a:ext cx="5472001" cy="252000"/>
          </a:xfrm>
          <a:ln>
            <a:solidFill>
              <a:schemeClr val="bg2">
                <a:lumMod val="90000"/>
              </a:schemeClr>
            </a:solidFill>
            <a:prstDash val="sysDash"/>
          </a:ln>
        </p:spPr>
        <p:txBody>
          <a:bodyPr/>
          <a:lstStyle>
            <a:lvl1pPr marL="0" indent="0">
              <a:buNone/>
              <a:defRPr>
                <a:latin typeface="SVN-Avo"/>
              </a:defRPr>
            </a:lvl1pPr>
            <a:lvl2pPr marL="266700" indent="0">
              <a:buNone/>
              <a:defRPr>
                <a:latin typeface="SVN-Avo"/>
              </a:defRPr>
            </a:lvl2pPr>
            <a:lvl3pPr marL="542925" indent="0">
              <a:buNone/>
              <a:defRPr>
                <a:latin typeface="SVN-Avo"/>
              </a:defRPr>
            </a:lvl3pPr>
            <a:lvl4pPr marL="809625" indent="0">
              <a:buNone/>
              <a:defRPr>
                <a:latin typeface="SVN-Avo"/>
              </a:defRPr>
            </a:lvl4pPr>
            <a:lvl5pPr marL="1076325" indent="0">
              <a:buNone/>
              <a:defRPr>
                <a:latin typeface="SVN-Avo"/>
              </a:defRPr>
            </a:lvl5pPr>
          </a:lstStyle>
          <a:p>
            <a:pPr lvl="0"/>
            <a:r>
              <a:rPr lang="en-US" noProof="0">
                <a:latin typeface="SVN-Avo"/>
              </a:rPr>
              <a:t>Subtitle</a:t>
            </a:r>
            <a:endParaRPr>
              <a:latin typeface="SVN-Avo"/>
            </a:endParaRPr>
          </a:p>
        </p:txBody>
      </p:sp>
      <p:sp>
        <p:nvSpPr>
          <p:cNvPr id="9" name="Slide Number Placeholder 8">
            <a:extLst>
              <a:ext uri="{FF2B5EF4-FFF2-40B4-BE49-F238E27FC236}">
                <a16:creationId xmlns:a16="http://schemas.microsoft.com/office/drawing/2014/main" id="{0A29F8B3-4723-4928-83E5-76C29D05F2FE}"/>
              </a:ext>
            </a:extLst>
          </p:cNvPr>
          <p:cNvSpPr>
            <a:spLocks noGrp="1"/>
          </p:cNvSpPr>
          <p:nvPr>
            <p:ph type="sldNum" sz="quarter" idx="11"/>
          </p:nvPr>
        </p:nvSpPr>
        <p:spPr/>
        <p:txBody>
          <a:bodyPr/>
          <a:lstStyle>
            <a:lvl1pPr>
              <a:defRPr>
                <a:solidFill>
                  <a:schemeClr val="tx1">
                    <a:lumMod val="75000"/>
                    <a:lumOff val="25000"/>
                  </a:schemeClr>
                </a:solidFill>
                <a:latin typeface="SVN-Avo"/>
              </a:defRPr>
            </a:lvl1pPr>
          </a:lstStyle>
          <a:p>
            <a:fld id="{19B51A1E-902D-48AF-9020-955120F399B6}" type="slidenum">
              <a:rPr lang="en-US" noProof="0" smtClean="0">
                <a:latin typeface="SVN-Avo"/>
              </a:rPr>
              <a:pPr/>
              <a:t>‹#›</a:t>
            </a:fld>
            <a:endParaRPr lang="en-US" noProof="0">
              <a:latin typeface="SVN-Avo"/>
            </a:endParaRPr>
          </a:p>
        </p:txBody>
      </p:sp>
      <p:sp>
        <p:nvSpPr>
          <p:cNvPr id="11" name="Rectangle 10">
            <a:extLst>
              <a:ext uri="{FF2B5EF4-FFF2-40B4-BE49-F238E27FC236}">
                <a16:creationId xmlns:a16="http://schemas.microsoft.com/office/drawing/2014/main" id="{1CF27CC2-C21A-430D-B705-FB9C912CA32A}"/>
              </a:ext>
            </a:extLst>
          </p:cNvPr>
          <p:cNvSpPr/>
          <p:nvPr userDrawn="1"/>
        </p:nvSpPr>
        <p:spPr>
          <a:xfrm>
            <a:off x="6319305" y="1411682"/>
            <a:ext cx="65617" cy="5196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SVN-Avo"/>
            </a:endParaRPr>
          </a:p>
        </p:txBody>
      </p:sp>
      <p:sp>
        <p:nvSpPr>
          <p:cNvPr id="15" name="Rectangle 14">
            <a:extLst>
              <a:ext uri="{FF2B5EF4-FFF2-40B4-BE49-F238E27FC236}">
                <a16:creationId xmlns:a16="http://schemas.microsoft.com/office/drawing/2014/main" id="{76E1E33F-D767-9642-BDBD-C84B9E7372FB}"/>
              </a:ext>
            </a:extLst>
          </p:cNvPr>
          <p:cNvSpPr/>
          <p:nvPr userDrawn="1"/>
        </p:nvSpPr>
        <p:spPr>
          <a:xfrm>
            <a:off x="432000" y="723900"/>
            <a:ext cx="11339998" cy="36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latin typeface="SVN-Avo"/>
            </a:endParaRPr>
          </a:p>
        </p:txBody>
      </p:sp>
      <p:sp>
        <p:nvSpPr>
          <p:cNvPr id="6" name="Picture Placeholder 5">
            <a:extLst>
              <a:ext uri="{FF2B5EF4-FFF2-40B4-BE49-F238E27FC236}">
                <a16:creationId xmlns:a16="http://schemas.microsoft.com/office/drawing/2014/main" id="{0AD1FB4C-AEE6-D54A-80E9-11B98B9E8BB8}"/>
              </a:ext>
            </a:extLst>
          </p:cNvPr>
          <p:cNvSpPr>
            <a:spLocks noGrp="1"/>
          </p:cNvSpPr>
          <p:nvPr>
            <p:ph type="pic" sz="quarter" idx="33"/>
          </p:nvPr>
        </p:nvSpPr>
        <p:spPr>
          <a:xfrm rot="16200000">
            <a:off x="700751" y="1308948"/>
            <a:ext cx="4982627" cy="4639476"/>
          </a:xfrm>
          <a:prstGeom prst="hexagon">
            <a:avLst/>
          </a:prstGeom>
          <a:ln>
            <a:solidFill>
              <a:schemeClr val="bg2"/>
            </a:solidFill>
            <a:prstDash val="sysDash"/>
          </a:ln>
        </p:spPr>
        <p:txBody>
          <a:bodyPr/>
          <a:lstStyle/>
          <a:p>
            <a:r>
              <a:rPr lang="en-US">
                <a:latin typeface="SVN-Avo"/>
              </a:rPr>
              <a:t>Click icon to add picture</a:t>
            </a:r>
            <a:endParaRPr lang="en-VN">
              <a:latin typeface="SVN-Avo"/>
            </a:endParaRPr>
          </a:p>
        </p:txBody>
      </p:sp>
      <p:pic>
        <p:nvPicPr>
          <p:cNvPr id="14" name="Picture 13">
            <a:extLst>
              <a:ext uri="{FF2B5EF4-FFF2-40B4-BE49-F238E27FC236}">
                <a16:creationId xmlns:a16="http://schemas.microsoft.com/office/drawing/2014/main" id="{D5DE10F4-3DC4-451B-B046-844C37821A5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Tree>
    <p:extLst>
      <p:ext uri="{BB962C8B-B14F-4D97-AF65-F5344CB8AC3E}">
        <p14:creationId xmlns:p14="http://schemas.microsoft.com/office/powerpoint/2010/main" val="1939185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1344711"/>
            <a:ext cx="5472000" cy="360000"/>
          </a:xfrm>
        </p:spPr>
        <p:txBody>
          <a:bodyPr anchor="ctr"/>
          <a:lstStyle>
            <a:lvl1pPr marL="0" indent="0">
              <a:buNone/>
              <a:defRPr sz="2000" b="0">
                <a:solidFill>
                  <a:srgbClr val="00B050"/>
                </a:solidFill>
                <a:latin typeface="SVN-Avo"/>
              </a:defRPr>
            </a:lvl1pPr>
            <a:lvl2pPr marL="457200" indent="0">
              <a:buNone/>
              <a:defRPr sz="2000" b="1">
                <a:latin typeface="SVN-Avo"/>
              </a:defRPr>
            </a:lvl2pPr>
            <a:lvl3pPr marL="914400" indent="0">
              <a:buNone/>
              <a:defRPr sz="1800" b="1">
                <a:latin typeface="SVN-Avo"/>
              </a:defRPr>
            </a:lvl3pPr>
            <a:lvl4pPr marL="1371600" indent="0">
              <a:buNone/>
              <a:defRPr sz="1600" b="1">
                <a:latin typeface="SVN-Avo"/>
              </a:defRPr>
            </a:lvl4pPr>
            <a:lvl5pPr marL="1828800" indent="0">
              <a:buNone/>
              <a:defRPr sz="1600" b="1">
                <a:latin typeface="SVN-Avo"/>
              </a:defRPr>
            </a:lvl5pPr>
            <a:lvl6pPr marL="2286000" indent="0">
              <a:buNone/>
              <a:defRPr sz="1600" b="1">
                <a:latin typeface="SVN-Avo"/>
              </a:defRPr>
            </a:lvl6pPr>
            <a:lvl7pPr marL="2743200" indent="0">
              <a:buNone/>
              <a:defRPr sz="1600" b="1">
                <a:latin typeface="SVN-Avo"/>
              </a:defRPr>
            </a:lvl7pPr>
            <a:lvl8pPr marL="3200400" indent="0">
              <a:buNone/>
              <a:defRPr sz="1600" b="1">
                <a:latin typeface="SVN-Avo"/>
              </a:defRPr>
            </a:lvl8pPr>
            <a:lvl9pPr marL="3657600" indent="0">
              <a:buNone/>
              <a:defRPr sz="1600" b="1">
                <a:latin typeface="SVN-Avo"/>
              </a:defRPr>
            </a:lvl9pPr>
          </a:lstStyle>
          <a:p>
            <a:pPr lvl="0"/>
            <a:r>
              <a:rPr lang="en-US" noProof="0">
                <a:latin typeface="SVN-Avo"/>
              </a:rPr>
              <a:t>Click to edit Master text styles</a:t>
            </a:r>
            <a:endParaRPr>
              <a:latin typeface="SVN-Avo"/>
            </a:endParaRP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2000" y="1921682"/>
            <a:ext cx="5472000" cy="4198318"/>
          </a:xfrm>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11" name="Slide Number Placeholder 10">
            <a:extLst>
              <a:ext uri="{FF2B5EF4-FFF2-40B4-BE49-F238E27FC236}">
                <a16:creationId xmlns:a16="http://schemas.microsoft.com/office/drawing/2014/main" id="{F17B7460-0559-435A-9C2F-1B12BC6CE184}"/>
              </a:ext>
            </a:extLst>
          </p:cNvPr>
          <p:cNvSpPr>
            <a:spLocks noGrp="1"/>
          </p:cNvSpPr>
          <p:nvPr>
            <p:ph type="sldNum" sz="quarter" idx="11"/>
          </p:nvPr>
        </p:nvSpPr>
        <p:spPr/>
        <p:txBody>
          <a:bodyPr/>
          <a:lstStyle>
            <a:lvl1pPr>
              <a:defRPr>
                <a:solidFill>
                  <a:schemeClr val="tx1">
                    <a:lumMod val="75000"/>
                    <a:lumOff val="25000"/>
                  </a:schemeClr>
                </a:solidFill>
                <a:latin typeface="SVN-Avo"/>
              </a:defRPr>
            </a:lvl1pPr>
          </a:lstStyle>
          <a:p>
            <a:fld id="{19B51A1E-902D-48AF-9020-955120F399B6}" type="slidenum">
              <a:rPr lang="en-US" noProof="0" smtClean="0">
                <a:latin typeface="SVN-Avo"/>
              </a:rPr>
              <a:pPr/>
              <a:t>‹#›</a:t>
            </a:fld>
            <a:endParaRPr lang="en-US" noProof="0">
              <a:latin typeface="SVN-Avo"/>
            </a:endParaRPr>
          </a:p>
        </p:txBody>
      </p:sp>
      <p:sp>
        <p:nvSpPr>
          <p:cNvPr id="6" name="Title 5">
            <a:extLst>
              <a:ext uri="{FF2B5EF4-FFF2-40B4-BE49-F238E27FC236}">
                <a16:creationId xmlns:a16="http://schemas.microsoft.com/office/drawing/2014/main" id="{03EC6BDA-4EF2-4001-BA40-F8286207C945}"/>
              </a:ext>
            </a:extLst>
          </p:cNvPr>
          <p:cNvSpPr>
            <a:spLocks noGrp="1"/>
          </p:cNvSpPr>
          <p:nvPr>
            <p:ph type="title" hasCustomPrompt="1"/>
          </p:nvPr>
        </p:nvSpPr>
        <p:spPr>
          <a:xfrm>
            <a:off x="432001" y="271168"/>
            <a:ext cx="11340000" cy="360000"/>
          </a:xfrm>
          <a:prstGeom prst="rect">
            <a:avLst/>
          </a:prstGeom>
          <a:noFill/>
        </p:spPr>
        <p:txBody>
          <a:bodyPr>
            <a:normAutofit/>
          </a:bodyPr>
          <a:lstStyle>
            <a:lvl1pPr>
              <a:defRPr sz="2400" spc="300">
                <a:solidFill>
                  <a:srgbClr val="355FAC"/>
                </a:solidFill>
                <a:latin typeface="SVN-Avo"/>
              </a:defRPr>
            </a:lvl1pPr>
          </a:lstStyle>
          <a:p>
            <a:r>
              <a:rPr lang="en-US">
                <a:latin typeface="SVN-Avo"/>
              </a:rPr>
              <a:t>TIÊU ĐỀ MÀU  </a:t>
            </a:r>
            <a:r>
              <a:rPr lang="en-GB" sz="1600" i="0" u="none" strike="noStrike" baseline="0">
                <a:latin typeface="SVN-Avo"/>
              </a:rPr>
              <a:t>#375fac</a:t>
            </a:r>
            <a:endParaRPr lang="en-US" noProof="0">
              <a:latin typeface="SVN-Avo"/>
            </a:endParaRPr>
          </a:p>
        </p:txBody>
      </p:sp>
      <p:sp>
        <p:nvSpPr>
          <p:cNvPr id="14" name="Text Placeholder 4">
            <a:extLst>
              <a:ext uri="{FF2B5EF4-FFF2-40B4-BE49-F238E27FC236}">
                <a16:creationId xmlns:a16="http://schemas.microsoft.com/office/drawing/2014/main" id="{4AC0AC83-4BF5-452E-9148-988027C7496D}"/>
              </a:ext>
            </a:extLst>
          </p:cNvPr>
          <p:cNvSpPr>
            <a:spLocks noGrp="1"/>
          </p:cNvSpPr>
          <p:nvPr>
            <p:ph type="body" sz="quarter" idx="3"/>
          </p:nvPr>
        </p:nvSpPr>
        <p:spPr>
          <a:xfrm>
            <a:off x="6288002" y="1344711"/>
            <a:ext cx="5483996" cy="360000"/>
          </a:xfrm>
        </p:spPr>
        <p:txBody>
          <a:bodyPr vert="horz" lIns="0" tIns="0" rIns="0" bIns="0" rtlCol="0" anchor="ctr">
            <a:noAutofit/>
          </a:bodyPr>
          <a:lstStyle>
            <a:lvl1pPr marL="0" indent="0">
              <a:buNone/>
              <a:defRPr lang="en-US" sz="2000" b="0">
                <a:solidFill>
                  <a:srgbClr val="00B050"/>
                </a:solidFill>
                <a:latin typeface="SVN-Avo"/>
              </a:defRPr>
            </a:lvl1pPr>
          </a:lstStyle>
          <a:p>
            <a:pPr marL="266700" lvl="0" indent="-266700"/>
            <a:r>
              <a:rPr lang="en-US" noProof="0">
                <a:latin typeface="SVN-Avo"/>
              </a:rPr>
              <a:t>Click to edit Master text styles</a:t>
            </a:r>
            <a:endParaRPr>
              <a:latin typeface="SVN-Avo"/>
            </a:endParaRPr>
          </a:p>
        </p:txBody>
      </p:sp>
      <p:sp>
        <p:nvSpPr>
          <p:cNvPr id="16" name="Content Placeholder 5">
            <a:extLst>
              <a:ext uri="{FF2B5EF4-FFF2-40B4-BE49-F238E27FC236}">
                <a16:creationId xmlns:a16="http://schemas.microsoft.com/office/drawing/2014/main" id="{B0B75294-97C0-4F49-A2A0-761663E8AAD2}"/>
              </a:ext>
            </a:extLst>
          </p:cNvPr>
          <p:cNvSpPr>
            <a:spLocks noGrp="1"/>
          </p:cNvSpPr>
          <p:nvPr>
            <p:ph sz="quarter" idx="4"/>
          </p:nvPr>
        </p:nvSpPr>
        <p:spPr>
          <a:xfrm>
            <a:off x="6288002" y="1921683"/>
            <a:ext cx="5483996" cy="4198318"/>
          </a:xfrm>
        </p:spPr>
        <p:txBody>
          <a:body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2" name="Rectangle 1">
            <a:extLst>
              <a:ext uri="{FF2B5EF4-FFF2-40B4-BE49-F238E27FC236}">
                <a16:creationId xmlns:a16="http://schemas.microsoft.com/office/drawing/2014/main" id="{C528D3FC-6C48-2449-BE63-3B4B89BE7D97}"/>
              </a:ext>
            </a:extLst>
          </p:cNvPr>
          <p:cNvSpPr/>
          <p:nvPr userDrawn="1"/>
        </p:nvSpPr>
        <p:spPr>
          <a:xfrm>
            <a:off x="432000" y="723900"/>
            <a:ext cx="11339998" cy="36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latin typeface="SVN-Avo"/>
            </a:endParaRPr>
          </a:p>
        </p:txBody>
      </p:sp>
      <p:pic>
        <p:nvPicPr>
          <p:cNvPr id="10" name="Picture 9">
            <a:extLst>
              <a:ext uri="{FF2B5EF4-FFF2-40B4-BE49-F238E27FC236}">
                <a16:creationId xmlns:a16="http://schemas.microsoft.com/office/drawing/2014/main" id="{046BF272-7CA9-42C1-A7DF-0CE2882C19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Tree>
    <p:extLst>
      <p:ext uri="{BB962C8B-B14F-4D97-AF65-F5344CB8AC3E}">
        <p14:creationId xmlns:p14="http://schemas.microsoft.com/office/powerpoint/2010/main" val="2509955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1999" y="1921682"/>
            <a:ext cx="11339997" cy="4198318"/>
          </a:xfrm>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11" name="Slide Number Placeholder 10">
            <a:extLst>
              <a:ext uri="{FF2B5EF4-FFF2-40B4-BE49-F238E27FC236}">
                <a16:creationId xmlns:a16="http://schemas.microsoft.com/office/drawing/2014/main" id="{F17B7460-0559-435A-9C2F-1B12BC6CE184}"/>
              </a:ext>
            </a:extLst>
          </p:cNvPr>
          <p:cNvSpPr>
            <a:spLocks noGrp="1"/>
          </p:cNvSpPr>
          <p:nvPr>
            <p:ph type="sldNum" sz="quarter" idx="11"/>
          </p:nvPr>
        </p:nvSpPr>
        <p:spPr/>
        <p:txBody>
          <a:bodyPr/>
          <a:lstStyle>
            <a:lvl1pPr>
              <a:defRPr>
                <a:solidFill>
                  <a:schemeClr val="tx1">
                    <a:lumMod val="75000"/>
                    <a:lumOff val="25000"/>
                  </a:schemeClr>
                </a:solidFill>
                <a:latin typeface="SVN-Avo"/>
              </a:defRPr>
            </a:lvl1pPr>
          </a:lstStyle>
          <a:p>
            <a:fld id="{19B51A1E-902D-48AF-9020-955120F399B6}" type="slidenum">
              <a:rPr lang="en-US" noProof="0" smtClean="0">
                <a:latin typeface="SVN-Avo"/>
              </a:rPr>
              <a:pPr/>
              <a:t>‹#›</a:t>
            </a:fld>
            <a:endParaRPr lang="en-US" noProof="0">
              <a:latin typeface="SVN-Avo"/>
            </a:endParaRPr>
          </a:p>
        </p:txBody>
      </p:sp>
      <p:sp>
        <p:nvSpPr>
          <p:cNvPr id="6" name="Title 5">
            <a:extLst>
              <a:ext uri="{FF2B5EF4-FFF2-40B4-BE49-F238E27FC236}">
                <a16:creationId xmlns:a16="http://schemas.microsoft.com/office/drawing/2014/main" id="{03EC6BDA-4EF2-4001-BA40-F8286207C945}"/>
              </a:ext>
            </a:extLst>
          </p:cNvPr>
          <p:cNvSpPr>
            <a:spLocks noGrp="1"/>
          </p:cNvSpPr>
          <p:nvPr>
            <p:ph type="title" hasCustomPrompt="1"/>
          </p:nvPr>
        </p:nvSpPr>
        <p:spPr>
          <a:xfrm>
            <a:off x="432001" y="271168"/>
            <a:ext cx="11340000" cy="360000"/>
          </a:xfrm>
          <a:prstGeom prst="rect">
            <a:avLst/>
          </a:prstGeom>
          <a:noFill/>
        </p:spPr>
        <p:txBody>
          <a:bodyPr>
            <a:normAutofit/>
          </a:bodyPr>
          <a:lstStyle>
            <a:lvl1pPr>
              <a:defRPr sz="2400" spc="300">
                <a:solidFill>
                  <a:srgbClr val="355FAC"/>
                </a:solidFill>
                <a:latin typeface="SVN-Avo"/>
              </a:defRPr>
            </a:lvl1pPr>
          </a:lstStyle>
          <a:p>
            <a:r>
              <a:rPr lang="en-US">
                <a:latin typeface="SVN-Avo"/>
              </a:rPr>
              <a:t>TIÊU ĐỀ MÀU  </a:t>
            </a:r>
            <a:r>
              <a:rPr lang="en-GB" sz="1800" i="0" u="none" strike="noStrike" baseline="0">
                <a:latin typeface="SVN-Avo"/>
              </a:rPr>
              <a:t>#375fac</a:t>
            </a:r>
            <a:endParaRPr lang="en-US" noProof="0">
              <a:latin typeface="SVN-Avo"/>
            </a:endParaRPr>
          </a:p>
        </p:txBody>
      </p:sp>
      <p:sp>
        <p:nvSpPr>
          <p:cNvPr id="2" name="Rectangle 1">
            <a:extLst>
              <a:ext uri="{FF2B5EF4-FFF2-40B4-BE49-F238E27FC236}">
                <a16:creationId xmlns:a16="http://schemas.microsoft.com/office/drawing/2014/main" id="{C528D3FC-6C48-2449-BE63-3B4B89BE7D97}"/>
              </a:ext>
            </a:extLst>
          </p:cNvPr>
          <p:cNvSpPr/>
          <p:nvPr userDrawn="1"/>
        </p:nvSpPr>
        <p:spPr>
          <a:xfrm>
            <a:off x="432000" y="723900"/>
            <a:ext cx="11339998" cy="36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latin typeface="SVN-Avo"/>
            </a:endParaRPr>
          </a:p>
        </p:txBody>
      </p:sp>
      <p:pic>
        <p:nvPicPr>
          <p:cNvPr id="10" name="Picture 9">
            <a:extLst>
              <a:ext uri="{FF2B5EF4-FFF2-40B4-BE49-F238E27FC236}">
                <a16:creationId xmlns:a16="http://schemas.microsoft.com/office/drawing/2014/main" id="{046BF272-7CA9-42C1-A7DF-0CE2882C19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Tree>
    <p:extLst>
      <p:ext uri="{BB962C8B-B14F-4D97-AF65-F5344CB8AC3E}">
        <p14:creationId xmlns:p14="http://schemas.microsoft.com/office/powerpoint/2010/main" val="390890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1344711"/>
            <a:ext cx="3600000" cy="360000"/>
          </a:xfrm>
        </p:spPr>
        <p:txBody>
          <a:bodyPr anchor="ctr"/>
          <a:lstStyle>
            <a:lvl1pPr marL="0" indent="0" algn="ctr">
              <a:buNone/>
              <a:defRPr sz="1600" b="0">
                <a:solidFill>
                  <a:srgbClr val="00B050"/>
                </a:solidFill>
                <a:latin typeface="SVN-Avo"/>
              </a:defRPr>
            </a:lvl1pPr>
            <a:lvl2pPr marL="457200" indent="0">
              <a:buNone/>
              <a:defRPr sz="2000" b="1">
                <a:latin typeface="SVN-Avo"/>
              </a:defRPr>
            </a:lvl2pPr>
            <a:lvl3pPr marL="914400" indent="0">
              <a:buNone/>
              <a:defRPr sz="1800" b="1">
                <a:latin typeface="SVN-Avo"/>
              </a:defRPr>
            </a:lvl3pPr>
            <a:lvl4pPr marL="1371600" indent="0">
              <a:buNone/>
              <a:defRPr sz="1600" b="1">
                <a:latin typeface="SVN-Avo"/>
              </a:defRPr>
            </a:lvl4pPr>
            <a:lvl5pPr marL="1828800" indent="0">
              <a:buNone/>
              <a:defRPr sz="1600" b="1">
                <a:latin typeface="SVN-Avo"/>
              </a:defRPr>
            </a:lvl5pPr>
            <a:lvl6pPr marL="2286000" indent="0">
              <a:buNone/>
              <a:defRPr sz="1600" b="1">
                <a:latin typeface="SVN-Avo"/>
              </a:defRPr>
            </a:lvl6pPr>
            <a:lvl7pPr marL="2743200" indent="0">
              <a:buNone/>
              <a:defRPr sz="1600" b="1">
                <a:latin typeface="SVN-Avo"/>
              </a:defRPr>
            </a:lvl7pPr>
            <a:lvl8pPr marL="3200400" indent="0">
              <a:buNone/>
              <a:defRPr sz="1600" b="1">
                <a:latin typeface="SVN-Avo"/>
              </a:defRPr>
            </a:lvl8pPr>
            <a:lvl9pPr marL="3657600" indent="0">
              <a:buNone/>
              <a:defRPr sz="1600" b="1">
                <a:latin typeface="SVN-Avo"/>
              </a:defRPr>
            </a:lvl9pPr>
          </a:lstStyle>
          <a:p>
            <a:pPr lvl="0"/>
            <a:r>
              <a:rPr lang="en-US" noProof="0">
                <a:latin typeface="SVN-Avo"/>
              </a:rPr>
              <a:t>Click to edit Master text styles</a:t>
            </a:r>
            <a:endParaRPr>
              <a:latin typeface="SVN-Avo"/>
            </a:endParaRPr>
          </a:p>
        </p:txBody>
      </p:sp>
      <p:sp>
        <p:nvSpPr>
          <p:cNvPr id="11" name="Slide Number Placeholder 10">
            <a:extLst>
              <a:ext uri="{FF2B5EF4-FFF2-40B4-BE49-F238E27FC236}">
                <a16:creationId xmlns:a16="http://schemas.microsoft.com/office/drawing/2014/main" id="{F17B7460-0559-435A-9C2F-1B12BC6CE184}"/>
              </a:ext>
            </a:extLst>
          </p:cNvPr>
          <p:cNvSpPr>
            <a:spLocks noGrp="1"/>
          </p:cNvSpPr>
          <p:nvPr>
            <p:ph type="sldNum" sz="quarter" idx="11"/>
          </p:nvPr>
        </p:nvSpPr>
        <p:spPr/>
        <p:txBody>
          <a:bodyPr/>
          <a:lstStyle>
            <a:lvl1pPr>
              <a:defRPr>
                <a:solidFill>
                  <a:schemeClr val="tx1">
                    <a:lumMod val="75000"/>
                    <a:lumOff val="25000"/>
                  </a:schemeClr>
                </a:solidFill>
                <a:latin typeface="SVN-Avo"/>
              </a:defRPr>
            </a:lvl1pPr>
          </a:lstStyle>
          <a:p>
            <a:fld id="{19B51A1E-902D-48AF-9020-955120F399B6}" type="slidenum">
              <a:rPr lang="en-US" noProof="0" smtClean="0">
                <a:latin typeface="SVN-Avo"/>
              </a:rPr>
              <a:pPr/>
              <a:t>‹#›</a:t>
            </a:fld>
            <a:endParaRPr lang="en-US" noProof="0">
              <a:latin typeface="SVN-Avo"/>
            </a:endParaRPr>
          </a:p>
        </p:txBody>
      </p:sp>
      <p:sp>
        <p:nvSpPr>
          <p:cNvPr id="6" name="Title 5">
            <a:extLst>
              <a:ext uri="{FF2B5EF4-FFF2-40B4-BE49-F238E27FC236}">
                <a16:creationId xmlns:a16="http://schemas.microsoft.com/office/drawing/2014/main" id="{03EC6BDA-4EF2-4001-BA40-F8286207C945}"/>
              </a:ext>
            </a:extLst>
          </p:cNvPr>
          <p:cNvSpPr>
            <a:spLocks noGrp="1"/>
          </p:cNvSpPr>
          <p:nvPr>
            <p:ph type="title" hasCustomPrompt="1"/>
          </p:nvPr>
        </p:nvSpPr>
        <p:spPr>
          <a:xfrm>
            <a:off x="432001" y="271168"/>
            <a:ext cx="11340000" cy="360000"/>
          </a:xfrm>
          <a:prstGeom prst="rect">
            <a:avLst/>
          </a:prstGeom>
          <a:noFill/>
        </p:spPr>
        <p:txBody>
          <a:bodyPr>
            <a:normAutofit/>
          </a:bodyPr>
          <a:lstStyle>
            <a:lvl1pPr>
              <a:defRPr sz="2400" spc="300">
                <a:solidFill>
                  <a:srgbClr val="355FAC"/>
                </a:solidFill>
                <a:latin typeface="SVN-Avo"/>
              </a:defRPr>
            </a:lvl1pPr>
          </a:lstStyle>
          <a:p>
            <a:r>
              <a:rPr lang="en-US">
                <a:latin typeface="SVN-Avo"/>
              </a:rPr>
              <a:t>TIÊU ĐỀ MÀU  </a:t>
            </a:r>
            <a:r>
              <a:rPr lang="en-GB" sz="1600" i="0" u="none" strike="noStrike" baseline="0">
                <a:latin typeface="SVN-Avo"/>
              </a:rPr>
              <a:t>#375fac</a:t>
            </a:r>
            <a:endParaRPr lang="en-US" noProof="0">
              <a:latin typeface="SVN-Avo"/>
            </a:endParaRPr>
          </a:p>
        </p:txBody>
      </p:sp>
      <p:sp>
        <p:nvSpPr>
          <p:cNvPr id="2" name="Rectangle 1">
            <a:extLst>
              <a:ext uri="{FF2B5EF4-FFF2-40B4-BE49-F238E27FC236}">
                <a16:creationId xmlns:a16="http://schemas.microsoft.com/office/drawing/2014/main" id="{C528D3FC-6C48-2449-BE63-3B4B89BE7D97}"/>
              </a:ext>
            </a:extLst>
          </p:cNvPr>
          <p:cNvSpPr/>
          <p:nvPr userDrawn="1"/>
        </p:nvSpPr>
        <p:spPr>
          <a:xfrm>
            <a:off x="432000" y="723900"/>
            <a:ext cx="11339998" cy="36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latin typeface="SVN-Avo"/>
            </a:endParaRPr>
          </a:p>
        </p:txBody>
      </p:sp>
      <p:sp>
        <p:nvSpPr>
          <p:cNvPr id="10" name="Content Placeholder 2">
            <a:extLst>
              <a:ext uri="{FF2B5EF4-FFF2-40B4-BE49-F238E27FC236}">
                <a16:creationId xmlns:a16="http://schemas.microsoft.com/office/drawing/2014/main" id="{147F3E59-BFE8-3743-B8F7-3E3457719C60}"/>
              </a:ext>
            </a:extLst>
          </p:cNvPr>
          <p:cNvSpPr>
            <a:spLocks noGrp="1"/>
          </p:cNvSpPr>
          <p:nvPr>
            <p:ph idx="15"/>
          </p:nvPr>
        </p:nvSpPr>
        <p:spPr>
          <a:xfrm>
            <a:off x="432000" y="1921680"/>
            <a:ext cx="3600000" cy="4198319"/>
          </a:xfrm>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12" name="Comparison Left Placeholder 1">
            <a:extLst>
              <a:ext uri="{FF2B5EF4-FFF2-40B4-BE49-F238E27FC236}">
                <a16:creationId xmlns:a16="http://schemas.microsoft.com/office/drawing/2014/main" id="{70EBC2C9-53F0-4F48-A937-BC0954590AD2}"/>
              </a:ext>
            </a:extLst>
          </p:cNvPr>
          <p:cNvSpPr>
            <a:spLocks noGrp="1"/>
          </p:cNvSpPr>
          <p:nvPr>
            <p:ph type="body" idx="16"/>
          </p:nvPr>
        </p:nvSpPr>
        <p:spPr>
          <a:xfrm>
            <a:off x="4309519" y="1347944"/>
            <a:ext cx="3600000" cy="360000"/>
          </a:xfrm>
        </p:spPr>
        <p:txBody>
          <a:bodyPr anchor="ctr"/>
          <a:lstStyle>
            <a:lvl1pPr marL="0" indent="0" algn="ctr">
              <a:buNone/>
              <a:defRPr sz="1600" b="0">
                <a:solidFill>
                  <a:srgbClr val="00B050"/>
                </a:solidFill>
                <a:latin typeface="SVN-Avo"/>
              </a:defRPr>
            </a:lvl1pPr>
            <a:lvl2pPr marL="457200" indent="0">
              <a:buNone/>
              <a:defRPr sz="2000" b="1">
                <a:latin typeface="SVN-Avo"/>
              </a:defRPr>
            </a:lvl2pPr>
            <a:lvl3pPr marL="914400" indent="0">
              <a:buNone/>
              <a:defRPr sz="1800" b="1">
                <a:latin typeface="SVN-Avo"/>
              </a:defRPr>
            </a:lvl3pPr>
            <a:lvl4pPr marL="1371600" indent="0">
              <a:buNone/>
              <a:defRPr sz="1600" b="1">
                <a:latin typeface="SVN-Avo"/>
              </a:defRPr>
            </a:lvl4pPr>
            <a:lvl5pPr marL="1828800" indent="0">
              <a:buNone/>
              <a:defRPr sz="1600" b="1">
                <a:latin typeface="SVN-Avo"/>
              </a:defRPr>
            </a:lvl5pPr>
            <a:lvl6pPr marL="2286000" indent="0">
              <a:buNone/>
              <a:defRPr sz="1600" b="1">
                <a:latin typeface="SVN-Avo"/>
              </a:defRPr>
            </a:lvl6pPr>
            <a:lvl7pPr marL="2743200" indent="0">
              <a:buNone/>
              <a:defRPr sz="1600" b="1">
                <a:latin typeface="SVN-Avo"/>
              </a:defRPr>
            </a:lvl7pPr>
            <a:lvl8pPr marL="3200400" indent="0">
              <a:buNone/>
              <a:defRPr sz="1600" b="1">
                <a:latin typeface="SVN-Avo"/>
              </a:defRPr>
            </a:lvl8pPr>
            <a:lvl9pPr marL="3657600" indent="0">
              <a:buNone/>
              <a:defRPr sz="1600" b="1">
                <a:latin typeface="SVN-Avo"/>
              </a:defRPr>
            </a:lvl9pPr>
          </a:lstStyle>
          <a:p>
            <a:pPr lvl="0"/>
            <a:r>
              <a:rPr lang="en-US" noProof="0">
                <a:latin typeface="SVN-Avo"/>
              </a:rPr>
              <a:t>Click to edit Master text styles</a:t>
            </a:r>
            <a:endParaRPr>
              <a:latin typeface="SVN-Avo"/>
            </a:endParaRPr>
          </a:p>
        </p:txBody>
      </p:sp>
      <p:sp>
        <p:nvSpPr>
          <p:cNvPr id="13" name="Content Placeholder 2">
            <a:extLst>
              <a:ext uri="{FF2B5EF4-FFF2-40B4-BE49-F238E27FC236}">
                <a16:creationId xmlns:a16="http://schemas.microsoft.com/office/drawing/2014/main" id="{4BE72AF0-FDD2-0F46-80CC-590175CB3AFA}"/>
              </a:ext>
            </a:extLst>
          </p:cNvPr>
          <p:cNvSpPr>
            <a:spLocks noGrp="1"/>
          </p:cNvSpPr>
          <p:nvPr>
            <p:ph idx="17"/>
          </p:nvPr>
        </p:nvSpPr>
        <p:spPr>
          <a:xfrm>
            <a:off x="4309519" y="1935781"/>
            <a:ext cx="3600000" cy="4198319"/>
          </a:xfrm>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15" name="Comparison Left Placeholder 1">
            <a:extLst>
              <a:ext uri="{FF2B5EF4-FFF2-40B4-BE49-F238E27FC236}">
                <a16:creationId xmlns:a16="http://schemas.microsoft.com/office/drawing/2014/main" id="{C3ECF561-9BAF-964E-8B65-4B1B89CCB897}"/>
              </a:ext>
            </a:extLst>
          </p:cNvPr>
          <p:cNvSpPr>
            <a:spLocks noGrp="1"/>
          </p:cNvSpPr>
          <p:nvPr>
            <p:ph type="body" idx="18"/>
          </p:nvPr>
        </p:nvSpPr>
        <p:spPr>
          <a:xfrm>
            <a:off x="8187038" y="1369908"/>
            <a:ext cx="3600000" cy="360000"/>
          </a:xfrm>
        </p:spPr>
        <p:txBody>
          <a:bodyPr anchor="ctr"/>
          <a:lstStyle>
            <a:lvl1pPr marL="0" indent="0" algn="ctr">
              <a:buNone/>
              <a:defRPr sz="1600" b="0">
                <a:solidFill>
                  <a:srgbClr val="00B050"/>
                </a:solidFill>
                <a:latin typeface="SVN-Avo"/>
              </a:defRPr>
            </a:lvl1pPr>
            <a:lvl2pPr marL="457200" indent="0">
              <a:buNone/>
              <a:defRPr sz="2000" b="1">
                <a:latin typeface="SVN-Avo"/>
              </a:defRPr>
            </a:lvl2pPr>
            <a:lvl3pPr marL="914400" indent="0">
              <a:buNone/>
              <a:defRPr sz="1800" b="1">
                <a:latin typeface="SVN-Avo"/>
              </a:defRPr>
            </a:lvl3pPr>
            <a:lvl4pPr marL="1371600" indent="0">
              <a:buNone/>
              <a:defRPr sz="1600" b="1">
                <a:latin typeface="SVN-Avo"/>
              </a:defRPr>
            </a:lvl4pPr>
            <a:lvl5pPr marL="1828800" indent="0">
              <a:buNone/>
              <a:defRPr sz="1600" b="1">
                <a:latin typeface="SVN-Avo"/>
              </a:defRPr>
            </a:lvl5pPr>
            <a:lvl6pPr marL="2286000" indent="0">
              <a:buNone/>
              <a:defRPr sz="1600" b="1">
                <a:latin typeface="SVN-Avo"/>
              </a:defRPr>
            </a:lvl6pPr>
            <a:lvl7pPr marL="2743200" indent="0">
              <a:buNone/>
              <a:defRPr sz="1600" b="1">
                <a:latin typeface="SVN-Avo"/>
              </a:defRPr>
            </a:lvl7pPr>
            <a:lvl8pPr marL="3200400" indent="0">
              <a:buNone/>
              <a:defRPr sz="1600" b="1">
                <a:latin typeface="SVN-Avo"/>
              </a:defRPr>
            </a:lvl8pPr>
            <a:lvl9pPr marL="3657600" indent="0">
              <a:buNone/>
              <a:defRPr sz="1600" b="1">
                <a:latin typeface="SVN-Avo"/>
              </a:defRPr>
            </a:lvl9pPr>
          </a:lstStyle>
          <a:p>
            <a:pPr lvl="0"/>
            <a:r>
              <a:rPr lang="en-US" noProof="0">
                <a:latin typeface="SVN-Avo"/>
              </a:rPr>
              <a:t>Click to edit Master text styles</a:t>
            </a:r>
            <a:endParaRPr>
              <a:latin typeface="SVN-Avo"/>
            </a:endParaRPr>
          </a:p>
        </p:txBody>
      </p:sp>
      <p:sp>
        <p:nvSpPr>
          <p:cNvPr id="17" name="Content Placeholder 2">
            <a:extLst>
              <a:ext uri="{FF2B5EF4-FFF2-40B4-BE49-F238E27FC236}">
                <a16:creationId xmlns:a16="http://schemas.microsoft.com/office/drawing/2014/main" id="{E06B9BE0-2879-3744-9B3B-38441CF20F0A}"/>
              </a:ext>
            </a:extLst>
          </p:cNvPr>
          <p:cNvSpPr>
            <a:spLocks noGrp="1"/>
          </p:cNvSpPr>
          <p:nvPr>
            <p:ph idx="19"/>
          </p:nvPr>
        </p:nvSpPr>
        <p:spPr>
          <a:xfrm>
            <a:off x="8187038" y="1921680"/>
            <a:ext cx="3600000" cy="4198319"/>
          </a:xfrm>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pic>
        <p:nvPicPr>
          <p:cNvPr id="14" name="Picture 13">
            <a:extLst>
              <a:ext uri="{FF2B5EF4-FFF2-40B4-BE49-F238E27FC236}">
                <a16:creationId xmlns:a16="http://schemas.microsoft.com/office/drawing/2014/main" id="{CDF54672-9C92-43A3-9323-D491E3E8AAE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Tree>
    <p:extLst>
      <p:ext uri="{BB962C8B-B14F-4D97-AF65-F5344CB8AC3E}">
        <p14:creationId xmlns:p14="http://schemas.microsoft.com/office/powerpoint/2010/main" val="1840086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670CCAB-6ED4-48BC-8A8A-C2C835D5D77E}"/>
              </a:ext>
            </a:extLst>
          </p:cNvPr>
          <p:cNvSpPr>
            <a:spLocks noGrp="1"/>
          </p:cNvSpPr>
          <p:nvPr>
            <p:ph type="pic" sz="quarter" idx="14" hasCustomPrompt="1"/>
          </p:nvPr>
        </p:nvSpPr>
        <p:spPr>
          <a:xfrm>
            <a:off x="0" y="0"/>
            <a:ext cx="12192000" cy="6191250"/>
          </a:xfrm>
          <a:solidFill>
            <a:schemeClr val="bg1">
              <a:lumMod val="95000"/>
            </a:schemeClr>
          </a:solidFill>
        </p:spPr>
        <p:txBody>
          <a:bodyPr vert="horz" wrap="square" lIns="0" tIns="0" rIns="0" bIns="0" rtlCol="0" anchor="ctr">
            <a:noAutofit/>
          </a:bodyPr>
          <a:lstStyle>
            <a:lvl1pPr marL="0" indent="0" algn="ctr">
              <a:buNone/>
              <a:defRPr lang="en-ZA" sz="1200" i="1">
                <a:latin typeface="SVN-Avo" panose="02020603050405020304" pitchFamily="18" charset="0"/>
                <a:cs typeface="Times New Roman" panose="02020603050405020304" pitchFamily="18" charset="0"/>
              </a:defRPr>
            </a:lvl1pPr>
          </a:lstStyle>
          <a:p>
            <a:pPr marL="266700" lvl="0" indent="-266700" algn="ctr"/>
            <a:r>
              <a:rPr lang="en-US" noProof="0">
                <a:latin typeface="SVN-Avo"/>
              </a:rPr>
              <a:t>Insert or Drag &amp; Drop your Photo</a:t>
            </a:r>
            <a:endParaRPr>
              <a:latin typeface="SVN-Avo"/>
            </a:endParaRP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32000" y="5231739"/>
            <a:ext cx="5472000" cy="539345"/>
          </a:xfrm>
          <a:solidFill>
            <a:schemeClr val="bg1"/>
          </a:solidFill>
        </p:spPr>
        <p:txBody>
          <a:bodyPr lIns="180000" anchor="ctr"/>
          <a:lstStyle>
            <a:lvl1pPr marL="0" indent="0">
              <a:buNone/>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Enter your caption</a:t>
            </a:r>
            <a:endParaRPr>
              <a:latin typeface="SVN-Avo"/>
            </a:endParaRPr>
          </a:p>
        </p:txBody>
      </p:sp>
      <p:sp>
        <p:nvSpPr>
          <p:cNvPr id="9" name="Slide Number Placeholder 8">
            <a:extLst>
              <a:ext uri="{FF2B5EF4-FFF2-40B4-BE49-F238E27FC236}">
                <a16:creationId xmlns:a16="http://schemas.microsoft.com/office/drawing/2014/main" id="{0A29F8B3-4723-4928-83E5-76C29D05F2FE}"/>
              </a:ext>
            </a:extLst>
          </p:cNvPr>
          <p:cNvSpPr>
            <a:spLocks noGrp="1"/>
          </p:cNvSpPr>
          <p:nvPr>
            <p:ph type="sldNum" sz="quarter" idx="11"/>
          </p:nvPr>
        </p:nvSpPr>
        <p:spPr/>
        <p:txBody>
          <a:bodyPr/>
          <a:lstStyle>
            <a:lvl1pPr>
              <a:defRPr>
                <a:solidFill>
                  <a:schemeClr val="tx1">
                    <a:lumMod val="75000"/>
                    <a:lumOff val="25000"/>
                  </a:schemeClr>
                </a:solidFill>
                <a:latin typeface="SVN-Avo"/>
              </a:defRPr>
            </a:lvl1pPr>
          </a:lstStyle>
          <a:p>
            <a:fld id="{19B51A1E-902D-48AF-9020-955120F399B6}" type="slidenum">
              <a:rPr lang="en-US" noProof="0" smtClean="0">
                <a:latin typeface="SVN-Avo"/>
              </a:rPr>
              <a:pPr/>
              <a:t>‹#›</a:t>
            </a:fld>
            <a:endParaRPr lang="en-US" noProof="0">
              <a:latin typeface="SVN-Avo"/>
            </a:endParaRPr>
          </a:p>
        </p:txBody>
      </p:sp>
      <p:sp>
        <p:nvSpPr>
          <p:cNvPr id="2" name="Title 1">
            <a:extLst>
              <a:ext uri="{FF2B5EF4-FFF2-40B4-BE49-F238E27FC236}">
                <a16:creationId xmlns:a16="http://schemas.microsoft.com/office/drawing/2014/main" id="{9C2F662E-807E-41B5-8931-9847713E51BA}"/>
              </a:ext>
            </a:extLst>
          </p:cNvPr>
          <p:cNvSpPr>
            <a:spLocks noGrp="1"/>
          </p:cNvSpPr>
          <p:nvPr>
            <p:ph type="title" hasCustomPrompt="1"/>
          </p:nvPr>
        </p:nvSpPr>
        <p:spPr>
          <a:xfrm>
            <a:off x="516834" y="432000"/>
            <a:ext cx="11255165" cy="695740"/>
          </a:xfrm>
          <a:prstGeom prst="rect">
            <a:avLst/>
          </a:prstGeom>
        </p:spPr>
        <p:txBody>
          <a:bodyPr/>
          <a:lstStyle>
            <a:lvl1pPr>
              <a:defRPr spc="300">
                <a:solidFill>
                  <a:srgbClr val="355FAC"/>
                </a:solidFill>
                <a:latin typeface="SVN-Avo"/>
              </a:defRPr>
            </a:lvl1pPr>
          </a:lstStyle>
          <a:p>
            <a:r>
              <a:rPr lang="en-US" noProof="0">
                <a:latin typeface="SVN-Avo"/>
              </a:rPr>
              <a:t>CLICK TO EDIT MASTER TITLE STYLE</a:t>
            </a:r>
            <a:endParaRPr>
              <a:latin typeface="SVN-Avo"/>
            </a:endParaRPr>
          </a:p>
        </p:txBody>
      </p:sp>
      <p:pic>
        <p:nvPicPr>
          <p:cNvPr id="7" name="Picture 6">
            <a:extLst>
              <a:ext uri="{FF2B5EF4-FFF2-40B4-BE49-F238E27FC236}">
                <a16:creationId xmlns:a16="http://schemas.microsoft.com/office/drawing/2014/main" id="{DF601ABF-4326-414E-8FA2-2FF7AFA78DC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Tree>
    <p:extLst>
      <p:ext uri="{BB962C8B-B14F-4D97-AF65-F5344CB8AC3E}">
        <p14:creationId xmlns:p14="http://schemas.microsoft.com/office/powerpoint/2010/main" val="588078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hank Yo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D783E-C98E-4288-A0F0-6F329CF05068}"/>
              </a:ext>
            </a:extLst>
          </p:cNvPr>
          <p:cNvSpPr>
            <a:spLocks noGrp="1"/>
          </p:cNvSpPr>
          <p:nvPr>
            <p:ph type="title" hasCustomPrompt="1"/>
          </p:nvPr>
        </p:nvSpPr>
        <p:spPr>
          <a:xfrm>
            <a:off x="1" y="0"/>
            <a:ext cx="5105400" cy="6858000"/>
          </a:xfrm>
          <a:prstGeom prst="rect">
            <a:avLst/>
          </a:prstGeom>
          <a:solidFill>
            <a:schemeClr val="bg1">
              <a:alpha val="90000"/>
            </a:schemeClr>
          </a:solidFill>
        </p:spPr>
        <p:txBody>
          <a:bodyPr vert="horz" lIns="720000" tIns="0" rIns="72000" bIns="2160000" rtlCol="0" anchor="b">
            <a:noAutofit/>
          </a:bodyPr>
          <a:lstStyle>
            <a:lvl1pPr>
              <a:defRPr lang="en-ZA" sz="5000" b="0" i="1">
                <a:solidFill>
                  <a:srgbClr val="355FAC"/>
                </a:solidFill>
                <a:latin typeface="SVN-Avo"/>
                <a:ea typeface="+mn-ea"/>
                <a:cs typeface="+mn-cs"/>
              </a:defRPr>
            </a:lvl1pPr>
          </a:lstStyle>
          <a:p>
            <a:pPr marL="0" lvl="0" indent="0">
              <a:spcBef>
                <a:spcPts val="1000"/>
              </a:spcBef>
              <a:buClr>
                <a:schemeClr val="accent1"/>
              </a:buClr>
              <a:buFont typeface="Corbel" panose="020B0503020204020204" pitchFamily="34" charset="0"/>
            </a:pPr>
            <a:r>
              <a:rPr lang="en-US" noProof="0">
                <a:latin typeface="SVN-Avo"/>
              </a:rPr>
              <a:t>Thank You</a:t>
            </a:r>
            <a:endParaRPr>
              <a:latin typeface="SVN-Avo"/>
            </a:endParaRPr>
          </a:p>
        </p:txBody>
      </p:sp>
      <p:sp>
        <p:nvSpPr>
          <p:cNvPr id="7" name="Text Placeholder 5">
            <a:extLst>
              <a:ext uri="{FF2B5EF4-FFF2-40B4-BE49-F238E27FC236}">
                <a16:creationId xmlns:a16="http://schemas.microsoft.com/office/drawing/2014/main" id="{C2C3F9C0-F4DC-42CB-8D24-DC1D94CDD1C2}"/>
              </a:ext>
            </a:extLst>
          </p:cNvPr>
          <p:cNvSpPr>
            <a:spLocks noGrp="1"/>
          </p:cNvSpPr>
          <p:nvPr>
            <p:ph type="body" sz="quarter" idx="15" hasCustomPrompt="1"/>
          </p:nvPr>
        </p:nvSpPr>
        <p:spPr>
          <a:xfrm>
            <a:off x="769601" y="4807513"/>
            <a:ext cx="3201376" cy="288000"/>
          </a:xfrm>
        </p:spPr>
        <p:txBody>
          <a:bodyPr/>
          <a:lstStyle>
            <a:lvl1pPr marL="0" indent="0">
              <a:buNone/>
              <a:defRPr>
                <a:latin typeface="SVN-Avo"/>
              </a:defRPr>
            </a:lvl1pPr>
            <a:lvl2pPr marL="266700" indent="0">
              <a:buNone/>
              <a:defRPr>
                <a:latin typeface="SVN-Avo"/>
              </a:defRPr>
            </a:lvl2pPr>
            <a:lvl3pPr marL="542925" indent="0">
              <a:buNone/>
              <a:defRPr>
                <a:latin typeface="SVN-Avo"/>
              </a:defRPr>
            </a:lvl3pPr>
            <a:lvl4pPr marL="809625" indent="0">
              <a:buNone/>
              <a:defRPr>
                <a:latin typeface="SVN-Avo"/>
              </a:defRPr>
            </a:lvl4pPr>
            <a:lvl5pPr marL="1076325" indent="0">
              <a:buNone/>
              <a:defRPr>
                <a:latin typeface="SVN-Avo"/>
              </a:defRPr>
            </a:lvl5pPr>
          </a:lstStyle>
          <a:p>
            <a:pPr lvl="0"/>
            <a:r>
              <a:rPr lang="en-US" noProof="0">
                <a:latin typeface="SVN-Avo"/>
              </a:rPr>
              <a:t>Full Name</a:t>
            </a:r>
            <a:endParaRPr>
              <a:latin typeface="SVN-Avo"/>
            </a:endParaRPr>
          </a:p>
        </p:txBody>
      </p:sp>
      <p:sp>
        <p:nvSpPr>
          <p:cNvPr id="8" name="Text Placeholder 6">
            <a:extLst>
              <a:ext uri="{FF2B5EF4-FFF2-40B4-BE49-F238E27FC236}">
                <a16:creationId xmlns:a16="http://schemas.microsoft.com/office/drawing/2014/main" id="{530230A8-0A94-448D-8C01-BBDCD6E2DA8D}"/>
              </a:ext>
            </a:extLst>
          </p:cNvPr>
          <p:cNvSpPr>
            <a:spLocks noGrp="1"/>
          </p:cNvSpPr>
          <p:nvPr>
            <p:ph type="body" sz="quarter" idx="16" hasCustomPrompt="1"/>
          </p:nvPr>
        </p:nvSpPr>
        <p:spPr>
          <a:xfrm>
            <a:off x="769601" y="5185801"/>
            <a:ext cx="3201376" cy="288000"/>
          </a:xfrm>
        </p:spPr>
        <p:txBody>
          <a:bodyPr/>
          <a:lstStyle>
            <a:lvl1pPr marL="0" indent="0">
              <a:buNone/>
              <a:defRPr>
                <a:latin typeface="SVN-Avo"/>
              </a:defRPr>
            </a:lvl1pPr>
            <a:lvl2pPr marL="266700" indent="0">
              <a:buNone/>
              <a:defRPr>
                <a:latin typeface="SVN-Avo"/>
              </a:defRPr>
            </a:lvl2pPr>
            <a:lvl3pPr marL="542925" indent="0">
              <a:buNone/>
              <a:defRPr>
                <a:latin typeface="SVN-Avo"/>
              </a:defRPr>
            </a:lvl3pPr>
            <a:lvl4pPr marL="809625" indent="0">
              <a:buNone/>
              <a:defRPr>
                <a:latin typeface="SVN-Avo"/>
              </a:defRPr>
            </a:lvl4pPr>
            <a:lvl5pPr marL="1076325" indent="0">
              <a:buNone/>
              <a:defRPr>
                <a:latin typeface="SVN-Avo"/>
              </a:defRPr>
            </a:lvl5pPr>
          </a:lstStyle>
          <a:p>
            <a:pPr lvl="0"/>
            <a:r>
              <a:rPr lang="en-US" noProof="0">
                <a:latin typeface="SVN-Avo"/>
              </a:rPr>
              <a:t>Phone Number</a:t>
            </a:r>
            <a:endParaRPr>
              <a:latin typeface="SVN-Avo"/>
            </a:endParaRPr>
          </a:p>
        </p:txBody>
      </p:sp>
      <p:sp>
        <p:nvSpPr>
          <p:cNvPr id="9" name="Text Placeholder 7">
            <a:extLst>
              <a:ext uri="{FF2B5EF4-FFF2-40B4-BE49-F238E27FC236}">
                <a16:creationId xmlns:a16="http://schemas.microsoft.com/office/drawing/2014/main" id="{FEC115A6-CCC7-498D-A3CD-C0C51DA32A3D}"/>
              </a:ext>
            </a:extLst>
          </p:cNvPr>
          <p:cNvSpPr>
            <a:spLocks noGrp="1"/>
          </p:cNvSpPr>
          <p:nvPr>
            <p:ph type="body" sz="quarter" idx="17" hasCustomPrompt="1"/>
          </p:nvPr>
        </p:nvSpPr>
        <p:spPr>
          <a:xfrm>
            <a:off x="769601" y="5564089"/>
            <a:ext cx="3201376" cy="288000"/>
          </a:xfrm>
        </p:spPr>
        <p:txBody>
          <a:bodyPr/>
          <a:lstStyle>
            <a:lvl1pPr marL="0" indent="0">
              <a:buNone/>
              <a:defRPr>
                <a:latin typeface="SVN-Avo"/>
              </a:defRPr>
            </a:lvl1pPr>
            <a:lvl2pPr marL="266700" indent="0">
              <a:buNone/>
              <a:defRPr>
                <a:latin typeface="SVN-Avo"/>
              </a:defRPr>
            </a:lvl2pPr>
            <a:lvl3pPr marL="542925" indent="0">
              <a:buNone/>
              <a:defRPr>
                <a:latin typeface="SVN-Avo"/>
              </a:defRPr>
            </a:lvl3pPr>
            <a:lvl4pPr marL="809625" indent="0">
              <a:buNone/>
              <a:defRPr>
                <a:latin typeface="SVN-Avo"/>
              </a:defRPr>
            </a:lvl4pPr>
            <a:lvl5pPr marL="1076325" indent="0">
              <a:buNone/>
              <a:defRPr>
                <a:latin typeface="SVN-Avo"/>
              </a:defRPr>
            </a:lvl5pPr>
          </a:lstStyle>
          <a:p>
            <a:pPr lvl="0"/>
            <a:r>
              <a:rPr lang="en-US" noProof="0">
                <a:latin typeface="SVN-Avo"/>
              </a:rPr>
              <a:t>Email or Social Media Handle</a:t>
            </a:r>
            <a:endParaRPr>
              <a:latin typeface="SVN-Avo"/>
            </a:endParaRPr>
          </a:p>
        </p:txBody>
      </p:sp>
      <p:sp>
        <p:nvSpPr>
          <p:cNvPr id="10" name="Text Placeholder 8">
            <a:extLst>
              <a:ext uri="{FF2B5EF4-FFF2-40B4-BE49-F238E27FC236}">
                <a16:creationId xmlns:a16="http://schemas.microsoft.com/office/drawing/2014/main" id="{A1F54D54-EFF1-48F4-BBCF-488305B781F3}"/>
              </a:ext>
            </a:extLst>
          </p:cNvPr>
          <p:cNvSpPr>
            <a:spLocks noGrp="1"/>
          </p:cNvSpPr>
          <p:nvPr>
            <p:ph type="body" sz="quarter" idx="18" hasCustomPrompt="1"/>
          </p:nvPr>
        </p:nvSpPr>
        <p:spPr>
          <a:xfrm>
            <a:off x="769601" y="5941307"/>
            <a:ext cx="3201376" cy="288000"/>
          </a:xfrm>
        </p:spPr>
        <p:txBody>
          <a:bodyPr/>
          <a:lstStyle>
            <a:lvl1pPr marL="0" indent="0">
              <a:buNone/>
              <a:defRPr>
                <a:latin typeface="SVN-Avo"/>
              </a:defRPr>
            </a:lvl1pPr>
            <a:lvl2pPr marL="266700" indent="0">
              <a:buNone/>
              <a:defRPr>
                <a:latin typeface="SVN-Avo"/>
              </a:defRPr>
            </a:lvl2pPr>
            <a:lvl3pPr marL="542925" indent="0">
              <a:buNone/>
              <a:defRPr>
                <a:latin typeface="SVN-Avo"/>
              </a:defRPr>
            </a:lvl3pPr>
            <a:lvl4pPr marL="809625" indent="0">
              <a:buNone/>
              <a:defRPr>
                <a:latin typeface="SVN-Avo"/>
              </a:defRPr>
            </a:lvl4pPr>
            <a:lvl5pPr marL="1076325" indent="0">
              <a:buNone/>
              <a:defRPr>
                <a:latin typeface="SVN-Avo"/>
              </a:defRPr>
            </a:lvl5pPr>
          </a:lstStyle>
          <a:p>
            <a:pPr lvl="0"/>
            <a:r>
              <a:rPr lang="en-US" noProof="0">
                <a:latin typeface="SVN-Avo"/>
              </a:rPr>
              <a:t>Company Website</a:t>
            </a:r>
            <a:endParaRPr>
              <a:latin typeface="SVN-Avo"/>
            </a:endParaRPr>
          </a:p>
        </p:txBody>
      </p:sp>
      <p:pic>
        <p:nvPicPr>
          <p:cNvPr id="11" name="Picture 10">
            <a:extLst>
              <a:ext uri="{FF2B5EF4-FFF2-40B4-BE49-F238E27FC236}">
                <a16:creationId xmlns:a16="http://schemas.microsoft.com/office/drawing/2014/main" id="{C5D7AE94-A984-450B-90F2-F2C0C894BDA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86"/>
          <a:stretch/>
        </p:blipFill>
        <p:spPr>
          <a:xfrm>
            <a:off x="7452773" y="1668600"/>
            <a:ext cx="3216150" cy="3520800"/>
          </a:xfrm>
          <a:prstGeom prst="rect">
            <a:avLst/>
          </a:prstGeom>
        </p:spPr>
      </p:pic>
    </p:spTree>
    <p:extLst>
      <p:ext uri="{BB962C8B-B14F-4D97-AF65-F5344CB8AC3E}">
        <p14:creationId xmlns:p14="http://schemas.microsoft.com/office/powerpoint/2010/main" val="2571554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33087F0-7144-4EF6-AB02-D0E2BFA357D0}"/>
              </a:ext>
            </a:extLst>
          </p:cNvPr>
          <p:cNvSpPr>
            <a:spLocks noGrp="1"/>
          </p:cNvSpPr>
          <p:nvPr>
            <p:ph type="ctrTitle"/>
          </p:nvPr>
        </p:nvSpPr>
        <p:spPr>
          <a:xfrm>
            <a:off x="1524000" y="1122363"/>
            <a:ext cx="9144000" cy="2387600"/>
          </a:xfrm>
          <a:prstGeom prst="rect">
            <a:avLst/>
          </a:prstGeom>
        </p:spPr>
        <p:txBody>
          <a:bodyPr anchor="b"/>
          <a:lstStyle>
            <a:lvl1pPr algn="ctr">
              <a:defRPr sz="6000">
                <a:latin typeface="SVN-Avo"/>
              </a:defRPr>
            </a:lvl1pPr>
          </a:lstStyle>
          <a:p>
            <a:r>
              <a:rPr lang="en-US">
                <a:latin typeface="SVN-Avo"/>
              </a:rPr>
              <a:t>Click to edit Master title style</a:t>
            </a:r>
            <a:endParaRPr>
              <a:latin typeface="SVN-Avo"/>
            </a:endParaRPr>
          </a:p>
        </p:txBody>
      </p:sp>
      <p:sp>
        <p:nvSpPr>
          <p:cNvPr id="3" name="Tiêu đề phụ 2">
            <a:extLst>
              <a:ext uri="{FF2B5EF4-FFF2-40B4-BE49-F238E27FC236}">
                <a16:creationId xmlns:a16="http://schemas.microsoft.com/office/drawing/2014/main" id="{98AB9F5E-EFA8-4B9E-9BB7-C6C5FAF561CE}"/>
              </a:ext>
            </a:extLst>
          </p:cNvPr>
          <p:cNvSpPr>
            <a:spLocks noGrp="1"/>
          </p:cNvSpPr>
          <p:nvPr>
            <p:ph type="subTitle" idx="1"/>
          </p:nvPr>
        </p:nvSpPr>
        <p:spPr>
          <a:xfrm>
            <a:off x="1524000" y="3602038"/>
            <a:ext cx="9144000" cy="1655762"/>
          </a:xfrm>
        </p:spPr>
        <p:txBody>
          <a:bodyPr/>
          <a:lstStyle>
            <a:lvl1pPr marL="0" indent="0" algn="ctr">
              <a:buNone/>
              <a:defRPr sz="2400">
                <a:latin typeface="SVN-Avo"/>
              </a:defRPr>
            </a:lvl1pPr>
            <a:lvl2pPr marL="457200" indent="0" algn="ctr">
              <a:buNone/>
              <a:defRPr sz="2000">
                <a:latin typeface="SVN-Avo"/>
              </a:defRPr>
            </a:lvl2pPr>
            <a:lvl3pPr marL="914400" indent="0" algn="ctr">
              <a:buNone/>
              <a:defRPr sz="1800">
                <a:latin typeface="SVN-Avo"/>
              </a:defRPr>
            </a:lvl3pPr>
            <a:lvl4pPr marL="1371600" indent="0" algn="ctr">
              <a:buNone/>
              <a:defRPr sz="1600">
                <a:latin typeface="SVN-Avo"/>
              </a:defRPr>
            </a:lvl4pPr>
            <a:lvl5pPr marL="1828800" indent="0" algn="ctr">
              <a:buNone/>
              <a:defRPr sz="1600">
                <a:latin typeface="SVN-Avo"/>
              </a:defRPr>
            </a:lvl5pPr>
            <a:lvl6pPr marL="2286000" indent="0" algn="ctr">
              <a:buNone/>
              <a:defRPr sz="1600">
                <a:latin typeface="SVN-Avo"/>
              </a:defRPr>
            </a:lvl6pPr>
            <a:lvl7pPr marL="2743200" indent="0" algn="ctr">
              <a:buNone/>
              <a:defRPr sz="1600">
                <a:latin typeface="SVN-Avo"/>
              </a:defRPr>
            </a:lvl7pPr>
            <a:lvl8pPr marL="3200400" indent="0" algn="ctr">
              <a:buNone/>
              <a:defRPr sz="1600">
                <a:latin typeface="SVN-Avo"/>
              </a:defRPr>
            </a:lvl8pPr>
            <a:lvl9pPr marL="3657600" indent="0" algn="ctr">
              <a:buNone/>
              <a:defRPr sz="1600">
                <a:latin typeface="SVN-Avo"/>
              </a:defRPr>
            </a:lvl9pPr>
          </a:lstStyle>
          <a:p>
            <a:r>
              <a:rPr lang="en-US">
                <a:latin typeface="SVN-Avo"/>
              </a:rPr>
              <a:t>Click to edit Master subtitle style</a:t>
            </a:r>
            <a:endParaRPr>
              <a:latin typeface="SVN-Avo"/>
            </a:endParaRPr>
          </a:p>
        </p:txBody>
      </p:sp>
      <p:sp>
        <p:nvSpPr>
          <p:cNvPr id="8" name="Slide Number Placeholder 7">
            <a:extLst>
              <a:ext uri="{FF2B5EF4-FFF2-40B4-BE49-F238E27FC236}">
                <a16:creationId xmlns:a16="http://schemas.microsoft.com/office/drawing/2014/main" id="{FC8FB900-7767-B149-8B54-B632613985F9}"/>
              </a:ext>
            </a:extLst>
          </p:cNvPr>
          <p:cNvSpPr>
            <a:spLocks noGrp="1"/>
          </p:cNvSpPr>
          <p:nvPr>
            <p:ph type="sldNum" sz="quarter" idx="11"/>
          </p:nvPr>
        </p:nvSpPr>
        <p:spPr/>
        <p:txBody>
          <a:bodyPr/>
          <a:lstStyle/>
          <a:p>
            <a:fld id="{19B51A1E-902D-48AF-9020-955120F399B6}" type="slidenum">
              <a:rPr lang="en-US" noProof="0" smtClean="0">
                <a:latin typeface="SVN-Avo"/>
              </a:rPr>
              <a:pPr/>
              <a:t>‹#›</a:t>
            </a:fld>
            <a:endParaRPr lang="en-US" noProof="0">
              <a:latin typeface="SVN-Avo"/>
            </a:endParaRPr>
          </a:p>
        </p:txBody>
      </p:sp>
    </p:spTree>
    <p:extLst>
      <p:ext uri="{BB962C8B-B14F-4D97-AF65-F5344CB8AC3E}">
        <p14:creationId xmlns:p14="http://schemas.microsoft.com/office/powerpoint/2010/main" val="389831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838200" y="1690688"/>
            <a:ext cx="10515600" cy="4464000"/>
          </a:xfrm>
          <a:prstGeom prst="rect">
            <a:avLst/>
          </a:prstGeom>
        </p:spPr>
        <p:txBody>
          <a:bodyPr vert="horz" lIns="0" tIns="0" rIns="0" bIns="0" rtlCol="0">
            <a:noAutofit/>
          </a:body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115201" y="6405890"/>
            <a:ext cx="3668233" cy="266043"/>
          </a:xfrm>
          <a:prstGeom prst="rect">
            <a:avLst/>
          </a:prstGeom>
          <a:noFill/>
          <a:ln w="3175">
            <a:solidFill>
              <a:schemeClr val="bg1">
                <a:lumMod val="95000"/>
                <a:alpha val="50000"/>
              </a:schemeClr>
            </a:solidFill>
          </a:ln>
        </p:spPr>
        <p:txBody>
          <a:bodyPr vert="horz" lIns="72000" tIns="0" rIns="0" bIns="0" rtlCol="0" anchor="ctr"/>
          <a:lstStyle>
            <a:lvl1pPr algn="l">
              <a:defRPr sz="1100">
                <a:solidFill>
                  <a:srgbClr val="355FAC"/>
                </a:solidFill>
                <a:latin typeface="SVN-Avo" panose="02040603050506020204" pitchFamily="18" charset="0"/>
              </a:defRPr>
            </a:lvl1pPr>
          </a:lstStyle>
          <a:p>
            <a:endParaRPr lang="en-US">
              <a:latin typeface="SVN-Avo"/>
            </a:endParaRP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706224" y="6356350"/>
            <a:ext cx="370575" cy="365125"/>
          </a:xfrm>
          <a:prstGeom prst="rect">
            <a:avLst/>
          </a:prstGeom>
          <a:solidFill>
            <a:schemeClr val="bg1">
              <a:lumMod val="95000"/>
              <a:alpha val="50000"/>
            </a:schemeClr>
          </a:solidFill>
        </p:spPr>
        <p:txBody>
          <a:bodyPr vert="horz" lIns="0" tIns="0" rIns="0" bIns="0" rtlCol="0" anchor="ctr"/>
          <a:lstStyle>
            <a:lvl1pPr algn="ctr">
              <a:defRPr sz="1200" i="1">
                <a:solidFill>
                  <a:schemeClr val="tx1">
                    <a:lumMod val="50000"/>
                    <a:lumOff val="50000"/>
                  </a:schemeClr>
                </a:solidFill>
                <a:latin typeface="SVN-Avo" panose="02040603050506020204" pitchFamily="18" charset="0"/>
              </a:defRPr>
            </a:lvl1pPr>
          </a:lstStyle>
          <a:p>
            <a:fld id="{19B51A1E-902D-48AF-9020-955120F399B6}" type="slidenum">
              <a:rPr lang="en-US" smtClean="0">
                <a:latin typeface="SVN-Avo"/>
              </a:rPr>
              <a:pPr/>
              <a:t>‹#›</a:t>
            </a:fld>
            <a:endParaRPr lang="en-US">
              <a:latin typeface="SVN-Avo"/>
            </a:endParaRPr>
          </a:p>
        </p:txBody>
      </p:sp>
      <p:sp>
        <p:nvSpPr>
          <p:cNvPr id="4" name="Title Placeholder 3">
            <a:extLst>
              <a:ext uri="{FF2B5EF4-FFF2-40B4-BE49-F238E27FC236}">
                <a16:creationId xmlns:a16="http://schemas.microsoft.com/office/drawing/2014/main" id="{1CB4A34E-32E4-2442-B811-592B9AED9D0D}"/>
              </a:ext>
            </a:extLst>
          </p:cNvPr>
          <p:cNvSpPr>
            <a:spLocks noGrp="1"/>
          </p:cNvSpPr>
          <p:nvPr>
            <p:ph type="title"/>
          </p:nvPr>
        </p:nvSpPr>
        <p:spPr>
          <a:xfrm>
            <a:off x="838199" y="365125"/>
            <a:ext cx="11238599" cy="1325563"/>
          </a:xfrm>
          <a:prstGeom prst="rect">
            <a:avLst/>
          </a:prstGeom>
        </p:spPr>
        <p:txBody>
          <a:bodyPr vert="horz" lIns="91440" tIns="45720" rIns="91440" bIns="45720" rtlCol="0" anchor="ctr">
            <a:normAutofit/>
          </a:bodyPr>
          <a:lstStyle/>
          <a:p>
            <a:r>
              <a:rPr lang="en-US">
                <a:latin typeface="SVN-Avo"/>
              </a:rPr>
              <a:t>Click to edit Master title style</a:t>
            </a:r>
            <a:endParaRPr lang="en-VN">
              <a:latin typeface="SVN-Avo"/>
            </a:endParaRPr>
          </a:p>
        </p:txBody>
      </p:sp>
      <p:sp>
        <p:nvSpPr>
          <p:cNvPr id="10" name="Rectangle 9">
            <a:extLst>
              <a:ext uri="{FF2B5EF4-FFF2-40B4-BE49-F238E27FC236}">
                <a16:creationId xmlns:a16="http://schemas.microsoft.com/office/drawing/2014/main" id="{36B8C04E-47A8-436C-8075-09BCDE2AF890}"/>
              </a:ext>
            </a:extLst>
          </p:cNvPr>
          <p:cNvSpPr/>
          <p:nvPr userDrawn="1"/>
        </p:nvSpPr>
        <p:spPr>
          <a:xfrm>
            <a:off x="12146281" y="6355370"/>
            <a:ext cx="45719" cy="36893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SVN-Avo"/>
            </a:endParaRPr>
          </a:p>
        </p:txBody>
      </p:sp>
      <p:sp>
        <p:nvSpPr>
          <p:cNvPr id="20" name="Rectangle 19">
            <a:extLst>
              <a:ext uri="{FF2B5EF4-FFF2-40B4-BE49-F238E27FC236}">
                <a16:creationId xmlns:a16="http://schemas.microsoft.com/office/drawing/2014/main" id="{8B855FC6-4D13-C142-A069-BFAA6F375AC4}"/>
              </a:ext>
            </a:extLst>
          </p:cNvPr>
          <p:cNvSpPr/>
          <p:nvPr userDrawn="1"/>
        </p:nvSpPr>
        <p:spPr>
          <a:xfrm>
            <a:off x="0" y="6359871"/>
            <a:ext cx="45719" cy="36893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SVN-Avo"/>
            </a:endParaRPr>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58" r:id="rId1"/>
    <p:sldLayoutId id="2147483679" r:id="rId2"/>
    <p:sldLayoutId id="2147483659" r:id="rId3"/>
    <p:sldLayoutId id="2147483681" r:id="rId4"/>
    <p:sldLayoutId id="2147483678" r:id="rId5"/>
    <p:sldLayoutId id="2147483671" r:id="rId6"/>
    <p:sldLayoutId id="2147483672" r:id="rId7"/>
    <p:sldLayoutId id="2147483677" r:id="rId8"/>
  </p:sldLayoutIdLst>
  <p:hf hdr="0" dt="0"/>
  <p:txStyles>
    <p:titleStyle>
      <a:lvl1pPr algn="l" defTabSz="914400" rtl="0" eaLnBrk="1" latinLnBrk="0" hangingPunct="1">
        <a:lnSpc>
          <a:spcPct val="90000"/>
        </a:lnSpc>
        <a:spcBef>
          <a:spcPct val="0"/>
        </a:spcBef>
        <a:buNone/>
        <a:defRPr sz="2800" b="1" kern="1200" spc="-150">
          <a:solidFill>
            <a:schemeClr val="tx1">
              <a:lumMod val="75000"/>
              <a:lumOff val="25000"/>
            </a:schemeClr>
          </a:solidFill>
          <a:latin typeface="SVN-Avo" panose="02040603050506020204" pitchFamily="18" charset="0"/>
          <a:ea typeface="+mj-ea"/>
          <a:cs typeface="+mj-cs"/>
        </a:defRPr>
      </a:lvl1pPr>
    </p:titleStyle>
    <p:bodyStyle>
      <a:lvl1pPr marL="266700" indent="-266700" algn="l" defTabSz="914400" rtl="0" eaLnBrk="1" latinLnBrk="0" hangingPunct="1">
        <a:lnSpc>
          <a:spcPct val="90000"/>
        </a:lnSpc>
        <a:spcBef>
          <a:spcPts val="1000"/>
        </a:spcBef>
        <a:buClr>
          <a:schemeClr val="accent1"/>
        </a:buClr>
        <a:buFont typeface="Corbel" panose="020B0503020204020204" pitchFamily="34" charset="0"/>
        <a:buChar char="»"/>
        <a:defRPr sz="1800" kern="1200">
          <a:solidFill>
            <a:schemeClr val="tx1">
              <a:lumMod val="75000"/>
              <a:lumOff val="25000"/>
            </a:schemeClr>
          </a:solidFill>
          <a:latin typeface="SVN-Avo" panose="02040603050506020204" pitchFamily="18" charset="0"/>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SVN-Avo" panose="02040603050506020204" pitchFamily="18" charset="0"/>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SVN-Avo" panose="02040603050506020204" pitchFamily="18" charset="0"/>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SVN-Avo" panose="02040603050506020204" pitchFamily="18" charset="0"/>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SVN-Avo" panose="0204060305050602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73A13F1-B437-489C-B4AE-9A908EB15A36}"/>
              </a:ext>
            </a:extLst>
          </p:cNvPr>
          <p:cNvSpPr>
            <a:spLocks noGrp="1"/>
          </p:cNvSpPr>
          <p:nvPr>
            <p:ph type="ctrTitle"/>
          </p:nvPr>
        </p:nvSpPr>
        <p:spPr>
          <a:xfrm>
            <a:off x="658368" y="1005840"/>
            <a:ext cx="5943600" cy="566928"/>
          </a:xfrm>
        </p:spPr>
        <p:txBody>
          <a:bodyPr lIns="0" tIns="0" rIns="0" bIns="0" anchor="ctr">
            <a:normAutofit/>
          </a:bodyPr>
          <a:lstStyle/>
          <a:p>
            <a:pPr algn="l"/>
            <a:r>
              <a:rPr lang="en-US" sz="4000" b="1" dirty="0">
                <a:solidFill>
                  <a:srgbClr val="355FAC"/>
                </a:solidFill>
                <a:latin typeface="SVN-Avo"/>
              </a:rPr>
              <a:t>DỰ ÁN DMS VTHM</a:t>
            </a:r>
          </a:p>
        </p:txBody>
      </p:sp>
      <p:sp>
        <p:nvSpPr>
          <p:cNvPr id="3" name="Polish cover rule"/>
          <p:cNvSpPr/>
          <p:nvPr/>
        </p:nvSpPr>
        <p:spPr>
          <a:xfrm>
            <a:off x="667512" y="1728216"/>
            <a:ext cx="1005840" cy="41148"/>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olish cover outcomes"/>
          <p:cNvSpPr txBox="1"/>
          <p:nvPr/>
        </p:nvSpPr>
        <p:spPr>
          <a:xfrm>
            <a:off x="667512" y="1984248"/>
            <a:ext cx="4389120" cy="492443"/>
          </a:xfrm>
          <a:prstGeom prst="rect">
            <a:avLst/>
          </a:prstGeom>
          <a:noFill/>
        </p:spPr>
        <p:txBody>
          <a:bodyPr wrap="square" lIns="0" tIns="0" rIns="0" bIns="0" anchor="t">
            <a:spAutoFit/>
          </a:bodyPr>
          <a:lstStyle/>
          <a:p>
            <a:pPr algn="l"/>
            <a:r>
              <a:rPr lang="en-US" sz="3200" b="1" dirty="0">
                <a:solidFill>
                  <a:srgbClr val="10B75A"/>
                </a:solidFill>
                <a:latin typeface="SVN-Avo"/>
              </a:rPr>
              <a:t>MỤC TIÊU</a:t>
            </a:r>
          </a:p>
        </p:txBody>
      </p:sp>
      <p:sp>
        <p:nvSpPr>
          <p:cNvPr id="5" name="Polish cover accent"/>
          <p:cNvSpPr/>
          <p:nvPr/>
        </p:nvSpPr>
        <p:spPr>
          <a:xfrm>
            <a:off x="488019" y="2048256"/>
            <a:ext cx="50292" cy="3547872"/>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olish cover proposition"/>
          <p:cNvSpPr txBox="1"/>
          <p:nvPr/>
        </p:nvSpPr>
        <p:spPr>
          <a:xfrm>
            <a:off x="658368" y="2476691"/>
            <a:ext cx="5897880" cy="553998"/>
          </a:xfrm>
          <a:prstGeom prst="rect">
            <a:avLst/>
          </a:prstGeom>
          <a:noFill/>
        </p:spPr>
        <p:txBody>
          <a:bodyPr wrap="square" lIns="0" tIns="0" rIns="0" bIns="0" anchor="t">
            <a:spAutoFit/>
          </a:bodyPr>
          <a:lstStyle/>
          <a:p>
            <a:pPr algn="l"/>
            <a:r>
              <a:rPr lang="vi-VN" b="1" dirty="0">
                <a:solidFill>
                  <a:srgbClr val="355FAC"/>
                </a:solidFill>
                <a:latin typeface="SVN-Avo"/>
              </a:rPr>
              <a:t>THAY THẾ MOBIWORK DMS bằng phân hệ “Khách hàng &amp; Thị trường” trên VTHM One và ứng dụng DMS Mobile nội bộ.</a:t>
            </a:r>
          </a:p>
        </p:txBody>
      </p:sp>
      <p:sp>
        <p:nvSpPr>
          <p:cNvPr id="7" name="Polish cover scope"/>
          <p:cNvSpPr txBox="1"/>
          <p:nvPr/>
        </p:nvSpPr>
        <p:spPr>
          <a:xfrm>
            <a:off x="676656" y="3493008"/>
            <a:ext cx="5989320" cy="1877437"/>
          </a:xfrm>
          <a:prstGeom prst="rect">
            <a:avLst/>
          </a:prstGeom>
          <a:noFill/>
        </p:spPr>
        <p:txBody>
          <a:bodyPr wrap="square" lIns="0" tIns="0" rIns="0" bIns="0" anchor="t">
            <a:spAutoFit/>
          </a:bodyPr>
          <a:lstStyle/>
          <a:p>
            <a:pPr algn="l"/>
            <a:r>
              <a:rPr lang="vi-VN" sz="3200" b="1" dirty="0">
                <a:solidFill>
                  <a:srgbClr val="10B75A"/>
                </a:solidFill>
                <a:latin typeface="SVN-Avo"/>
              </a:rPr>
              <a:t>OUTCOME</a:t>
            </a:r>
          </a:p>
          <a:p>
            <a:pPr algn="l"/>
            <a:r>
              <a:rPr lang="vi-VN" b="1" dirty="0">
                <a:solidFill>
                  <a:srgbClr val="355FAC"/>
                </a:solidFill>
                <a:latin typeface="SVN-Avo"/>
              </a:rPr>
              <a:t>Dự án hướng tới việc mang lại một hệ thống dữ liệu thị trường sạch và đảm bảo tính bảo mật cho dữ liệu. Đồng thời giải pháp này cũng giúp tối ưu chi phí hoạt động và cung cấp khả năng chủ động chỉnh sửa, tích hợp linh hoạt theo nhu cầu của Tập đoàn VTHM.</a:t>
            </a:r>
          </a:p>
        </p:txBody>
      </p:sp>
    </p:spTree>
    <p:extLst>
      <p:ext uri="{BB962C8B-B14F-4D97-AF65-F5344CB8AC3E}">
        <p14:creationId xmlns:p14="http://schemas.microsoft.com/office/powerpoint/2010/main" val="1625242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73A13F1-B437-489C-B4AE-9A908EB15A36}"/>
              </a:ext>
            </a:extLst>
          </p:cNvPr>
          <p:cNvSpPr>
            <a:spLocks noGrp="1"/>
          </p:cNvSpPr>
          <p:nvPr>
            <p:ph type="ctrTitle"/>
          </p:nvPr>
        </p:nvSpPr>
        <p:spPr>
          <a:xfrm>
            <a:off x="658368" y="2514600"/>
            <a:ext cx="6537960" cy="1005840"/>
          </a:xfrm>
        </p:spPr>
        <p:txBody>
          <a:bodyPr lIns="0" rIns="0" anchor="ctr">
            <a:noAutofit/>
          </a:bodyPr>
          <a:lstStyle/>
          <a:p>
            <a:pPr algn="l"/>
            <a:r>
              <a:rPr lang="vi-VN" sz="2800" b="1" spc="0">
                <a:solidFill>
                  <a:srgbClr val="355FAC"/>
                </a:solidFill>
                <a:latin typeface="SVN-Avo"/>
              </a:rPr>
              <a:t>HIỆN TRẠNG &amp; ĐỊNH HƯỚNG THAY ĐỔI</a:t>
            </a:r>
            <a:endParaRPr lang="en-US" sz="3200" b="1" spc="0">
              <a:solidFill>
                <a:srgbClr val="355FAC"/>
              </a:solidFill>
              <a:latin typeface="SVN-Avo"/>
            </a:endParaRPr>
          </a:p>
        </p:txBody>
      </p:sp>
      <p:sp>
        <p:nvSpPr>
          <p:cNvPr id="3" name="Polish section number 01"/>
          <p:cNvSpPr txBox="1"/>
          <p:nvPr/>
        </p:nvSpPr>
        <p:spPr>
          <a:xfrm>
            <a:off x="658368" y="1417320"/>
            <a:ext cx="1097280" cy="640080"/>
          </a:xfrm>
          <a:prstGeom prst="rect">
            <a:avLst/>
          </a:prstGeom>
          <a:noFill/>
        </p:spPr>
        <p:txBody>
          <a:bodyPr wrap="square" lIns="0" tIns="0" rIns="0" bIns="0" anchor="t">
            <a:spAutoFit/>
          </a:bodyPr>
          <a:lstStyle/>
          <a:p>
            <a:pPr algn="l"/>
            <a:r>
              <a:rPr sz="4000" b="1">
                <a:solidFill>
                  <a:srgbClr val="10B75A"/>
                </a:solidFill>
                <a:latin typeface="SVN-Avo"/>
              </a:rPr>
              <a:t>01</a:t>
            </a:r>
          </a:p>
        </p:txBody>
      </p:sp>
      <p:sp>
        <p:nvSpPr>
          <p:cNvPr id="4" name="Polish section rule 01"/>
          <p:cNvSpPr/>
          <p:nvPr/>
        </p:nvSpPr>
        <p:spPr>
          <a:xfrm>
            <a:off x="676656" y="2249424"/>
            <a:ext cx="1060704" cy="41148"/>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51866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32E80E-6BBA-DA46-ABC6-5ABB1FEC8D72}"/>
              </a:ext>
            </a:extLst>
          </p:cNvPr>
          <p:cNvSpPr>
            <a:spLocks noGrp="1"/>
          </p:cNvSpPr>
          <p:nvPr>
            <p:ph type="sldNum" sz="quarter" idx="11"/>
          </p:nvPr>
        </p:nvSpPr>
        <p:spPr/>
        <p:txBody>
          <a:bodyPr anchor="ctr"/>
          <a:lstStyle/>
          <a:p>
            <a:pPr algn="ctr"/>
            <a:r>
              <a:rPr lang="en-US" sz="800" i="1">
                <a:solidFill>
                  <a:srgbClr val="243858"/>
                </a:solidFill>
                <a:latin typeface="SVN-Avo"/>
              </a:rPr>
              <a:t>2</a:t>
            </a:r>
          </a:p>
        </p:txBody>
      </p:sp>
      <p:sp>
        <p:nvSpPr>
          <p:cNvPr id="6" name="Title 5">
            <a:extLst>
              <a:ext uri="{FF2B5EF4-FFF2-40B4-BE49-F238E27FC236}">
                <a16:creationId xmlns:a16="http://schemas.microsoft.com/office/drawing/2014/main" id="{09CEB028-690D-354D-805A-53BF27CACE4B}"/>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sz="2400" b="1">
                <a:solidFill>
                  <a:srgbClr val="355FAC"/>
                </a:solidFill>
                <a:latin typeface="SVN-Avo"/>
              </a:rPr>
              <a:t>MÔ-ĐUN CHẤM CÔNG</a:t>
            </a:r>
            <a:endParaRPr lang="en-VN">
              <a:latin typeface="SVN-Avo"/>
            </a:endParaRPr>
          </a:p>
        </p:txBody>
      </p:sp>
      <p:pic>
        <p:nvPicPr>
          <p:cNvPr id="9" name="Picture 8">
            <a:extLst>
              <a:ext uri="{FF2B5EF4-FFF2-40B4-BE49-F238E27FC236}">
                <a16:creationId xmlns:a16="http://schemas.microsoft.com/office/drawing/2014/main" id="{CB942165-9386-4571-AEBC-989F7461716A}"/>
              </a:ext>
            </a:extLst>
          </p:cNvPr>
          <p:cNvPicPr>
            <a:picLocks noChangeAspect="1"/>
          </p:cNvPicPr>
          <p:nvPr/>
        </p:nvPicPr>
        <p:blipFill rotWithShape="1">
          <a:blip r:embed="rId3">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
        <p:nvSpPr>
          <p:cNvPr id="8" name="TextBox 7">
            <a:extLst>
              <a:ext uri="{FF2B5EF4-FFF2-40B4-BE49-F238E27FC236}">
                <a16:creationId xmlns:a16="http://schemas.microsoft.com/office/drawing/2014/main" id="{5F81A77D-AE31-FDE8-1558-1721DF8529CF}"/>
              </a:ext>
            </a:extLst>
          </p:cNvPr>
          <p:cNvSpPr txBox="1"/>
          <p:nvPr/>
        </p:nvSpPr>
        <p:spPr>
          <a:xfrm>
            <a:off x="640080" y="4206240"/>
            <a:ext cx="5047488" cy="1778949"/>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en-US" b="1" dirty="0">
                <a:solidFill>
                  <a:srgbClr val="EE4B4B"/>
                </a:solidFill>
                <a:latin typeface="SVN-Avo"/>
              </a:rPr>
              <a:t>VẤN ĐỀ</a:t>
            </a:r>
            <a:endParaRPr lang="en-US" sz="2000" dirty="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en-US" sz="1400" b="0" dirty="0" err="1">
                <a:solidFill>
                  <a:srgbClr val="243858"/>
                </a:solidFill>
                <a:latin typeface="SVN-Avo"/>
              </a:rPr>
              <a:t>Ứng</a:t>
            </a:r>
            <a:r>
              <a:rPr lang="en-US" sz="1400" b="0" dirty="0">
                <a:solidFill>
                  <a:srgbClr val="243858"/>
                </a:solidFill>
                <a:latin typeface="SVN-Avo"/>
              </a:rPr>
              <a:t> </a:t>
            </a:r>
            <a:r>
              <a:rPr lang="en-US" sz="1400" b="0" dirty="0" err="1">
                <a:solidFill>
                  <a:srgbClr val="243858"/>
                </a:solidFill>
                <a:latin typeface="SVN-Avo"/>
              </a:rPr>
              <a:t>dụng</a:t>
            </a:r>
            <a:r>
              <a:rPr lang="en-US" sz="1400" b="0" dirty="0">
                <a:solidFill>
                  <a:srgbClr val="243858"/>
                </a:solidFill>
                <a:latin typeface="SVN-Avo"/>
              </a:rPr>
              <a:t> di </a:t>
            </a:r>
            <a:r>
              <a:rPr lang="en-US" sz="1400" b="0" dirty="0" err="1">
                <a:solidFill>
                  <a:srgbClr val="243858"/>
                </a:solidFill>
                <a:latin typeface="SVN-Avo"/>
              </a:rPr>
              <a:t>động</a:t>
            </a:r>
            <a:r>
              <a:rPr lang="en-US" sz="1400" b="0" dirty="0">
                <a:solidFill>
                  <a:srgbClr val="243858"/>
                </a:solidFill>
                <a:latin typeface="SVN-Avo"/>
              </a:rPr>
              <a:t> (Android/iOS) </a:t>
            </a:r>
            <a:r>
              <a:rPr lang="en-US" sz="1400" b="0" dirty="0" err="1">
                <a:solidFill>
                  <a:srgbClr val="243858"/>
                </a:solidFill>
                <a:latin typeface="SVN-Avo"/>
              </a:rPr>
              <a:t>thiếu</a:t>
            </a:r>
            <a:r>
              <a:rPr lang="en-US" sz="1400" b="0" dirty="0">
                <a:solidFill>
                  <a:srgbClr val="243858"/>
                </a:solidFill>
                <a:latin typeface="SVN-Avo"/>
              </a:rPr>
              <a:t> </a:t>
            </a:r>
            <a:r>
              <a:rPr lang="en-US" sz="1400" b="0" dirty="0" err="1">
                <a:solidFill>
                  <a:srgbClr val="243858"/>
                </a:solidFill>
                <a:latin typeface="SVN-Avo"/>
              </a:rPr>
              <a:t>mô-đun</a:t>
            </a:r>
            <a:r>
              <a:rPr lang="en-US" sz="1400" b="0" dirty="0">
                <a:solidFill>
                  <a:srgbClr val="243858"/>
                </a:solidFill>
                <a:latin typeface="SVN-Avo"/>
              </a:rPr>
              <a:t> </a:t>
            </a:r>
            <a:r>
              <a:rPr lang="en-US" sz="1400" b="0" dirty="0" err="1">
                <a:solidFill>
                  <a:srgbClr val="243858"/>
                </a:solidFill>
                <a:latin typeface="SVN-Avo"/>
              </a:rPr>
              <a:t>chấm</a:t>
            </a:r>
            <a:r>
              <a:rPr lang="en-US" sz="1400" b="0" dirty="0">
                <a:solidFill>
                  <a:srgbClr val="243858"/>
                </a:solidFill>
                <a:latin typeface="SVN-Avo"/>
              </a:rPr>
              <a:t> </a:t>
            </a:r>
            <a:r>
              <a:rPr lang="en-US" sz="1400" b="0" dirty="0" err="1">
                <a:solidFill>
                  <a:srgbClr val="243858"/>
                </a:solidFill>
                <a:latin typeface="SVN-Avo"/>
              </a:rPr>
              <a:t>công</a:t>
            </a:r>
            <a:r>
              <a:rPr lang="en-US" sz="1400" b="0" dirty="0">
                <a:solidFill>
                  <a:srgbClr val="243858"/>
                </a:solidFill>
                <a:latin typeface="SVN-Avo"/>
              </a:rPr>
              <a:t>, </a:t>
            </a:r>
            <a:r>
              <a:rPr lang="en-US" sz="1400" b="0" dirty="0" err="1">
                <a:solidFill>
                  <a:srgbClr val="243858"/>
                </a:solidFill>
                <a:latin typeface="SVN-Avo"/>
              </a:rPr>
              <a:t>gây</a:t>
            </a:r>
            <a:r>
              <a:rPr lang="en-US" sz="1400" b="0" dirty="0">
                <a:solidFill>
                  <a:srgbClr val="243858"/>
                </a:solidFill>
                <a:latin typeface="SVN-Avo"/>
              </a:rPr>
              <a:t> </a:t>
            </a:r>
            <a:r>
              <a:rPr lang="en-US" sz="1400" b="0" dirty="0" err="1">
                <a:solidFill>
                  <a:srgbClr val="243858"/>
                </a:solidFill>
                <a:latin typeface="SVN-Avo"/>
              </a:rPr>
              <a:t>bất</a:t>
            </a:r>
            <a:r>
              <a:rPr lang="en-US" sz="1400" b="0" dirty="0">
                <a:solidFill>
                  <a:srgbClr val="243858"/>
                </a:solidFill>
                <a:latin typeface="SVN-Avo"/>
              </a:rPr>
              <a:t> </a:t>
            </a:r>
            <a:r>
              <a:rPr lang="en-US" sz="1400" b="0" dirty="0" err="1">
                <a:solidFill>
                  <a:srgbClr val="243858"/>
                </a:solidFill>
                <a:latin typeface="SVN-Avo"/>
              </a:rPr>
              <a:t>tiện</a:t>
            </a:r>
            <a:r>
              <a:rPr lang="en-US" sz="1400" b="0" dirty="0">
                <a:solidFill>
                  <a:srgbClr val="243858"/>
                </a:solidFill>
                <a:latin typeface="SVN-Avo"/>
              </a:rPr>
              <a:t> </a:t>
            </a:r>
            <a:r>
              <a:rPr lang="en-US" sz="1400" b="0" dirty="0" err="1">
                <a:solidFill>
                  <a:srgbClr val="243858"/>
                </a:solidFill>
                <a:latin typeface="SVN-Avo"/>
              </a:rPr>
              <a:t>cho</a:t>
            </a:r>
            <a:r>
              <a:rPr lang="en-US" sz="1400" b="0" dirty="0">
                <a:solidFill>
                  <a:srgbClr val="243858"/>
                </a:solidFill>
                <a:latin typeface="SVN-Avo"/>
              </a:rPr>
              <a:t> </a:t>
            </a:r>
            <a:r>
              <a:rPr lang="en-US" sz="1400" b="0" dirty="0" err="1">
                <a:solidFill>
                  <a:srgbClr val="243858"/>
                </a:solidFill>
                <a:latin typeface="SVN-Avo"/>
              </a:rPr>
              <a:t>nhân</a:t>
            </a:r>
            <a:r>
              <a:rPr lang="en-US" sz="1400" b="0" dirty="0">
                <a:solidFill>
                  <a:srgbClr val="243858"/>
                </a:solidFill>
                <a:latin typeface="SVN-Avo"/>
              </a:rPr>
              <a:t> </a:t>
            </a:r>
            <a:r>
              <a:rPr lang="en-US" sz="1400" b="0" dirty="0" err="1">
                <a:solidFill>
                  <a:srgbClr val="243858"/>
                </a:solidFill>
                <a:latin typeface="SVN-Avo"/>
              </a:rPr>
              <a:t>sự</a:t>
            </a:r>
            <a:r>
              <a:rPr lang="en-US" sz="1400" b="0" dirty="0">
                <a:solidFill>
                  <a:srgbClr val="243858"/>
                </a:solidFill>
                <a:latin typeface="SVN-Avo"/>
              </a:rPr>
              <a:t>.</a:t>
            </a:r>
            <a:endParaRPr lang="en-US" sz="2000" dirty="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en-US" sz="1400" b="0" dirty="0" err="1">
                <a:solidFill>
                  <a:srgbClr val="243858"/>
                </a:solidFill>
                <a:latin typeface="SVN-Avo"/>
              </a:rPr>
              <a:t>Dữ</a:t>
            </a:r>
            <a:r>
              <a:rPr lang="en-US" sz="1400" b="0" dirty="0">
                <a:solidFill>
                  <a:srgbClr val="243858"/>
                </a:solidFill>
                <a:latin typeface="SVN-Avo"/>
              </a:rPr>
              <a:t> </a:t>
            </a:r>
            <a:r>
              <a:rPr lang="en-US" sz="1400" b="0" dirty="0" err="1">
                <a:solidFill>
                  <a:srgbClr val="243858"/>
                </a:solidFill>
                <a:latin typeface="SVN-Avo"/>
              </a:rPr>
              <a:t>liệu</a:t>
            </a:r>
            <a:r>
              <a:rPr lang="en-US" sz="1400" b="0" dirty="0">
                <a:solidFill>
                  <a:srgbClr val="243858"/>
                </a:solidFill>
                <a:latin typeface="SVN-Avo"/>
              </a:rPr>
              <a:t> </a:t>
            </a:r>
            <a:r>
              <a:rPr lang="en-US" sz="1400" b="0" dirty="0" err="1">
                <a:solidFill>
                  <a:srgbClr val="243858"/>
                </a:solidFill>
                <a:latin typeface="SVN-Avo"/>
              </a:rPr>
              <a:t>chấm</a:t>
            </a:r>
            <a:r>
              <a:rPr lang="en-US" sz="1400" b="0" dirty="0">
                <a:solidFill>
                  <a:srgbClr val="243858"/>
                </a:solidFill>
                <a:latin typeface="SVN-Avo"/>
              </a:rPr>
              <a:t> </a:t>
            </a:r>
            <a:r>
              <a:rPr lang="en-US" sz="1400" b="0" dirty="0" err="1">
                <a:solidFill>
                  <a:srgbClr val="243858"/>
                </a:solidFill>
                <a:latin typeface="SVN-Avo"/>
              </a:rPr>
              <a:t>công</a:t>
            </a:r>
            <a:r>
              <a:rPr lang="en-US" sz="1400" b="0" dirty="0">
                <a:solidFill>
                  <a:srgbClr val="243858"/>
                </a:solidFill>
                <a:latin typeface="SVN-Avo"/>
              </a:rPr>
              <a:t> </a:t>
            </a:r>
            <a:r>
              <a:rPr lang="en-US" sz="1400" b="0" dirty="0" err="1">
                <a:solidFill>
                  <a:srgbClr val="243858"/>
                </a:solidFill>
                <a:latin typeface="SVN-Avo"/>
              </a:rPr>
              <a:t>bị</a:t>
            </a:r>
            <a:r>
              <a:rPr lang="en-US" sz="1400" b="0" dirty="0">
                <a:solidFill>
                  <a:srgbClr val="243858"/>
                </a:solidFill>
                <a:latin typeface="SVN-Avo"/>
              </a:rPr>
              <a:t> </a:t>
            </a:r>
            <a:r>
              <a:rPr lang="en-US" sz="1400" b="0" dirty="0" err="1">
                <a:solidFill>
                  <a:srgbClr val="243858"/>
                </a:solidFill>
                <a:latin typeface="SVN-Avo"/>
              </a:rPr>
              <a:t>trộn</a:t>
            </a:r>
            <a:r>
              <a:rPr lang="en-US" sz="1400" b="0" dirty="0">
                <a:solidFill>
                  <a:srgbClr val="243858"/>
                </a:solidFill>
                <a:latin typeface="SVN-Avo"/>
              </a:rPr>
              <a:t> </a:t>
            </a:r>
            <a:r>
              <a:rPr lang="en-US" sz="1400" b="0" dirty="0" err="1">
                <a:solidFill>
                  <a:srgbClr val="243858"/>
                </a:solidFill>
                <a:latin typeface="SVN-Avo"/>
              </a:rPr>
              <a:t>với</a:t>
            </a:r>
            <a:r>
              <a:rPr lang="en-US" sz="1400" b="0" dirty="0">
                <a:solidFill>
                  <a:srgbClr val="243858"/>
                </a:solidFill>
                <a:latin typeface="SVN-Avo"/>
              </a:rPr>
              <a:t> </a:t>
            </a:r>
            <a:r>
              <a:rPr lang="en-US" sz="1400" b="0" dirty="0" err="1">
                <a:solidFill>
                  <a:srgbClr val="243858"/>
                </a:solidFill>
                <a:latin typeface="SVN-Avo"/>
              </a:rPr>
              <a:t>luồng</a:t>
            </a:r>
            <a:r>
              <a:rPr lang="en-US" sz="1400" b="0" dirty="0">
                <a:solidFill>
                  <a:srgbClr val="243858"/>
                </a:solidFill>
                <a:latin typeface="SVN-Avo"/>
              </a:rPr>
              <a:t> </a:t>
            </a:r>
            <a:r>
              <a:rPr lang="en-US" sz="1400" b="0" dirty="0" err="1">
                <a:solidFill>
                  <a:srgbClr val="243858"/>
                </a:solidFill>
                <a:latin typeface="SVN-Avo"/>
              </a:rPr>
              <a:t>Viếng</a:t>
            </a:r>
            <a:r>
              <a:rPr lang="en-US" sz="1400" b="0" dirty="0">
                <a:solidFill>
                  <a:srgbClr val="243858"/>
                </a:solidFill>
                <a:latin typeface="SVN-Avo"/>
              </a:rPr>
              <a:t> </a:t>
            </a:r>
            <a:r>
              <a:rPr lang="en-US" sz="1400" b="0" dirty="0" err="1">
                <a:solidFill>
                  <a:srgbClr val="243858"/>
                </a:solidFill>
                <a:latin typeface="SVN-Avo"/>
              </a:rPr>
              <a:t>thăm</a:t>
            </a:r>
            <a:r>
              <a:rPr lang="en-US" sz="1400" b="0" dirty="0">
                <a:solidFill>
                  <a:srgbClr val="243858"/>
                </a:solidFill>
                <a:latin typeface="SVN-Avo"/>
              </a:rPr>
              <a:t>, </a:t>
            </a:r>
            <a:r>
              <a:rPr lang="en-US" sz="1400" b="0" dirty="0" err="1">
                <a:solidFill>
                  <a:srgbClr val="243858"/>
                </a:solidFill>
                <a:latin typeface="SVN-Avo"/>
              </a:rPr>
              <a:t>làm</a:t>
            </a:r>
            <a:r>
              <a:rPr lang="en-US" sz="1400" b="0" dirty="0">
                <a:solidFill>
                  <a:srgbClr val="243858"/>
                </a:solidFill>
                <a:latin typeface="SVN-Avo"/>
              </a:rPr>
              <a:t> </a:t>
            </a:r>
            <a:r>
              <a:rPr lang="en-US" sz="1400" b="0" dirty="0" err="1">
                <a:solidFill>
                  <a:srgbClr val="243858"/>
                </a:solidFill>
                <a:latin typeface="SVN-Avo"/>
              </a:rPr>
              <a:t>giảm</a:t>
            </a:r>
            <a:r>
              <a:rPr lang="en-US" sz="1400" b="0" dirty="0">
                <a:solidFill>
                  <a:srgbClr val="243858"/>
                </a:solidFill>
                <a:latin typeface="SVN-Avo"/>
              </a:rPr>
              <a:t> </a:t>
            </a:r>
            <a:r>
              <a:rPr lang="en-US" sz="1400" b="0" dirty="0" err="1">
                <a:solidFill>
                  <a:srgbClr val="243858"/>
                </a:solidFill>
                <a:latin typeface="SVN-Avo"/>
              </a:rPr>
              <a:t>độ</a:t>
            </a:r>
            <a:r>
              <a:rPr lang="en-US" sz="1400" b="0" dirty="0">
                <a:solidFill>
                  <a:srgbClr val="243858"/>
                </a:solidFill>
                <a:latin typeface="SVN-Avo"/>
              </a:rPr>
              <a:t> </a:t>
            </a:r>
            <a:r>
              <a:rPr lang="en-US" sz="1400" b="0" dirty="0" err="1">
                <a:solidFill>
                  <a:srgbClr val="243858"/>
                </a:solidFill>
                <a:latin typeface="SVN-Avo"/>
              </a:rPr>
              <a:t>chính</a:t>
            </a:r>
            <a:r>
              <a:rPr lang="en-US" sz="1400" b="0" dirty="0">
                <a:solidFill>
                  <a:srgbClr val="243858"/>
                </a:solidFill>
                <a:latin typeface="SVN-Avo"/>
              </a:rPr>
              <a:t> </a:t>
            </a:r>
            <a:r>
              <a:rPr lang="en-US" sz="1400" b="0" dirty="0" err="1">
                <a:solidFill>
                  <a:srgbClr val="243858"/>
                </a:solidFill>
                <a:latin typeface="SVN-Avo"/>
              </a:rPr>
              <a:t>xác</a:t>
            </a:r>
            <a:r>
              <a:rPr lang="en-US" sz="1400" b="0" dirty="0">
                <a:solidFill>
                  <a:srgbClr val="243858"/>
                </a:solidFill>
                <a:latin typeface="SVN-Avo"/>
              </a:rPr>
              <a:t>.</a:t>
            </a:r>
            <a:endParaRPr lang="en-US" sz="2000" dirty="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en-US" sz="1400" b="0" dirty="0">
                <a:solidFill>
                  <a:srgbClr val="243858"/>
                </a:solidFill>
                <a:latin typeface="SVN-Avo"/>
              </a:rPr>
              <a:t>Quản </a:t>
            </a:r>
            <a:r>
              <a:rPr lang="en-US" sz="1400" b="0" dirty="0" err="1">
                <a:solidFill>
                  <a:srgbClr val="243858"/>
                </a:solidFill>
                <a:latin typeface="SVN-Avo"/>
              </a:rPr>
              <a:t>trị</a:t>
            </a:r>
            <a:r>
              <a:rPr lang="en-US" sz="1400" b="0" dirty="0">
                <a:solidFill>
                  <a:srgbClr val="243858"/>
                </a:solidFill>
                <a:latin typeface="SVN-Avo"/>
              </a:rPr>
              <a:t> </a:t>
            </a:r>
            <a:r>
              <a:rPr lang="en-US" sz="1400" b="0" dirty="0" err="1">
                <a:solidFill>
                  <a:srgbClr val="243858"/>
                </a:solidFill>
                <a:latin typeface="SVN-Avo"/>
              </a:rPr>
              <a:t>viên</a:t>
            </a:r>
            <a:r>
              <a:rPr lang="en-US" sz="1400" b="0" dirty="0">
                <a:solidFill>
                  <a:srgbClr val="243858"/>
                </a:solidFill>
                <a:latin typeface="SVN-Avo"/>
              </a:rPr>
              <a:t> </a:t>
            </a:r>
            <a:r>
              <a:rPr lang="en-US" sz="1400" b="0" dirty="0" err="1">
                <a:solidFill>
                  <a:srgbClr val="243858"/>
                </a:solidFill>
                <a:latin typeface="SVN-Avo"/>
              </a:rPr>
              <a:t>phải</a:t>
            </a:r>
            <a:r>
              <a:rPr lang="en-US" sz="1400" b="0" dirty="0">
                <a:solidFill>
                  <a:srgbClr val="243858"/>
                </a:solidFill>
                <a:latin typeface="SVN-Avo"/>
              </a:rPr>
              <a:t> </a:t>
            </a:r>
            <a:r>
              <a:rPr lang="en-US" sz="1400" b="0" dirty="0" err="1">
                <a:solidFill>
                  <a:srgbClr val="243858"/>
                </a:solidFill>
                <a:latin typeface="SVN-Avo"/>
              </a:rPr>
              <a:t>cấu</a:t>
            </a:r>
            <a:r>
              <a:rPr lang="en-US" sz="1400" b="0" dirty="0">
                <a:solidFill>
                  <a:srgbClr val="243858"/>
                </a:solidFill>
                <a:latin typeface="SVN-Avo"/>
              </a:rPr>
              <a:t> </a:t>
            </a:r>
            <a:r>
              <a:rPr lang="en-US" sz="1400" b="0" dirty="0" err="1">
                <a:solidFill>
                  <a:srgbClr val="243858"/>
                </a:solidFill>
                <a:latin typeface="SVN-Avo"/>
              </a:rPr>
              <a:t>hình</a:t>
            </a:r>
            <a:r>
              <a:rPr lang="en-US" sz="1400" b="0" dirty="0">
                <a:solidFill>
                  <a:srgbClr val="243858"/>
                </a:solidFill>
                <a:latin typeface="SVN-Avo"/>
              </a:rPr>
              <a:t> </a:t>
            </a:r>
            <a:r>
              <a:rPr lang="en-US" sz="1400" b="0" dirty="0" err="1">
                <a:solidFill>
                  <a:srgbClr val="243858"/>
                </a:solidFill>
                <a:latin typeface="SVN-Avo"/>
              </a:rPr>
              <a:t>nhóm</a:t>
            </a:r>
            <a:r>
              <a:rPr lang="en-US" sz="1400" b="0" dirty="0">
                <a:solidFill>
                  <a:srgbClr val="243858"/>
                </a:solidFill>
                <a:latin typeface="SVN-Avo"/>
              </a:rPr>
              <a:t> </a:t>
            </a:r>
            <a:r>
              <a:rPr lang="en-US" sz="1400" b="0" dirty="0" err="1">
                <a:solidFill>
                  <a:srgbClr val="243858"/>
                </a:solidFill>
                <a:latin typeface="SVN-Avo"/>
              </a:rPr>
              <a:t>chấm</a:t>
            </a:r>
            <a:r>
              <a:rPr lang="en-US" sz="1400" b="0" dirty="0">
                <a:solidFill>
                  <a:srgbClr val="243858"/>
                </a:solidFill>
                <a:latin typeface="SVN-Avo"/>
              </a:rPr>
              <a:t> </a:t>
            </a:r>
            <a:r>
              <a:rPr lang="en-US" sz="1400" b="0" dirty="0" err="1">
                <a:solidFill>
                  <a:srgbClr val="243858"/>
                </a:solidFill>
                <a:latin typeface="SVN-Avo"/>
              </a:rPr>
              <a:t>công</a:t>
            </a:r>
            <a:r>
              <a:rPr lang="en-US" sz="1400" b="0" dirty="0">
                <a:solidFill>
                  <a:srgbClr val="243858"/>
                </a:solidFill>
                <a:latin typeface="SVN-Avo"/>
              </a:rPr>
              <a:t> </a:t>
            </a:r>
            <a:r>
              <a:rPr lang="en-US" sz="1400" b="0" dirty="0" err="1">
                <a:solidFill>
                  <a:srgbClr val="243858"/>
                </a:solidFill>
                <a:latin typeface="SVN-Avo"/>
              </a:rPr>
              <a:t>theo</a:t>
            </a:r>
            <a:r>
              <a:rPr lang="en-US" sz="1400" b="0" dirty="0">
                <a:solidFill>
                  <a:srgbClr val="243858"/>
                </a:solidFill>
                <a:latin typeface="SVN-Avo"/>
              </a:rPr>
              <a:t> </a:t>
            </a:r>
            <a:r>
              <a:rPr lang="en-US" sz="1400" b="0" dirty="0" err="1">
                <a:solidFill>
                  <a:srgbClr val="243858"/>
                </a:solidFill>
                <a:latin typeface="SVN-Avo"/>
              </a:rPr>
              <a:t>nhiều</a:t>
            </a:r>
            <a:r>
              <a:rPr lang="en-US" sz="1400" b="0" dirty="0">
                <a:solidFill>
                  <a:srgbClr val="243858"/>
                </a:solidFill>
                <a:latin typeface="SVN-Avo"/>
              </a:rPr>
              <a:t> </a:t>
            </a:r>
            <a:r>
              <a:rPr lang="en-US" sz="1400" b="0" dirty="0" err="1">
                <a:solidFill>
                  <a:srgbClr val="243858"/>
                </a:solidFill>
                <a:latin typeface="SVN-Avo"/>
              </a:rPr>
              <a:t>trường</a:t>
            </a:r>
            <a:r>
              <a:rPr lang="en-US" sz="1400" b="0" dirty="0">
                <a:solidFill>
                  <a:srgbClr val="243858"/>
                </a:solidFill>
                <a:latin typeface="SVN-Avo"/>
              </a:rPr>
              <a:t> </a:t>
            </a:r>
            <a:r>
              <a:rPr lang="en-US" sz="1400" b="0" dirty="0" err="1">
                <a:solidFill>
                  <a:srgbClr val="243858"/>
                </a:solidFill>
                <a:latin typeface="SVN-Avo"/>
              </a:rPr>
              <a:t>hợp</a:t>
            </a:r>
            <a:r>
              <a:rPr lang="en-US" sz="1400" b="0" dirty="0">
                <a:solidFill>
                  <a:srgbClr val="243858"/>
                </a:solidFill>
                <a:latin typeface="SVN-Avo"/>
              </a:rPr>
              <a:t> </a:t>
            </a:r>
            <a:r>
              <a:rPr lang="en-US" sz="1400" b="0" dirty="0" err="1">
                <a:solidFill>
                  <a:srgbClr val="243858"/>
                </a:solidFill>
                <a:latin typeface="SVN-Avo"/>
              </a:rPr>
              <a:t>riêng</a:t>
            </a:r>
            <a:r>
              <a:rPr lang="en-US" sz="1400" b="0" dirty="0">
                <a:solidFill>
                  <a:srgbClr val="243858"/>
                </a:solidFill>
                <a:latin typeface="SVN-Avo"/>
              </a:rPr>
              <a:t>.</a:t>
            </a:r>
            <a:endParaRPr lang="en-US" sz="2000" dirty="0">
              <a:latin typeface="SVN-Avo"/>
            </a:endParaRPr>
          </a:p>
        </p:txBody>
      </p:sp>
      <p:pic>
        <p:nvPicPr>
          <p:cNvPr id="3" name="Picture 2">
            <a:extLst>
              <a:ext uri="{FF2B5EF4-FFF2-40B4-BE49-F238E27FC236}">
                <a16:creationId xmlns:a16="http://schemas.microsoft.com/office/drawing/2014/main" id="{4CAF8480-1CBE-B8DA-0C8A-7AB42520FC1D}"/>
              </a:ext>
            </a:extLst>
          </p:cNvPr>
          <p:cNvPicPr>
            <a:picLocks noChangeAspect="1"/>
          </p:cNvPicPr>
          <p:nvPr/>
        </p:nvPicPr>
        <p:blipFill>
          <a:blip r:embed="rId4"/>
          <a:stretch>
            <a:fillRect/>
          </a:stretch>
        </p:blipFill>
        <p:spPr>
          <a:xfrm>
            <a:off x="640080" y="1078992"/>
            <a:ext cx="5257800" cy="2824013"/>
          </a:xfrm>
          <a:prstGeom prst="rect">
            <a:avLst/>
          </a:prstGeom>
        </p:spPr>
      </p:pic>
      <p:pic>
        <p:nvPicPr>
          <p:cNvPr id="10" name="Picture 9">
            <a:extLst>
              <a:ext uri="{FF2B5EF4-FFF2-40B4-BE49-F238E27FC236}">
                <a16:creationId xmlns:a16="http://schemas.microsoft.com/office/drawing/2014/main" id="{3B14CBCA-7D0E-117A-C4F1-B6CFF90E9DC4}"/>
              </a:ext>
            </a:extLst>
          </p:cNvPr>
          <p:cNvPicPr>
            <a:picLocks noChangeAspect="1"/>
          </p:cNvPicPr>
          <p:nvPr/>
        </p:nvPicPr>
        <p:blipFill>
          <a:blip r:embed="rId5"/>
          <a:stretch>
            <a:fillRect/>
          </a:stretch>
        </p:blipFill>
        <p:spPr>
          <a:xfrm>
            <a:off x="8887968" y="1033271"/>
            <a:ext cx="1389888" cy="3002627"/>
          </a:xfrm>
          <a:prstGeom prst="rect">
            <a:avLst/>
          </a:prstGeom>
        </p:spPr>
      </p:pic>
      <p:sp>
        <p:nvSpPr>
          <p:cNvPr id="13" name="TextBox 12">
            <a:extLst>
              <a:ext uri="{FF2B5EF4-FFF2-40B4-BE49-F238E27FC236}">
                <a16:creationId xmlns:a16="http://schemas.microsoft.com/office/drawing/2014/main" id="{F6B6BE15-15A8-FA0A-B366-ECB215E6EA63}"/>
              </a:ext>
            </a:extLst>
          </p:cNvPr>
          <p:cNvSpPr txBox="1"/>
          <p:nvPr/>
        </p:nvSpPr>
        <p:spPr>
          <a:xfrm>
            <a:off x="6382512" y="4206240"/>
            <a:ext cx="5029200" cy="1369606"/>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vi-VN" b="1">
                <a:solidFill>
                  <a:srgbClr val="10B75A"/>
                </a:solidFill>
                <a:latin typeface="SVN-Avo"/>
              </a:rPr>
              <a:t>GIẢI PHÁP</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a:rPr>
              <a:t>Xây dựng mô-đun Chấm công độc lập trên ứng dụng DMS nội bộ bằng Flutter và PostgreSQL.</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a:rPr>
              <a:t>Tách biệt và làm sạch dữ liệu chấm công.</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a:rPr>
              <a:t>Thuận tiện cho việc tổng hợp công hằng tháng.</a:t>
            </a:r>
            <a:endParaRPr lang="en-US" sz="2000">
              <a:latin typeface="SVN-Avo"/>
            </a:endParaRPr>
          </a:p>
        </p:txBody>
      </p:sp>
      <p:sp>
        <p:nvSpPr>
          <p:cNvPr id="15" name="Refined diagram label current"/>
          <p:cNvSpPr txBox="1"/>
          <p:nvPr/>
        </p:nvSpPr>
        <p:spPr>
          <a:xfrm>
            <a:off x="640080" y="795528"/>
            <a:ext cx="5257800" cy="200055"/>
          </a:xfrm>
          <a:prstGeom prst="rect">
            <a:avLst/>
          </a:prstGeom>
          <a:noFill/>
        </p:spPr>
        <p:txBody>
          <a:bodyPr wrap="square" lIns="0" tIns="0" rIns="0" bIns="0">
            <a:spAutoFit/>
          </a:bodyPr>
          <a:lstStyle/>
          <a:p>
            <a:pPr algn="l"/>
            <a:r>
              <a:rPr lang="en-US" sz="1300" b="1">
                <a:solidFill>
                  <a:srgbClr val="355FAC"/>
                </a:solidFill>
                <a:latin typeface="SVN-Avo"/>
              </a:rPr>
              <a:t>HIỆN TRẠNG · MOBIWORK DMS</a:t>
            </a:r>
            <a:endParaRPr lang="en-US">
              <a:latin typeface="SVN-Avo"/>
            </a:endParaRPr>
          </a:p>
        </p:txBody>
      </p:sp>
      <p:sp>
        <p:nvSpPr>
          <p:cNvPr id="16" name="Refined diagram label target"/>
          <p:cNvSpPr txBox="1"/>
          <p:nvPr/>
        </p:nvSpPr>
        <p:spPr>
          <a:xfrm>
            <a:off x="7818120" y="795528"/>
            <a:ext cx="3566160" cy="200055"/>
          </a:xfrm>
          <a:prstGeom prst="rect">
            <a:avLst/>
          </a:prstGeom>
          <a:noFill/>
        </p:spPr>
        <p:txBody>
          <a:bodyPr wrap="square" lIns="0" tIns="0" rIns="0" bIns="0">
            <a:spAutoFit/>
          </a:bodyPr>
          <a:lstStyle/>
          <a:p>
            <a:pPr algn="ctr"/>
            <a:r>
              <a:rPr lang="en-US" sz="1300" b="1">
                <a:solidFill>
                  <a:srgbClr val="10B75A"/>
                </a:solidFill>
                <a:latin typeface="SVN-Avo"/>
              </a:rPr>
              <a:t>GIẢI PHÁP · APP DMS NỘI BỘ</a:t>
            </a:r>
            <a:endParaRPr lang="en-US">
              <a:latin typeface="SVN-Avo"/>
            </a:endParaRPr>
          </a:p>
        </p:txBody>
      </p:sp>
      <p:sp>
        <p:nvSpPr>
          <p:cNvPr id="17" name="Refined diagram transition arrow"/>
          <p:cNvSpPr/>
          <p:nvPr/>
        </p:nvSpPr>
        <p:spPr>
          <a:xfrm>
            <a:off x="6510528" y="1993392"/>
            <a:ext cx="1143000" cy="438912"/>
          </a:xfrm>
          <a:prstGeom prst="rightArrow">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SVN-Avo"/>
            </a:endParaRPr>
          </a:p>
        </p:txBody>
      </p:sp>
      <p:sp>
        <p:nvSpPr>
          <p:cNvPr id="18" name="Refined diagram transition label"/>
          <p:cNvSpPr txBox="1"/>
          <p:nvPr/>
        </p:nvSpPr>
        <p:spPr>
          <a:xfrm>
            <a:off x="6053328" y="1600200"/>
            <a:ext cx="2057400" cy="200055"/>
          </a:xfrm>
          <a:prstGeom prst="rect">
            <a:avLst/>
          </a:prstGeom>
          <a:noFill/>
        </p:spPr>
        <p:txBody>
          <a:bodyPr wrap="square" lIns="0" tIns="0" rIns="0" bIns="0">
            <a:spAutoFit/>
          </a:bodyPr>
          <a:lstStyle/>
          <a:p>
            <a:pPr algn="ctr"/>
            <a:r>
              <a:rPr lang="en-US" sz="1300" b="1">
                <a:solidFill>
                  <a:srgbClr val="10B75A"/>
                </a:solidFill>
                <a:latin typeface="SVN-Avo"/>
              </a:rPr>
              <a:t>TÁCH RIÊNG MÔ-ĐUN</a:t>
            </a:r>
            <a:endParaRPr lang="en-US">
              <a:latin typeface="SVN-Avo"/>
            </a:endParaRPr>
          </a:p>
        </p:txBody>
      </p:sp>
      <p:sp>
        <p:nvSpPr>
          <p:cNvPr id="19" name="Refined diagram problem rule"/>
          <p:cNvSpPr/>
          <p:nvPr/>
        </p:nvSpPr>
        <p:spPr>
          <a:xfrm>
            <a:off x="640080" y="4087368"/>
            <a:ext cx="5074920" cy="32004"/>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SVN-Avo"/>
            </a:endParaRPr>
          </a:p>
        </p:txBody>
      </p:sp>
      <p:sp>
        <p:nvSpPr>
          <p:cNvPr id="20" name="Refined diagram solution rule"/>
          <p:cNvSpPr/>
          <p:nvPr/>
        </p:nvSpPr>
        <p:spPr>
          <a:xfrm>
            <a:off x="6336792" y="4087368"/>
            <a:ext cx="5074920" cy="32004"/>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SVN-Avo"/>
            </a:endParaRPr>
          </a:p>
        </p:txBody>
      </p:sp>
      <p:sp>
        <p:nvSpPr>
          <p:cNvPr id="21" name="Polish slide3 divider"/>
          <p:cNvSpPr/>
          <p:nvPr/>
        </p:nvSpPr>
        <p:spPr>
          <a:xfrm>
            <a:off x="6071616" y="4160520"/>
            <a:ext cx="13716" cy="166420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4957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BBBE7-C6CB-464F-772B-E22DC8EAD1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0756F7-998A-89EF-087F-5EEC56168FC0}"/>
              </a:ext>
            </a:extLst>
          </p:cNvPr>
          <p:cNvSpPr>
            <a:spLocks noGrp="1"/>
          </p:cNvSpPr>
          <p:nvPr>
            <p:ph type="sldNum" sz="quarter" idx="11"/>
          </p:nvPr>
        </p:nvSpPr>
        <p:spPr/>
        <p:txBody>
          <a:bodyPr anchor="ctr"/>
          <a:lstStyle/>
          <a:p>
            <a:pPr algn="ctr"/>
            <a:r>
              <a:rPr lang="en-US" sz="800" i="1">
                <a:solidFill>
                  <a:srgbClr val="243858"/>
                </a:solidFill>
                <a:latin typeface="SVN-Avo"/>
              </a:rPr>
              <a:t>3</a:t>
            </a:r>
          </a:p>
        </p:txBody>
      </p:sp>
      <p:sp>
        <p:nvSpPr>
          <p:cNvPr id="6" name="Title 5">
            <a:extLst>
              <a:ext uri="{FF2B5EF4-FFF2-40B4-BE49-F238E27FC236}">
                <a16:creationId xmlns:a16="http://schemas.microsoft.com/office/drawing/2014/main" id="{79322F04-DA39-6536-A310-F09A49EFB608}"/>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a:latin typeface="SVN-Avo"/>
              </a:rPr>
              <a:t>BIỂU MẪU</a:t>
            </a:r>
            <a:endParaRPr lang="en-VN">
              <a:latin typeface="SVN-Avo"/>
            </a:endParaRPr>
          </a:p>
        </p:txBody>
      </p:sp>
      <p:pic>
        <p:nvPicPr>
          <p:cNvPr id="9" name="Picture 8">
            <a:extLst>
              <a:ext uri="{FF2B5EF4-FFF2-40B4-BE49-F238E27FC236}">
                <a16:creationId xmlns:a16="http://schemas.microsoft.com/office/drawing/2014/main" id="{2AD1B017-E1EB-472B-5895-1749E441C316}"/>
              </a:ext>
            </a:extLst>
          </p:cNvPr>
          <p:cNvPicPr>
            <a:picLocks noChangeAspect="1"/>
          </p:cNvPicPr>
          <p:nvPr/>
        </p:nvPicPr>
        <p:blipFill rotWithShape="1">
          <a:blip r:embed="rId3">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
        <p:nvSpPr>
          <p:cNvPr id="8" name="TextBox 7">
            <a:extLst>
              <a:ext uri="{FF2B5EF4-FFF2-40B4-BE49-F238E27FC236}">
                <a16:creationId xmlns:a16="http://schemas.microsoft.com/office/drawing/2014/main" id="{149729AA-3D28-F824-D962-635F79A1EE95}"/>
              </a:ext>
            </a:extLst>
          </p:cNvPr>
          <p:cNvSpPr txBox="1"/>
          <p:nvPr/>
        </p:nvSpPr>
        <p:spPr>
          <a:xfrm>
            <a:off x="640080" y="4206240"/>
            <a:ext cx="5047488" cy="1369606"/>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en-US" b="1">
                <a:solidFill>
                  <a:srgbClr val="EE4B4B"/>
                </a:solidFill>
                <a:latin typeface="SVN-Avo"/>
              </a:rPr>
              <a:t>VẤN ĐỀ</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Các biểu mẫu cùng hiển thị khi viếng thăm, chưa phân theo tuyến hoặc loại khách hàng.</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Nhân viên dễ chọn nhầm biểu mẫu, dẫn đến sai dữ liệu.</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Chưa hỗ trợ điều kiện rẽ nhánh và ẩn/hiện trường dữ liệu.</a:t>
            </a:r>
            <a:endParaRPr lang="en-US" sz="2000">
              <a:latin typeface="SVN-Avo"/>
            </a:endParaRPr>
          </a:p>
        </p:txBody>
      </p:sp>
      <p:sp>
        <p:nvSpPr>
          <p:cNvPr id="13" name="TextBox 12">
            <a:extLst>
              <a:ext uri="{FF2B5EF4-FFF2-40B4-BE49-F238E27FC236}">
                <a16:creationId xmlns:a16="http://schemas.microsoft.com/office/drawing/2014/main" id="{5D603122-B2B2-079D-9452-51C3E0453EA7}"/>
              </a:ext>
            </a:extLst>
          </p:cNvPr>
          <p:cNvSpPr txBox="1"/>
          <p:nvPr/>
        </p:nvSpPr>
        <p:spPr>
          <a:xfrm>
            <a:off x="6382512" y="4206240"/>
            <a:ext cx="5029200" cy="1369606"/>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vi-VN" b="1">
                <a:solidFill>
                  <a:srgbClr val="10B75A"/>
                </a:solidFill>
                <a:latin typeface="SVN-Avo"/>
              </a:rPr>
              <a:t>GIẢI PHÁP</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a:rPr>
              <a:t>DMS nội bộ hiển thị biểu mẫu theo tuyến, nhóm và loại khách hàng.</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Bổ sung điều kiện rẽ nhánh để biểu mẫu linh hoạt hơn.</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Tận dụng Thư viện trường trên VTHM One.</a:t>
            </a:r>
            <a:endParaRPr lang="en-US" sz="2000">
              <a:latin typeface="SVN-Avo"/>
            </a:endParaRPr>
          </a:p>
        </p:txBody>
      </p:sp>
      <p:sp>
        <p:nvSpPr>
          <p:cNvPr id="15" name="Refined diagram label current">
            <a:extLst>
              <a:ext uri="{FF2B5EF4-FFF2-40B4-BE49-F238E27FC236}">
                <a16:creationId xmlns:a16="http://schemas.microsoft.com/office/drawing/2014/main" id="{54851847-8BEB-8696-3C12-BC3EF9A29055}"/>
              </a:ext>
            </a:extLst>
          </p:cNvPr>
          <p:cNvSpPr txBox="1"/>
          <p:nvPr/>
        </p:nvSpPr>
        <p:spPr>
          <a:xfrm>
            <a:off x="1645920" y="900168"/>
            <a:ext cx="5257800" cy="200055"/>
          </a:xfrm>
          <a:prstGeom prst="rect">
            <a:avLst/>
          </a:prstGeom>
          <a:noFill/>
        </p:spPr>
        <p:txBody>
          <a:bodyPr wrap="square" lIns="0" tIns="0" rIns="0" bIns="0">
            <a:spAutoFit/>
          </a:bodyPr>
          <a:lstStyle/>
          <a:p>
            <a:pPr algn="l"/>
            <a:r>
              <a:rPr lang="en-US" sz="1300" b="1" dirty="0">
                <a:solidFill>
                  <a:srgbClr val="355FAC"/>
                </a:solidFill>
                <a:latin typeface="SVN-Avo"/>
              </a:rPr>
              <a:t>HIỆN TRẠNG · MOBIWORK DMS</a:t>
            </a:r>
            <a:endParaRPr lang="en-US" dirty="0">
              <a:latin typeface="SVN-Avo"/>
            </a:endParaRPr>
          </a:p>
        </p:txBody>
      </p:sp>
      <p:sp>
        <p:nvSpPr>
          <p:cNvPr id="16" name="Refined diagram label target">
            <a:extLst>
              <a:ext uri="{FF2B5EF4-FFF2-40B4-BE49-F238E27FC236}">
                <a16:creationId xmlns:a16="http://schemas.microsoft.com/office/drawing/2014/main" id="{4A17C5FB-C410-6814-C735-518D367C3477}"/>
              </a:ext>
            </a:extLst>
          </p:cNvPr>
          <p:cNvSpPr txBox="1"/>
          <p:nvPr/>
        </p:nvSpPr>
        <p:spPr>
          <a:xfrm>
            <a:off x="6903720" y="901475"/>
            <a:ext cx="3566160" cy="200055"/>
          </a:xfrm>
          <a:prstGeom prst="rect">
            <a:avLst/>
          </a:prstGeom>
          <a:noFill/>
        </p:spPr>
        <p:txBody>
          <a:bodyPr wrap="square" lIns="0" tIns="0" rIns="0" bIns="0">
            <a:spAutoFit/>
          </a:bodyPr>
          <a:lstStyle/>
          <a:p>
            <a:pPr algn="ctr"/>
            <a:r>
              <a:rPr lang="en-US" sz="1300" b="1" dirty="0">
                <a:solidFill>
                  <a:srgbClr val="10B75A"/>
                </a:solidFill>
                <a:latin typeface="SVN-Avo"/>
              </a:rPr>
              <a:t>GIẢI PHÁP · APP DMS NỘI BỘ</a:t>
            </a:r>
            <a:endParaRPr lang="en-US" dirty="0">
              <a:latin typeface="SVN-Avo"/>
            </a:endParaRPr>
          </a:p>
        </p:txBody>
      </p:sp>
      <p:sp>
        <p:nvSpPr>
          <p:cNvPr id="19" name="Refined diagram problem rule">
            <a:extLst>
              <a:ext uri="{FF2B5EF4-FFF2-40B4-BE49-F238E27FC236}">
                <a16:creationId xmlns:a16="http://schemas.microsoft.com/office/drawing/2014/main" id="{452A4B9A-D81D-7664-034A-F963D98B781A}"/>
              </a:ext>
            </a:extLst>
          </p:cNvPr>
          <p:cNvSpPr/>
          <p:nvPr/>
        </p:nvSpPr>
        <p:spPr>
          <a:xfrm>
            <a:off x="640080" y="4087368"/>
            <a:ext cx="5074920" cy="32004"/>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latin typeface="SVN-Avo"/>
            </a:endParaRPr>
          </a:p>
        </p:txBody>
      </p:sp>
      <p:sp>
        <p:nvSpPr>
          <p:cNvPr id="20" name="Refined diagram solution rule">
            <a:extLst>
              <a:ext uri="{FF2B5EF4-FFF2-40B4-BE49-F238E27FC236}">
                <a16:creationId xmlns:a16="http://schemas.microsoft.com/office/drawing/2014/main" id="{90C9FB7E-C6E9-F132-5C57-81EDEBF1C831}"/>
              </a:ext>
            </a:extLst>
          </p:cNvPr>
          <p:cNvSpPr/>
          <p:nvPr/>
        </p:nvSpPr>
        <p:spPr>
          <a:xfrm>
            <a:off x="6336792" y="4087368"/>
            <a:ext cx="5074920" cy="32004"/>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latin typeface="SVN-Avo"/>
            </a:endParaRPr>
          </a:p>
        </p:txBody>
      </p:sp>
      <p:sp>
        <p:nvSpPr>
          <p:cNvPr id="21" name="Polish slide3 divider">
            <a:extLst>
              <a:ext uri="{FF2B5EF4-FFF2-40B4-BE49-F238E27FC236}">
                <a16:creationId xmlns:a16="http://schemas.microsoft.com/office/drawing/2014/main" id="{9FFCE5DF-3FF8-0A1B-D4BE-E8C4F689EE9D}"/>
              </a:ext>
            </a:extLst>
          </p:cNvPr>
          <p:cNvSpPr/>
          <p:nvPr/>
        </p:nvSpPr>
        <p:spPr>
          <a:xfrm>
            <a:off x="6071616" y="4160520"/>
            <a:ext cx="13716" cy="166420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5" name="Picture 4">
            <a:extLst>
              <a:ext uri="{FF2B5EF4-FFF2-40B4-BE49-F238E27FC236}">
                <a16:creationId xmlns:a16="http://schemas.microsoft.com/office/drawing/2014/main" id="{A2280036-8C2D-F8B3-57D1-5435E1B46A0A}"/>
              </a:ext>
            </a:extLst>
          </p:cNvPr>
          <p:cNvPicPr>
            <a:picLocks noChangeAspect="1"/>
          </p:cNvPicPr>
          <p:nvPr/>
        </p:nvPicPr>
        <p:blipFill>
          <a:blip r:embed="rId4"/>
          <a:stretch>
            <a:fillRect/>
          </a:stretch>
        </p:blipFill>
        <p:spPr>
          <a:xfrm>
            <a:off x="640080" y="1302702"/>
            <a:ext cx="1283263" cy="2777305"/>
          </a:xfrm>
          <a:prstGeom prst="rect">
            <a:avLst/>
          </a:prstGeom>
        </p:spPr>
      </p:pic>
      <p:pic>
        <p:nvPicPr>
          <p:cNvPr id="11" name="Picture 10">
            <a:extLst>
              <a:ext uri="{FF2B5EF4-FFF2-40B4-BE49-F238E27FC236}">
                <a16:creationId xmlns:a16="http://schemas.microsoft.com/office/drawing/2014/main" id="{B675BAEB-5DAA-C98A-59AD-91070E8B3213}"/>
              </a:ext>
            </a:extLst>
          </p:cNvPr>
          <p:cNvPicPr>
            <a:picLocks noChangeAspect="1"/>
          </p:cNvPicPr>
          <p:nvPr/>
        </p:nvPicPr>
        <p:blipFill>
          <a:blip r:embed="rId5"/>
          <a:stretch>
            <a:fillRect/>
          </a:stretch>
        </p:blipFill>
        <p:spPr>
          <a:xfrm>
            <a:off x="2000354" y="1410006"/>
            <a:ext cx="3687214" cy="2367579"/>
          </a:xfrm>
          <a:prstGeom prst="rect">
            <a:avLst/>
          </a:prstGeom>
        </p:spPr>
      </p:pic>
      <p:pic>
        <p:nvPicPr>
          <p:cNvPr id="23" name="Picture 22">
            <a:extLst>
              <a:ext uri="{FF2B5EF4-FFF2-40B4-BE49-F238E27FC236}">
                <a16:creationId xmlns:a16="http://schemas.microsoft.com/office/drawing/2014/main" id="{B9270929-7D6B-0B89-AAD3-EF72C86FB8BE}"/>
              </a:ext>
            </a:extLst>
          </p:cNvPr>
          <p:cNvPicPr>
            <a:picLocks noChangeAspect="1"/>
          </p:cNvPicPr>
          <p:nvPr/>
        </p:nvPicPr>
        <p:blipFill>
          <a:blip r:embed="rId6"/>
          <a:stretch>
            <a:fillRect/>
          </a:stretch>
        </p:blipFill>
        <p:spPr>
          <a:xfrm>
            <a:off x="6504434" y="1210027"/>
            <a:ext cx="4809744" cy="2426265"/>
          </a:xfrm>
          <a:prstGeom prst="rect">
            <a:avLst/>
          </a:prstGeom>
        </p:spPr>
      </p:pic>
    </p:spTree>
    <p:extLst>
      <p:ext uri="{BB962C8B-B14F-4D97-AF65-F5344CB8AC3E}">
        <p14:creationId xmlns:p14="http://schemas.microsoft.com/office/powerpoint/2010/main" val="2370468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7087F-C838-8B92-E356-14E6F31ACD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907DD8-2E5C-1E6C-E36C-7212E18990EB}"/>
              </a:ext>
            </a:extLst>
          </p:cNvPr>
          <p:cNvSpPr>
            <a:spLocks noGrp="1"/>
          </p:cNvSpPr>
          <p:nvPr>
            <p:ph type="sldNum" sz="quarter" idx="11"/>
          </p:nvPr>
        </p:nvSpPr>
        <p:spPr/>
        <p:txBody>
          <a:bodyPr anchor="ctr"/>
          <a:lstStyle/>
          <a:p>
            <a:pPr algn="ctr"/>
            <a:r>
              <a:rPr lang="en-US" sz="800" i="1">
                <a:solidFill>
                  <a:srgbClr val="243858"/>
                </a:solidFill>
                <a:latin typeface="SVN-Avo"/>
              </a:rPr>
              <a:t>4</a:t>
            </a:r>
          </a:p>
        </p:txBody>
      </p:sp>
      <p:sp>
        <p:nvSpPr>
          <p:cNvPr id="6" name="Title 5">
            <a:extLst>
              <a:ext uri="{FF2B5EF4-FFF2-40B4-BE49-F238E27FC236}">
                <a16:creationId xmlns:a16="http://schemas.microsoft.com/office/drawing/2014/main" id="{45EB001F-CD7F-A984-48B1-85D22BDCF88B}"/>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a:t>NHẬP LIỆU BẰNG GIỌNG NÓI</a:t>
            </a:r>
            <a:endParaRPr lang="en-VN">
              <a:latin typeface="SVN-Avo"/>
            </a:endParaRPr>
          </a:p>
        </p:txBody>
      </p:sp>
      <p:pic>
        <p:nvPicPr>
          <p:cNvPr id="9" name="Picture 8">
            <a:extLst>
              <a:ext uri="{FF2B5EF4-FFF2-40B4-BE49-F238E27FC236}">
                <a16:creationId xmlns:a16="http://schemas.microsoft.com/office/drawing/2014/main" id="{9506A8E2-D058-C285-8962-3831706F4911}"/>
              </a:ext>
            </a:extLst>
          </p:cNvPr>
          <p:cNvPicPr>
            <a:picLocks noChangeAspect="1"/>
          </p:cNvPicPr>
          <p:nvPr/>
        </p:nvPicPr>
        <p:blipFill rotWithShape="1">
          <a:blip r:embed="rId3">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
        <p:nvSpPr>
          <p:cNvPr id="8" name="TextBox 7">
            <a:extLst>
              <a:ext uri="{FF2B5EF4-FFF2-40B4-BE49-F238E27FC236}">
                <a16:creationId xmlns:a16="http://schemas.microsoft.com/office/drawing/2014/main" id="{BBFAF47C-0497-D0B6-64EA-99C9C4EED5AD}"/>
              </a:ext>
            </a:extLst>
          </p:cNvPr>
          <p:cNvSpPr txBox="1"/>
          <p:nvPr/>
        </p:nvSpPr>
        <p:spPr>
          <a:xfrm>
            <a:off x="640080" y="4206240"/>
            <a:ext cx="5047488" cy="1279838"/>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en-US" b="1">
                <a:solidFill>
                  <a:srgbClr val="EE4B4B"/>
                </a:solidFill>
                <a:latin typeface="SVN-Avo"/>
              </a:rPr>
              <a:t>VẤN ĐỀ</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Nhập dữ liệu khảo sát trên bàn phím điện thoại mất nhiều thời gian.</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Bất tiện khi nhân viên đang di chuyển hoặc trao đổi với khách hàng.</a:t>
            </a:r>
          </a:p>
        </p:txBody>
      </p:sp>
      <p:sp>
        <p:nvSpPr>
          <p:cNvPr id="13" name="TextBox 12">
            <a:extLst>
              <a:ext uri="{FF2B5EF4-FFF2-40B4-BE49-F238E27FC236}">
                <a16:creationId xmlns:a16="http://schemas.microsoft.com/office/drawing/2014/main" id="{C9B87FFD-64CA-A703-A627-B331955A6439}"/>
              </a:ext>
            </a:extLst>
          </p:cNvPr>
          <p:cNvSpPr txBox="1"/>
          <p:nvPr/>
        </p:nvSpPr>
        <p:spPr>
          <a:xfrm>
            <a:off x="6382512" y="4206240"/>
            <a:ext cx="5029200" cy="1279838"/>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vi-VN" b="1">
                <a:solidFill>
                  <a:srgbClr val="10B75A"/>
                </a:solidFill>
                <a:latin typeface="SVN-Avo"/>
              </a:rPr>
              <a:t>GIẢI PHÁP</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a:rPr>
              <a:t>Tích hợp chuyển giọng nói thành văn bản (voice-to-text) vào DMS nội bộ.</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Giảm thời gian gõ và nhập dữ liệu nhanh hơn tại mọi trường thông tin.</a:t>
            </a:r>
            <a:endParaRPr lang="en-US" sz="2000">
              <a:latin typeface="SVN-Avo"/>
            </a:endParaRPr>
          </a:p>
        </p:txBody>
      </p:sp>
      <p:sp>
        <p:nvSpPr>
          <p:cNvPr id="15" name="Refined diagram label current">
            <a:extLst>
              <a:ext uri="{FF2B5EF4-FFF2-40B4-BE49-F238E27FC236}">
                <a16:creationId xmlns:a16="http://schemas.microsoft.com/office/drawing/2014/main" id="{60D81C9D-B0B5-C700-2EE8-03B46D442083}"/>
              </a:ext>
            </a:extLst>
          </p:cNvPr>
          <p:cNvSpPr txBox="1"/>
          <p:nvPr/>
        </p:nvSpPr>
        <p:spPr>
          <a:xfrm>
            <a:off x="2034540" y="795528"/>
            <a:ext cx="5257800" cy="200055"/>
          </a:xfrm>
          <a:prstGeom prst="rect">
            <a:avLst/>
          </a:prstGeom>
          <a:noFill/>
        </p:spPr>
        <p:txBody>
          <a:bodyPr wrap="square" lIns="0" tIns="0" rIns="0" bIns="0">
            <a:spAutoFit/>
          </a:bodyPr>
          <a:lstStyle/>
          <a:p>
            <a:pPr algn="l"/>
            <a:r>
              <a:rPr lang="en-US" sz="1300" b="1">
                <a:solidFill>
                  <a:srgbClr val="355FAC"/>
                </a:solidFill>
                <a:latin typeface="SVN-Avo"/>
              </a:rPr>
              <a:t>HIỆN TRẠNG · MOBIWORK DMS</a:t>
            </a:r>
            <a:endParaRPr lang="en-US">
              <a:latin typeface="SVN-Avo"/>
            </a:endParaRPr>
          </a:p>
        </p:txBody>
      </p:sp>
      <p:sp>
        <p:nvSpPr>
          <p:cNvPr id="16" name="Refined diagram label target">
            <a:extLst>
              <a:ext uri="{FF2B5EF4-FFF2-40B4-BE49-F238E27FC236}">
                <a16:creationId xmlns:a16="http://schemas.microsoft.com/office/drawing/2014/main" id="{30D6CE31-8001-8776-C2C7-72AFB49CA27B}"/>
              </a:ext>
            </a:extLst>
          </p:cNvPr>
          <p:cNvSpPr txBox="1"/>
          <p:nvPr/>
        </p:nvSpPr>
        <p:spPr>
          <a:xfrm>
            <a:off x="7091172" y="795528"/>
            <a:ext cx="3566160" cy="200055"/>
          </a:xfrm>
          <a:prstGeom prst="rect">
            <a:avLst/>
          </a:prstGeom>
          <a:noFill/>
        </p:spPr>
        <p:txBody>
          <a:bodyPr wrap="square" lIns="0" tIns="0" rIns="0" bIns="0">
            <a:spAutoFit/>
          </a:bodyPr>
          <a:lstStyle/>
          <a:p>
            <a:pPr algn="ctr"/>
            <a:r>
              <a:rPr lang="en-US" sz="1300" b="1">
                <a:solidFill>
                  <a:srgbClr val="10B75A"/>
                </a:solidFill>
                <a:latin typeface="SVN-Avo"/>
              </a:rPr>
              <a:t>GIẢI PHÁP · APP DMS NỘI BỘ</a:t>
            </a:r>
            <a:endParaRPr lang="en-US">
              <a:latin typeface="SVN-Avo"/>
            </a:endParaRPr>
          </a:p>
        </p:txBody>
      </p:sp>
      <p:sp>
        <p:nvSpPr>
          <p:cNvPr id="19" name="Refined diagram problem rule">
            <a:extLst>
              <a:ext uri="{FF2B5EF4-FFF2-40B4-BE49-F238E27FC236}">
                <a16:creationId xmlns:a16="http://schemas.microsoft.com/office/drawing/2014/main" id="{247A4F93-A317-7BF3-B11A-ACF4B006E774}"/>
              </a:ext>
            </a:extLst>
          </p:cNvPr>
          <p:cNvSpPr/>
          <p:nvPr/>
        </p:nvSpPr>
        <p:spPr>
          <a:xfrm>
            <a:off x="640080" y="4087368"/>
            <a:ext cx="5074920" cy="32004"/>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latin typeface="SVN-Avo"/>
            </a:endParaRPr>
          </a:p>
        </p:txBody>
      </p:sp>
      <p:sp>
        <p:nvSpPr>
          <p:cNvPr id="20" name="Refined diagram solution rule">
            <a:extLst>
              <a:ext uri="{FF2B5EF4-FFF2-40B4-BE49-F238E27FC236}">
                <a16:creationId xmlns:a16="http://schemas.microsoft.com/office/drawing/2014/main" id="{3482C0CB-EC3C-9445-63F1-4AE6F587667B}"/>
              </a:ext>
            </a:extLst>
          </p:cNvPr>
          <p:cNvSpPr/>
          <p:nvPr/>
        </p:nvSpPr>
        <p:spPr>
          <a:xfrm>
            <a:off x="6336792" y="4087368"/>
            <a:ext cx="5074920" cy="32004"/>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latin typeface="SVN-Avo"/>
            </a:endParaRPr>
          </a:p>
        </p:txBody>
      </p:sp>
      <p:sp>
        <p:nvSpPr>
          <p:cNvPr id="21" name="Polish slide3 divider">
            <a:extLst>
              <a:ext uri="{FF2B5EF4-FFF2-40B4-BE49-F238E27FC236}">
                <a16:creationId xmlns:a16="http://schemas.microsoft.com/office/drawing/2014/main" id="{62EA08BD-2B82-5F56-9127-EE0E69DF5AFC}"/>
              </a:ext>
            </a:extLst>
          </p:cNvPr>
          <p:cNvSpPr/>
          <p:nvPr/>
        </p:nvSpPr>
        <p:spPr>
          <a:xfrm>
            <a:off x="6071616" y="4160520"/>
            <a:ext cx="13716" cy="166420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3" name="Picture 2">
            <a:extLst>
              <a:ext uri="{FF2B5EF4-FFF2-40B4-BE49-F238E27FC236}">
                <a16:creationId xmlns:a16="http://schemas.microsoft.com/office/drawing/2014/main" id="{5C79054C-BCB9-D1A4-B295-78726AEC8131}"/>
              </a:ext>
            </a:extLst>
          </p:cNvPr>
          <p:cNvPicPr>
            <a:picLocks noChangeAspect="1"/>
          </p:cNvPicPr>
          <p:nvPr/>
        </p:nvPicPr>
        <p:blipFill>
          <a:blip r:embed="rId4"/>
          <a:stretch>
            <a:fillRect/>
          </a:stretch>
        </p:blipFill>
        <p:spPr>
          <a:xfrm>
            <a:off x="8302752" y="1065290"/>
            <a:ext cx="1298448" cy="2810168"/>
          </a:xfrm>
          <a:prstGeom prst="rect">
            <a:avLst/>
          </a:prstGeom>
        </p:spPr>
      </p:pic>
      <p:pic>
        <p:nvPicPr>
          <p:cNvPr id="10" name="Picture 9">
            <a:extLst>
              <a:ext uri="{FF2B5EF4-FFF2-40B4-BE49-F238E27FC236}">
                <a16:creationId xmlns:a16="http://schemas.microsoft.com/office/drawing/2014/main" id="{DA4806F2-146B-0EC2-699A-7BBAF647FFC3}"/>
              </a:ext>
            </a:extLst>
          </p:cNvPr>
          <p:cNvPicPr>
            <a:picLocks noChangeAspect="1"/>
          </p:cNvPicPr>
          <p:nvPr/>
        </p:nvPicPr>
        <p:blipFill>
          <a:blip r:embed="rId5"/>
          <a:stretch>
            <a:fillRect/>
          </a:stretch>
        </p:blipFill>
        <p:spPr>
          <a:xfrm>
            <a:off x="2247497" y="1023717"/>
            <a:ext cx="1336866" cy="2893314"/>
          </a:xfrm>
          <a:prstGeom prst="rect">
            <a:avLst/>
          </a:prstGeom>
        </p:spPr>
      </p:pic>
    </p:spTree>
    <p:extLst>
      <p:ext uri="{BB962C8B-B14F-4D97-AF65-F5344CB8AC3E}">
        <p14:creationId xmlns:p14="http://schemas.microsoft.com/office/powerpoint/2010/main" val="2793856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EA121-802C-2E49-FDAB-E40E8D91951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348515-EC5F-0ADD-2D74-98EF10BFB76D}"/>
              </a:ext>
            </a:extLst>
          </p:cNvPr>
          <p:cNvSpPr>
            <a:spLocks noGrp="1"/>
          </p:cNvSpPr>
          <p:nvPr>
            <p:ph type="sldNum" sz="quarter" idx="11"/>
          </p:nvPr>
        </p:nvSpPr>
        <p:spPr/>
        <p:txBody>
          <a:bodyPr anchor="ctr"/>
          <a:lstStyle/>
          <a:p>
            <a:pPr algn="ctr"/>
            <a:r>
              <a:rPr lang="en-US" sz="800" i="1">
                <a:solidFill>
                  <a:srgbClr val="243858"/>
                </a:solidFill>
                <a:latin typeface="SVN-Avo"/>
              </a:rPr>
              <a:t>5</a:t>
            </a:r>
          </a:p>
        </p:txBody>
      </p:sp>
      <p:sp>
        <p:nvSpPr>
          <p:cNvPr id="6" name="Title 5">
            <a:extLst>
              <a:ext uri="{FF2B5EF4-FFF2-40B4-BE49-F238E27FC236}">
                <a16:creationId xmlns:a16="http://schemas.microsoft.com/office/drawing/2014/main" id="{88C722F4-EA69-8CA2-C76E-AEEC04EF00A6}"/>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a:latin typeface="SVN-Avo"/>
              </a:rPr>
              <a:t>CHẤM ĐIỂM TRƯNG BÀY</a:t>
            </a:r>
            <a:endParaRPr lang="en-VN">
              <a:latin typeface="SVN-Avo"/>
            </a:endParaRPr>
          </a:p>
        </p:txBody>
      </p:sp>
      <p:pic>
        <p:nvPicPr>
          <p:cNvPr id="9" name="Picture 8">
            <a:extLst>
              <a:ext uri="{FF2B5EF4-FFF2-40B4-BE49-F238E27FC236}">
                <a16:creationId xmlns:a16="http://schemas.microsoft.com/office/drawing/2014/main" id="{2E58C2A4-28E3-D5EC-A4F7-57BF116F83C3}"/>
              </a:ext>
            </a:extLst>
          </p:cNvPr>
          <p:cNvPicPr>
            <a:picLocks noChangeAspect="1"/>
          </p:cNvPicPr>
          <p:nvPr/>
        </p:nvPicPr>
        <p:blipFill rotWithShape="1">
          <a:blip r:embed="rId3">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
        <p:nvSpPr>
          <p:cNvPr id="8" name="TextBox 7">
            <a:extLst>
              <a:ext uri="{FF2B5EF4-FFF2-40B4-BE49-F238E27FC236}">
                <a16:creationId xmlns:a16="http://schemas.microsoft.com/office/drawing/2014/main" id="{BE08DADA-8311-B7AC-FD15-112226693B42}"/>
              </a:ext>
            </a:extLst>
          </p:cNvPr>
          <p:cNvSpPr txBox="1"/>
          <p:nvPr/>
        </p:nvSpPr>
        <p:spPr>
          <a:xfrm>
            <a:off x="640080" y="4655820"/>
            <a:ext cx="5047488" cy="1075166"/>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en-US" b="1">
                <a:solidFill>
                  <a:srgbClr val="EE4B4B"/>
                </a:solidFill>
                <a:latin typeface="SVN-Avo"/>
              </a:rPr>
              <a:t>VẤN ĐỀ</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Nhân viên CRM phải xuất dữ liệu viếng thăm, mở từng ảnh rồi chấm điểm thủ công.</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Quy trình nhiều thao tác, tốn thời gian xử lý.</a:t>
            </a:r>
          </a:p>
        </p:txBody>
      </p:sp>
      <p:sp>
        <p:nvSpPr>
          <p:cNvPr id="13" name="TextBox 12">
            <a:extLst>
              <a:ext uri="{FF2B5EF4-FFF2-40B4-BE49-F238E27FC236}">
                <a16:creationId xmlns:a16="http://schemas.microsoft.com/office/drawing/2014/main" id="{6458FE9D-F0CD-D129-B9C2-0B702BB2E066}"/>
              </a:ext>
            </a:extLst>
          </p:cNvPr>
          <p:cNvSpPr txBox="1"/>
          <p:nvPr/>
        </p:nvSpPr>
        <p:spPr>
          <a:xfrm>
            <a:off x="6382512" y="4655820"/>
            <a:ext cx="5029200" cy="1279838"/>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vi-VN" b="1">
                <a:solidFill>
                  <a:srgbClr val="10B75A"/>
                </a:solidFill>
                <a:latin typeface="SVN-Avo"/>
              </a:rPr>
              <a:t>GIẢI PHÁP</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a:rPr>
              <a:t>Xây dựng màn hình chấm điểm trưng bày, hiển thị ảnh trực tiếp để thao tác thuận tiện và trực quan.</a:t>
            </a: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a:solidFill>
                  <a:srgbClr val="243858"/>
                </a:solidFill>
                <a:latin typeface="SVN-Avo"/>
              </a:rPr>
              <a:t>Ở giai đoạn sau, có thể tích hợp AI phân tích ảnh theo bộ tiêu chí để đánh giá kệ, giá và mức độ nhận diện sản phẩm.</a:t>
            </a:r>
            <a:endParaRPr lang="vi-VN" sz="1400" b="0">
              <a:solidFill>
                <a:srgbClr val="243858"/>
              </a:solidFill>
              <a:latin typeface="SVN-Avo"/>
            </a:endParaRPr>
          </a:p>
        </p:txBody>
      </p:sp>
      <p:sp>
        <p:nvSpPr>
          <p:cNvPr id="15" name="Refined diagram label current">
            <a:extLst>
              <a:ext uri="{FF2B5EF4-FFF2-40B4-BE49-F238E27FC236}">
                <a16:creationId xmlns:a16="http://schemas.microsoft.com/office/drawing/2014/main" id="{6FDD04B4-2447-E96A-6F0A-DCAB45FD1D14}"/>
              </a:ext>
            </a:extLst>
          </p:cNvPr>
          <p:cNvSpPr txBox="1"/>
          <p:nvPr/>
        </p:nvSpPr>
        <p:spPr>
          <a:xfrm>
            <a:off x="2034540" y="795528"/>
            <a:ext cx="5257800" cy="200055"/>
          </a:xfrm>
          <a:prstGeom prst="rect">
            <a:avLst/>
          </a:prstGeom>
          <a:noFill/>
        </p:spPr>
        <p:txBody>
          <a:bodyPr wrap="square" lIns="0" tIns="0" rIns="0" bIns="0">
            <a:spAutoFit/>
          </a:bodyPr>
          <a:lstStyle/>
          <a:p>
            <a:pPr algn="l"/>
            <a:r>
              <a:rPr lang="en-US" sz="1300" b="1">
                <a:solidFill>
                  <a:srgbClr val="355FAC"/>
                </a:solidFill>
                <a:latin typeface="SVN-Avo"/>
              </a:rPr>
              <a:t>HIỆN TRẠNG · MOBIWORK DMS</a:t>
            </a:r>
            <a:endParaRPr lang="en-US">
              <a:latin typeface="SVN-Avo"/>
            </a:endParaRPr>
          </a:p>
        </p:txBody>
      </p:sp>
      <p:sp>
        <p:nvSpPr>
          <p:cNvPr id="16" name="Refined diagram label target">
            <a:extLst>
              <a:ext uri="{FF2B5EF4-FFF2-40B4-BE49-F238E27FC236}">
                <a16:creationId xmlns:a16="http://schemas.microsoft.com/office/drawing/2014/main" id="{3EA78C19-5848-D410-965D-177B0D5CE1C2}"/>
              </a:ext>
            </a:extLst>
          </p:cNvPr>
          <p:cNvSpPr txBox="1"/>
          <p:nvPr/>
        </p:nvSpPr>
        <p:spPr>
          <a:xfrm>
            <a:off x="7091172" y="795528"/>
            <a:ext cx="3566160" cy="200055"/>
          </a:xfrm>
          <a:prstGeom prst="rect">
            <a:avLst/>
          </a:prstGeom>
          <a:noFill/>
        </p:spPr>
        <p:txBody>
          <a:bodyPr wrap="square" lIns="0" tIns="0" rIns="0" bIns="0">
            <a:spAutoFit/>
          </a:bodyPr>
          <a:lstStyle/>
          <a:p>
            <a:pPr algn="ctr"/>
            <a:r>
              <a:rPr lang="en-US" sz="1300" b="1">
                <a:solidFill>
                  <a:srgbClr val="10B75A"/>
                </a:solidFill>
                <a:latin typeface="SVN-Avo"/>
              </a:rPr>
              <a:t>GIẢI PHÁP · APP DMS NỘI BỘ</a:t>
            </a:r>
            <a:endParaRPr lang="en-US">
              <a:latin typeface="SVN-Avo"/>
            </a:endParaRPr>
          </a:p>
        </p:txBody>
      </p:sp>
      <p:sp>
        <p:nvSpPr>
          <p:cNvPr id="19" name="Refined diagram problem rule">
            <a:extLst>
              <a:ext uri="{FF2B5EF4-FFF2-40B4-BE49-F238E27FC236}">
                <a16:creationId xmlns:a16="http://schemas.microsoft.com/office/drawing/2014/main" id="{37551F3D-6349-7853-A085-22B9E72BCD2F}"/>
              </a:ext>
            </a:extLst>
          </p:cNvPr>
          <p:cNvSpPr/>
          <p:nvPr/>
        </p:nvSpPr>
        <p:spPr>
          <a:xfrm>
            <a:off x="640080" y="4536948"/>
            <a:ext cx="5074920" cy="32004"/>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latin typeface="SVN-Avo"/>
            </a:endParaRPr>
          </a:p>
        </p:txBody>
      </p:sp>
      <p:sp>
        <p:nvSpPr>
          <p:cNvPr id="20" name="Refined diagram solution rule">
            <a:extLst>
              <a:ext uri="{FF2B5EF4-FFF2-40B4-BE49-F238E27FC236}">
                <a16:creationId xmlns:a16="http://schemas.microsoft.com/office/drawing/2014/main" id="{EA8C90B4-8704-F3E6-BA6A-D76954CE4ED1}"/>
              </a:ext>
            </a:extLst>
          </p:cNvPr>
          <p:cNvSpPr/>
          <p:nvPr/>
        </p:nvSpPr>
        <p:spPr>
          <a:xfrm>
            <a:off x="6336792" y="4536948"/>
            <a:ext cx="5074920" cy="32004"/>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latin typeface="SVN-Avo"/>
            </a:endParaRPr>
          </a:p>
        </p:txBody>
      </p:sp>
      <p:sp>
        <p:nvSpPr>
          <p:cNvPr id="21" name="Polish slide3 divider">
            <a:extLst>
              <a:ext uri="{FF2B5EF4-FFF2-40B4-BE49-F238E27FC236}">
                <a16:creationId xmlns:a16="http://schemas.microsoft.com/office/drawing/2014/main" id="{BAA17080-A6F2-BBCD-F54C-D3E444760CDF}"/>
              </a:ext>
            </a:extLst>
          </p:cNvPr>
          <p:cNvSpPr/>
          <p:nvPr/>
        </p:nvSpPr>
        <p:spPr>
          <a:xfrm>
            <a:off x="6071616" y="4610100"/>
            <a:ext cx="13716" cy="166420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a:extLst>
              <a:ext uri="{FF2B5EF4-FFF2-40B4-BE49-F238E27FC236}">
                <a16:creationId xmlns:a16="http://schemas.microsoft.com/office/drawing/2014/main" id="{650CDADF-9B76-9519-7819-96746107DFF3}"/>
              </a:ext>
            </a:extLst>
          </p:cNvPr>
          <p:cNvPicPr>
            <a:picLocks noChangeAspect="1"/>
          </p:cNvPicPr>
          <p:nvPr/>
        </p:nvPicPr>
        <p:blipFill>
          <a:blip r:embed="rId4"/>
          <a:stretch>
            <a:fillRect/>
          </a:stretch>
        </p:blipFill>
        <p:spPr>
          <a:xfrm>
            <a:off x="582168" y="1291314"/>
            <a:ext cx="5471160" cy="2427172"/>
          </a:xfrm>
          <a:prstGeom prst="rect">
            <a:avLst/>
          </a:prstGeom>
        </p:spPr>
      </p:pic>
      <p:sp>
        <p:nvSpPr>
          <p:cNvPr id="12" name="TextBox 11">
            <a:extLst>
              <a:ext uri="{FF2B5EF4-FFF2-40B4-BE49-F238E27FC236}">
                <a16:creationId xmlns:a16="http://schemas.microsoft.com/office/drawing/2014/main" id="{DEF355DA-205A-55A7-462C-FD7B60EA4C79}"/>
              </a:ext>
            </a:extLst>
          </p:cNvPr>
          <p:cNvSpPr txBox="1"/>
          <p:nvPr/>
        </p:nvSpPr>
        <p:spPr>
          <a:xfrm>
            <a:off x="8490073" y="4219971"/>
            <a:ext cx="1055097" cy="261610"/>
          </a:xfrm>
          <a:prstGeom prst="rect">
            <a:avLst/>
          </a:prstGeom>
          <a:noFill/>
        </p:spPr>
        <p:txBody>
          <a:bodyPr wrap="none" rtlCol="0">
            <a:spAutoFit/>
          </a:bodyPr>
          <a:lstStyle/>
          <a:p>
            <a:r>
              <a:rPr lang="vi-VN" sz="1100"/>
              <a:t>Ảnh minh họa</a:t>
            </a:r>
            <a:endParaRPr lang="en-US" sz="1100"/>
          </a:p>
        </p:txBody>
      </p:sp>
      <p:pic>
        <p:nvPicPr>
          <p:cNvPr id="17" name="Picture 16">
            <a:extLst>
              <a:ext uri="{FF2B5EF4-FFF2-40B4-BE49-F238E27FC236}">
                <a16:creationId xmlns:a16="http://schemas.microsoft.com/office/drawing/2014/main" id="{206A895B-2F66-E863-543E-F07CE13B3E0B}"/>
              </a:ext>
            </a:extLst>
          </p:cNvPr>
          <p:cNvPicPr>
            <a:picLocks noChangeAspect="1"/>
          </p:cNvPicPr>
          <p:nvPr/>
        </p:nvPicPr>
        <p:blipFill>
          <a:blip r:embed="rId5"/>
          <a:stretch>
            <a:fillRect/>
          </a:stretch>
        </p:blipFill>
        <p:spPr>
          <a:xfrm>
            <a:off x="7091172" y="1124911"/>
            <a:ext cx="3877818" cy="3102254"/>
          </a:xfrm>
          <a:prstGeom prst="rect">
            <a:avLst/>
          </a:prstGeom>
        </p:spPr>
      </p:pic>
    </p:spTree>
    <p:extLst>
      <p:ext uri="{BB962C8B-B14F-4D97-AF65-F5344CB8AC3E}">
        <p14:creationId xmlns:p14="http://schemas.microsoft.com/office/powerpoint/2010/main" val="589211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FB20F-B01C-14A8-1565-E5C03CB9EC0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455968-4E62-D7BA-C985-ACC0BFC2CC3D}"/>
              </a:ext>
            </a:extLst>
          </p:cNvPr>
          <p:cNvSpPr>
            <a:spLocks noGrp="1"/>
          </p:cNvSpPr>
          <p:nvPr>
            <p:ph type="sldNum" sz="quarter" idx="11"/>
          </p:nvPr>
        </p:nvSpPr>
        <p:spPr/>
        <p:txBody>
          <a:bodyPr anchor="ctr"/>
          <a:lstStyle/>
          <a:p>
            <a:pPr algn="ctr"/>
            <a:r>
              <a:rPr lang="en-US" sz="800" i="1">
                <a:solidFill>
                  <a:srgbClr val="243858"/>
                </a:solidFill>
                <a:latin typeface="SVN-Avo"/>
              </a:rPr>
              <a:t>6</a:t>
            </a:r>
          </a:p>
        </p:txBody>
      </p:sp>
      <p:sp>
        <p:nvSpPr>
          <p:cNvPr id="6" name="Title 5">
            <a:extLst>
              <a:ext uri="{FF2B5EF4-FFF2-40B4-BE49-F238E27FC236}">
                <a16:creationId xmlns:a16="http://schemas.microsoft.com/office/drawing/2014/main" id="{0C4A2A9C-E579-931A-19A1-3F03FC1B7A7E}"/>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sz="2400" b="1">
                <a:solidFill>
                  <a:srgbClr val="355FAC"/>
                </a:solidFill>
                <a:latin typeface="SVN-Avo"/>
              </a:rPr>
              <a:t>RỦI RO VỀ DỮ LIỆU</a:t>
            </a:r>
            <a:endParaRPr lang="en-VN">
              <a:latin typeface="SVN-Avo"/>
            </a:endParaRPr>
          </a:p>
        </p:txBody>
      </p:sp>
      <p:pic>
        <p:nvPicPr>
          <p:cNvPr id="9" name="Picture 8">
            <a:extLst>
              <a:ext uri="{FF2B5EF4-FFF2-40B4-BE49-F238E27FC236}">
                <a16:creationId xmlns:a16="http://schemas.microsoft.com/office/drawing/2014/main" id="{BC8E443A-97BF-EF6A-ED84-8FD501647135}"/>
              </a:ext>
            </a:extLst>
          </p:cNvPr>
          <p:cNvPicPr>
            <a:picLocks noChangeAspect="1"/>
          </p:cNvPicPr>
          <p:nvPr/>
        </p:nvPicPr>
        <p:blipFill rotWithShape="1">
          <a:blip r:embed="rId3">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
        <p:nvSpPr>
          <p:cNvPr id="2" name="Rectangle: Rounded Corners 1">
            <a:extLst>
              <a:ext uri="{FF2B5EF4-FFF2-40B4-BE49-F238E27FC236}">
                <a16:creationId xmlns:a16="http://schemas.microsoft.com/office/drawing/2014/main" id="{DC25E018-6A72-7F74-1D35-7F6621A28696}"/>
              </a:ext>
            </a:extLst>
          </p:cNvPr>
          <p:cNvSpPr/>
          <p:nvPr/>
        </p:nvSpPr>
        <p:spPr>
          <a:xfrm>
            <a:off x="749808" y="1207008"/>
            <a:ext cx="1920240" cy="1920240"/>
          </a:xfrm>
          <a:prstGeom prst="roundRect">
            <a:avLst/>
          </a:prstGeom>
          <a:solidFill>
            <a:srgbClr val="355FA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700" b="1">
                <a:solidFill>
                  <a:srgbClr val="FFFFFF"/>
                </a:solidFill>
                <a:latin typeface="SVN-Avo"/>
              </a:rPr>
              <a:t>Dữ liệu trên MobiWork</a:t>
            </a:r>
            <a:endParaRPr lang="en-US">
              <a:solidFill>
                <a:schemeClr val="bg1"/>
              </a:solidFill>
              <a:latin typeface="SVN-Avo"/>
            </a:endParaRPr>
          </a:p>
        </p:txBody>
      </p:sp>
      <p:sp>
        <p:nvSpPr>
          <p:cNvPr id="5" name="Rectangle: Rounded Corners 4">
            <a:extLst>
              <a:ext uri="{FF2B5EF4-FFF2-40B4-BE49-F238E27FC236}">
                <a16:creationId xmlns:a16="http://schemas.microsoft.com/office/drawing/2014/main" id="{136856FC-872B-C751-9FEC-903ADADA9D03}"/>
              </a:ext>
            </a:extLst>
          </p:cNvPr>
          <p:cNvSpPr/>
          <p:nvPr/>
        </p:nvSpPr>
        <p:spPr>
          <a:xfrm>
            <a:off x="3429000" y="1444752"/>
            <a:ext cx="2057400" cy="1170432"/>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solidFill>
                  <a:srgbClr val="355FAC"/>
                </a:solidFill>
                <a:latin typeface="SVN-Avo"/>
              </a:rPr>
              <a:t>Gần 8.701 điểm bán</a:t>
            </a:r>
            <a:endParaRPr lang="en-US">
              <a:solidFill>
                <a:schemeClr val="bg1"/>
              </a:solidFill>
              <a:latin typeface="SVN-Avo"/>
            </a:endParaRPr>
          </a:p>
        </p:txBody>
      </p:sp>
      <p:sp>
        <p:nvSpPr>
          <p:cNvPr id="8" name="Rectangle: Rounded Corners 7">
            <a:extLst>
              <a:ext uri="{FF2B5EF4-FFF2-40B4-BE49-F238E27FC236}">
                <a16:creationId xmlns:a16="http://schemas.microsoft.com/office/drawing/2014/main" id="{18610F0C-5772-5992-A2E2-6C1B10A25BF4}"/>
              </a:ext>
            </a:extLst>
          </p:cNvPr>
          <p:cNvSpPr/>
          <p:nvPr/>
        </p:nvSpPr>
        <p:spPr>
          <a:xfrm>
            <a:off x="5806440" y="1444752"/>
            <a:ext cx="2057400" cy="1170432"/>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solidFill>
                  <a:srgbClr val="10B75A"/>
                </a:solidFill>
                <a:latin typeface="SVN-Avo"/>
              </a:rPr>
              <a:t>103.434 ảnh </a:t>
            </a:r>
            <a:endParaRPr lang="en-US">
              <a:solidFill>
                <a:schemeClr val="bg1"/>
              </a:solidFill>
              <a:latin typeface="SVN-Avo"/>
            </a:endParaRPr>
          </a:p>
        </p:txBody>
      </p:sp>
      <p:sp>
        <p:nvSpPr>
          <p:cNvPr id="11" name="Rectangle: Rounded Corners 10">
            <a:extLst>
              <a:ext uri="{FF2B5EF4-FFF2-40B4-BE49-F238E27FC236}">
                <a16:creationId xmlns:a16="http://schemas.microsoft.com/office/drawing/2014/main" id="{C3C4B706-09D2-40DD-B629-C7EBB688C8EB}"/>
              </a:ext>
            </a:extLst>
          </p:cNvPr>
          <p:cNvSpPr/>
          <p:nvPr/>
        </p:nvSpPr>
        <p:spPr>
          <a:xfrm>
            <a:off x="8183879" y="1444752"/>
            <a:ext cx="2057400" cy="1170432"/>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solidFill>
                  <a:srgbClr val="355FAC"/>
                </a:solidFill>
                <a:latin typeface="SVN-Avo"/>
              </a:rPr>
              <a:t>48.611 lượt viếng thăm</a:t>
            </a:r>
            <a:endParaRPr lang="en-US">
              <a:solidFill>
                <a:schemeClr val="bg1"/>
              </a:solidFill>
              <a:latin typeface="SVN-Avo"/>
            </a:endParaRPr>
          </a:p>
        </p:txBody>
      </p:sp>
      <p:sp>
        <p:nvSpPr>
          <p:cNvPr id="23" name="TextBox 22">
            <a:extLst>
              <a:ext uri="{FF2B5EF4-FFF2-40B4-BE49-F238E27FC236}">
                <a16:creationId xmlns:a16="http://schemas.microsoft.com/office/drawing/2014/main" id="{614EBC39-F02C-BC34-B685-0A336AA48E2C}"/>
              </a:ext>
            </a:extLst>
          </p:cNvPr>
          <p:cNvSpPr txBox="1"/>
          <p:nvPr/>
        </p:nvSpPr>
        <p:spPr>
          <a:xfrm>
            <a:off x="713232" y="3877056"/>
            <a:ext cx="4800600" cy="1488613"/>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vi-VN" b="1">
                <a:solidFill>
                  <a:srgbClr val="EE4B4B"/>
                </a:solidFill>
                <a:latin typeface="SVN-Avo" panose="02040603050506020204" pitchFamily="18" charset="0"/>
                <a:cs typeface="Times New Roman" panose="02020603050405020304" pitchFamily="18" charset="0"/>
              </a:rPr>
              <a:t>Vấn đề</a:t>
            </a:r>
            <a:r>
              <a:rPr lang="en-US" b="1">
                <a:solidFill>
                  <a:srgbClr val="EE4B4B"/>
                </a:solidFill>
                <a:latin typeface="SVN-Avo" panose="02040603050506020204" pitchFamily="18" charset="0"/>
                <a:cs typeface="Times New Roman" panose="02020603050405020304" pitchFamily="18" charset="0"/>
              </a:rPr>
              <a:t>:</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panose="02040603050506020204" pitchFamily="18" charset="0"/>
                <a:cs typeface="Times New Roman" panose="02020603050405020304" pitchFamily="18" charset="0"/>
              </a:rPr>
              <a:t>Dữ liệu có nguy cơ rò rỉ hoặc bị khai thác ngoài kiểm soát.</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panose="02040603050506020204" pitchFamily="18" charset="0"/>
                <a:cs typeface="Times New Roman" panose="02020603050405020304" pitchFamily="18" charset="0"/>
              </a:rPr>
              <a:t>Khó chủ động kiểm soát quyền truy cập và mục đích sử dụng.</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panose="02040603050506020204" pitchFamily="18" charset="0"/>
                <a:cs typeface="Times New Roman" panose="02020603050405020304" pitchFamily="18" charset="0"/>
              </a:rPr>
              <a:t>Phụ thuộc nhà cung cấp trong lưu trữ và bảo mật dữ liệu.</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endParaRPr lang="en-US" sz="1600">
              <a:solidFill>
                <a:srgbClr val="355FAC"/>
              </a:solidFill>
              <a:latin typeface="SVN-Avo" panose="020406030505060202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EE5E3518-4810-F689-E32E-2601471D7999}"/>
              </a:ext>
            </a:extLst>
          </p:cNvPr>
          <p:cNvSpPr txBox="1"/>
          <p:nvPr/>
        </p:nvSpPr>
        <p:spPr>
          <a:xfrm>
            <a:off x="6446520" y="3877056"/>
            <a:ext cx="4956048" cy="1398844"/>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vi-VN" b="1">
                <a:solidFill>
                  <a:srgbClr val="10B75A"/>
                </a:solidFill>
                <a:latin typeface="SVN-Avo" panose="02040603050506020204" pitchFamily="18" charset="0"/>
                <a:cs typeface="Times New Roman" panose="02020603050405020304" pitchFamily="18" charset="0"/>
              </a:rPr>
              <a:t>Giải pháp</a:t>
            </a:r>
            <a:r>
              <a:rPr lang="en-US" b="1">
                <a:solidFill>
                  <a:srgbClr val="10B75A"/>
                </a:solidFill>
                <a:latin typeface="SVN-Avo" panose="02040603050506020204" pitchFamily="18" charset="0"/>
                <a:cs typeface="Times New Roman" panose="02020603050405020304" pitchFamily="18" charset="0"/>
              </a:rPr>
              <a:t>:</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panose="02040603050506020204" pitchFamily="18" charset="0"/>
                <a:cs typeface="Times New Roman" panose="02020603050405020304" pitchFamily="18" charset="0"/>
              </a:rPr>
              <a:t>Đồng bộ dữ liệu từ MobiWork về hạ tầng lưu trữ nội bộ.</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panose="02040603050506020204" pitchFamily="18" charset="0"/>
                <a:cs typeface="Times New Roman" panose="02020603050405020304" pitchFamily="18" charset="0"/>
              </a:rPr>
              <a:t>Dữ liệu khách hàng mới từ ứng dụng DMS nội bộ được lưu trên PostgreSQL, giúp Tập đoàn chủ động quản trị.</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endParaRPr lang="en-US" sz="1600">
              <a:solidFill>
                <a:srgbClr val="355FAC"/>
              </a:solidFill>
              <a:latin typeface="SVN-Avo" panose="02040603050506020204" pitchFamily="18" charset="0"/>
              <a:cs typeface="Times New Roman" panose="02020603050405020304" pitchFamily="18" charset="0"/>
            </a:endParaRPr>
          </a:p>
        </p:txBody>
      </p:sp>
      <p:sp>
        <p:nvSpPr>
          <p:cNvPr id="25" name="Polish risk stat accent 5"/>
          <p:cNvSpPr/>
          <p:nvPr/>
        </p:nvSpPr>
        <p:spPr>
          <a:xfrm>
            <a:off x="3319272" y="1536192"/>
            <a:ext cx="41148" cy="960120"/>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Polish risk stat accent 8"/>
          <p:cNvSpPr/>
          <p:nvPr/>
        </p:nvSpPr>
        <p:spPr>
          <a:xfrm>
            <a:off x="5696712" y="1536192"/>
            <a:ext cx="41148" cy="960120"/>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Polish risk stat accent 11"/>
          <p:cNvSpPr/>
          <p:nvPr/>
        </p:nvSpPr>
        <p:spPr>
          <a:xfrm>
            <a:off x="8074152" y="1536192"/>
            <a:ext cx="41148" cy="960120"/>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olish risk problem rule"/>
          <p:cNvSpPr/>
          <p:nvPr/>
        </p:nvSpPr>
        <p:spPr>
          <a:xfrm>
            <a:off x="713232" y="3767328"/>
            <a:ext cx="4800600" cy="32004"/>
          </a:xfrm>
          <a:prstGeom prst="rect">
            <a:avLst/>
          </a:prstGeom>
          <a:solidFill>
            <a:srgbClr val="EE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9" name="Polish risk solution rule"/>
          <p:cNvSpPr/>
          <p:nvPr/>
        </p:nvSpPr>
        <p:spPr>
          <a:xfrm>
            <a:off x="6446520" y="3767328"/>
            <a:ext cx="4956048" cy="32004"/>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Tree>
    <p:extLst>
      <p:ext uri="{BB962C8B-B14F-4D97-AF65-F5344CB8AC3E}">
        <p14:creationId xmlns:p14="http://schemas.microsoft.com/office/powerpoint/2010/main" val="226911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A54FA9-EDF7-EE22-345F-E6B01DC1CE18}"/>
              </a:ext>
            </a:extLst>
          </p:cNvPr>
          <p:cNvSpPr>
            <a:spLocks noGrp="1"/>
          </p:cNvSpPr>
          <p:nvPr>
            <p:ph type="sldNum" sz="quarter" idx="11"/>
          </p:nvPr>
        </p:nvSpPr>
        <p:spPr/>
        <p:txBody>
          <a:bodyPr anchor="ctr"/>
          <a:lstStyle/>
          <a:p>
            <a:pPr algn="ctr"/>
            <a:r>
              <a:rPr lang="en-US" sz="800" i="1">
                <a:solidFill>
                  <a:srgbClr val="243858"/>
                </a:solidFill>
                <a:latin typeface="SVN-Avo"/>
              </a:rPr>
              <a:t>7</a:t>
            </a:r>
          </a:p>
        </p:txBody>
      </p:sp>
      <p:sp>
        <p:nvSpPr>
          <p:cNvPr id="5" name="Title 4">
            <a:extLst>
              <a:ext uri="{FF2B5EF4-FFF2-40B4-BE49-F238E27FC236}">
                <a16:creationId xmlns:a16="http://schemas.microsoft.com/office/drawing/2014/main" id="{5BC63F28-E14C-C2F2-2705-7381C8780611}"/>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sz="2400" b="1">
                <a:solidFill>
                  <a:srgbClr val="355FAC"/>
                </a:solidFill>
                <a:latin typeface="SVN-Avo" panose="02040603050506020204"/>
              </a:rPr>
              <a:t>GIAO DIỆN</a:t>
            </a:r>
            <a:endParaRPr lang="en-US">
              <a:latin typeface="SVN-Avo" panose="02040603050506020204"/>
            </a:endParaRPr>
          </a:p>
        </p:txBody>
      </p:sp>
      <p:pic>
        <p:nvPicPr>
          <p:cNvPr id="8" name="Picture 7">
            <a:extLst>
              <a:ext uri="{FF2B5EF4-FFF2-40B4-BE49-F238E27FC236}">
                <a16:creationId xmlns:a16="http://schemas.microsoft.com/office/drawing/2014/main" id="{0AE86EF9-F647-F5AB-9C67-0880B0B4D445}"/>
              </a:ext>
            </a:extLst>
          </p:cNvPr>
          <p:cNvPicPr>
            <a:picLocks noChangeAspect="1"/>
          </p:cNvPicPr>
          <p:nvPr/>
        </p:nvPicPr>
        <p:blipFill>
          <a:blip r:embed="rId2"/>
          <a:stretch>
            <a:fillRect/>
          </a:stretch>
        </p:blipFill>
        <p:spPr>
          <a:xfrm>
            <a:off x="658368" y="987552"/>
            <a:ext cx="1097280" cy="2370495"/>
          </a:xfrm>
          <a:prstGeom prst="rect">
            <a:avLst/>
          </a:prstGeom>
        </p:spPr>
      </p:pic>
      <p:pic>
        <p:nvPicPr>
          <p:cNvPr id="10" name="Picture 9">
            <a:extLst>
              <a:ext uri="{FF2B5EF4-FFF2-40B4-BE49-F238E27FC236}">
                <a16:creationId xmlns:a16="http://schemas.microsoft.com/office/drawing/2014/main" id="{C2B1C7BB-B25A-7C0B-B814-456A9AB2D89E}"/>
              </a:ext>
            </a:extLst>
          </p:cNvPr>
          <p:cNvPicPr>
            <a:picLocks noChangeAspect="1"/>
          </p:cNvPicPr>
          <p:nvPr/>
        </p:nvPicPr>
        <p:blipFill>
          <a:blip r:embed="rId3"/>
          <a:stretch>
            <a:fillRect/>
          </a:stretch>
        </p:blipFill>
        <p:spPr>
          <a:xfrm>
            <a:off x="1874519" y="987552"/>
            <a:ext cx="1097280" cy="2370495"/>
          </a:xfrm>
          <a:prstGeom prst="rect">
            <a:avLst/>
          </a:prstGeom>
        </p:spPr>
      </p:pic>
      <p:sp>
        <p:nvSpPr>
          <p:cNvPr id="11" name="TextBox 10">
            <a:extLst>
              <a:ext uri="{FF2B5EF4-FFF2-40B4-BE49-F238E27FC236}">
                <a16:creationId xmlns:a16="http://schemas.microsoft.com/office/drawing/2014/main" id="{4BDDBA5B-B488-7D37-86E8-8B6C7E76CAD9}"/>
              </a:ext>
            </a:extLst>
          </p:cNvPr>
          <p:cNvSpPr txBox="1"/>
          <p:nvPr/>
        </p:nvSpPr>
        <p:spPr>
          <a:xfrm>
            <a:off x="658368" y="3968496"/>
            <a:ext cx="4434840" cy="1279838"/>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vi-VN" b="1">
                <a:solidFill>
                  <a:srgbClr val="EE4B4B"/>
                </a:solidFill>
                <a:latin typeface="SVN-Avo" panose="02040603050506020204" pitchFamily="18" charset="0"/>
                <a:cs typeface="Times New Roman" panose="02020603050405020304" pitchFamily="18" charset="0"/>
              </a:rPr>
              <a:t>Vấn đề</a:t>
            </a:r>
            <a:r>
              <a:rPr lang="en-US" b="1">
                <a:solidFill>
                  <a:srgbClr val="EE4B4B"/>
                </a:solidFill>
                <a:latin typeface="SVN-Avo" panose="02040603050506020204" pitchFamily="18" charset="0"/>
                <a:cs typeface="Times New Roman" panose="02020603050405020304" pitchFamily="18" charset="0"/>
              </a:rPr>
              <a:t>:</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panose="02040603050506020204" pitchFamily="18" charset="0"/>
                <a:cs typeface="Times New Roman" panose="02020603050405020304" pitchFamily="18" charset="0"/>
              </a:rPr>
              <a:t>Giao diện ứng dụng di động chưa trực quan và chưa thân thiện.</a:t>
            </a:r>
            <a:endParaRPr lang="en-US" sz="1600">
              <a:solidFill>
                <a:srgbClr val="355FAC"/>
              </a:solidFill>
              <a:latin typeface="SVN-Avo" panose="02040603050506020204" pitchFamily="18" charset="0"/>
              <a:cs typeface="Times New Roman" panose="02020603050405020304" pitchFamily="18" charset="0"/>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panose="02040603050506020204" pitchFamily="18" charset="0"/>
                <a:cs typeface="Times New Roman" panose="02020603050405020304" pitchFamily="18" charset="0"/>
              </a:rPr>
              <a:t>Một số thông tin hiển thị chưa phù hợp với nhu cầu sử dụng.</a:t>
            </a:r>
            <a:endParaRPr lang="en-US" sz="2000">
              <a:latin typeface="SVN-Avo"/>
            </a:endParaRPr>
          </a:p>
        </p:txBody>
      </p:sp>
      <p:pic>
        <p:nvPicPr>
          <p:cNvPr id="14" name="Picture 13">
            <a:extLst>
              <a:ext uri="{FF2B5EF4-FFF2-40B4-BE49-F238E27FC236}">
                <a16:creationId xmlns:a16="http://schemas.microsoft.com/office/drawing/2014/main" id="{7A26460D-97EF-9C56-7F58-9FBE3C7B4E30}"/>
              </a:ext>
            </a:extLst>
          </p:cNvPr>
          <p:cNvPicPr>
            <a:picLocks noChangeAspect="1"/>
          </p:cNvPicPr>
          <p:nvPr/>
        </p:nvPicPr>
        <p:blipFill>
          <a:blip r:embed="rId4"/>
          <a:stretch>
            <a:fillRect/>
          </a:stretch>
        </p:blipFill>
        <p:spPr>
          <a:xfrm>
            <a:off x="7150608" y="987552"/>
            <a:ext cx="1097280" cy="2370495"/>
          </a:xfrm>
          <a:prstGeom prst="rect">
            <a:avLst/>
          </a:prstGeom>
        </p:spPr>
      </p:pic>
      <p:pic>
        <p:nvPicPr>
          <p:cNvPr id="16" name="Picture 15">
            <a:extLst>
              <a:ext uri="{FF2B5EF4-FFF2-40B4-BE49-F238E27FC236}">
                <a16:creationId xmlns:a16="http://schemas.microsoft.com/office/drawing/2014/main" id="{F43B2085-D3E1-85A1-37FB-658405145CCA}"/>
              </a:ext>
            </a:extLst>
          </p:cNvPr>
          <p:cNvPicPr>
            <a:picLocks noChangeAspect="1"/>
          </p:cNvPicPr>
          <p:nvPr/>
        </p:nvPicPr>
        <p:blipFill>
          <a:blip r:embed="rId5"/>
          <a:stretch>
            <a:fillRect/>
          </a:stretch>
        </p:blipFill>
        <p:spPr>
          <a:xfrm>
            <a:off x="8366760" y="987552"/>
            <a:ext cx="1097280" cy="2370495"/>
          </a:xfrm>
          <a:prstGeom prst="rect">
            <a:avLst/>
          </a:prstGeom>
        </p:spPr>
      </p:pic>
      <p:pic>
        <p:nvPicPr>
          <p:cNvPr id="18" name="Picture 17">
            <a:extLst>
              <a:ext uri="{FF2B5EF4-FFF2-40B4-BE49-F238E27FC236}">
                <a16:creationId xmlns:a16="http://schemas.microsoft.com/office/drawing/2014/main" id="{E0664048-A7D8-C7CF-5228-439FAB4912D9}"/>
              </a:ext>
            </a:extLst>
          </p:cNvPr>
          <p:cNvPicPr>
            <a:picLocks noChangeAspect="1"/>
          </p:cNvPicPr>
          <p:nvPr/>
        </p:nvPicPr>
        <p:blipFill>
          <a:blip r:embed="rId6"/>
          <a:stretch>
            <a:fillRect/>
          </a:stretch>
        </p:blipFill>
        <p:spPr>
          <a:xfrm>
            <a:off x="9582912" y="987552"/>
            <a:ext cx="1097280" cy="2370495"/>
          </a:xfrm>
          <a:prstGeom prst="rect">
            <a:avLst/>
          </a:prstGeom>
        </p:spPr>
      </p:pic>
      <p:sp>
        <p:nvSpPr>
          <p:cNvPr id="19" name="TextBox 18">
            <a:extLst>
              <a:ext uri="{FF2B5EF4-FFF2-40B4-BE49-F238E27FC236}">
                <a16:creationId xmlns:a16="http://schemas.microsoft.com/office/drawing/2014/main" id="{AF560A11-B4DA-94B9-6E08-4FEB4798206E}"/>
              </a:ext>
            </a:extLst>
          </p:cNvPr>
          <p:cNvSpPr txBox="1"/>
          <p:nvPr/>
        </p:nvSpPr>
        <p:spPr>
          <a:xfrm>
            <a:off x="7095744" y="3968496"/>
            <a:ext cx="4434840" cy="1279838"/>
          </a:xfrm>
          <a:prstGeom prst="rect">
            <a:avLst/>
          </a:prstGeom>
          <a:noFill/>
        </p:spPr>
        <p:txBody>
          <a:bodyPr wrap="square" lIns="54864" tIns="18288" rIns="27432" bIns="0" anchor="t">
            <a:spAutoFit/>
          </a:bodyPr>
          <a:lstStyle/>
          <a:p>
            <a:pPr marR="0" lvl="0" algn="l" defTabSz="914400" rtl="0" eaLnBrk="1" fontAlgn="auto" latinLnBrk="0" hangingPunct="1">
              <a:lnSpc>
                <a:spcPct val="95000"/>
              </a:lnSpc>
              <a:spcBef>
                <a:spcPts val="0"/>
              </a:spcBef>
              <a:spcAft>
                <a:spcPts val="200"/>
              </a:spcAft>
              <a:buClr>
                <a:srgbClr val="4472C4"/>
              </a:buClr>
              <a:buSzTx/>
              <a:tabLst/>
              <a:defRPr>
                <a:latin typeface="SVN-Avo"/>
              </a:defRPr>
            </a:pPr>
            <a:r>
              <a:rPr lang="vi-VN" b="1">
                <a:solidFill>
                  <a:srgbClr val="10B75A"/>
                </a:solidFill>
                <a:latin typeface="SVN-Avo" panose="02040603050506020204" pitchFamily="18" charset="0"/>
                <a:cs typeface="Times New Roman" panose="02020603050405020304" pitchFamily="18" charset="0"/>
              </a:rPr>
              <a:t>Giải pháp</a:t>
            </a:r>
            <a:r>
              <a:rPr lang="en-US" b="1">
                <a:solidFill>
                  <a:srgbClr val="10B75A"/>
                </a:solidFill>
                <a:latin typeface="SVN-Avo" panose="02040603050506020204" pitchFamily="18" charset="0"/>
                <a:cs typeface="Times New Roman" panose="02020603050405020304" pitchFamily="18" charset="0"/>
              </a:rPr>
              <a:t>:</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panose="02040603050506020204" pitchFamily="18" charset="0"/>
                <a:cs typeface="Times New Roman" panose="02020603050405020304" pitchFamily="18" charset="0"/>
              </a:rPr>
              <a:t>Thiết kế UI/UX thân thiện, đồng bộ nhận diện của Tập đoàn.</a:t>
            </a:r>
            <a:endParaRPr lang="en-US" sz="2000">
              <a:latin typeface="SVN-Avo"/>
            </a:endParaRPr>
          </a:p>
          <a:p>
            <a:pPr marL="285750" marR="0" lvl="0" indent="-285750" algn="l" defTabSz="914400" rtl="0" eaLnBrk="1" fontAlgn="auto" latinLnBrk="0" hangingPunct="1">
              <a:lnSpc>
                <a:spcPct val="95000"/>
              </a:lnSpc>
              <a:spcBef>
                <a:spcPts val="500"/>
              </a:spcBef>
              <a:spcAft>
                <a:spcPts val="200"/>
              </a:spcAft>
              <a:buClr>
                <a:srgbClr val="4472C4"/>
              </a:buClr>
              <a:buSzTx/>
              <a:buFont typeface="Arial" panose="020B0604020202020204" pitchFamily="34" charset="0"/>
              <a:buChar char="•"/>
              <a:tabLst/>
              <a:defRPr>
                <a:latin typeface="SVN-Avo"/>
              </a:defRPr>
            </a:pPr>
            <a:r>
              <a:rPr lang="vi-VN" sz="1400" b="0">
                <a:solidFill>
                  <a:srgbClr val="243858"/>
                </a:solidFill>
                <a:latin typeface="SVN-Avo" panose="02040603050506020204" pitchFamily="18" charset="0"/>
                <a:cs typeface="Times New Roman" panose="02020603050405020304" pitchFamily="18" charset="0"/>
              </a:rPr>
              <a:t>Chủ động điều chỉnh giao diện theo nhu cầu của nhân viên và quản lý.</a:t>
            </a:r>
            <a:endParaRPr lang="en-US" sz="2000">
              <a:latin typeface="SVN-Avo"/>
            </a:endParaRPr>
          </a:p>
        </p:txBody>
      </p:sp>
      <p:pic>
        <p:nvPicPr>
          <p:cNvPr id="3" name="Picture 2">
            <a:extLst>
              <a:ext uri="{FF2B5EF4-FFF2-40B4-BE49-F238E27FC236}">
                <a16:creationId xmlns:a16="http://schemas.microsoft.com/office/drawing/2014/main" id="{D32D8587-2BA2-C4C1-0EC0-FC6B326824ED}"/>
              </a:ext>
            </a:extLst>
          </p:cNvPr>
          <p:cNvPicPr>
            <a:picLocks noChangeAspect="1"/>
          </p:cNvPicPr>
          <p:nvPr/>
        </p:nvPicPr>
        <p:blipFill>
          <a:blip r:embed="rId7"/>
          <a:stretch>
            <a:fillRect/>
          </a:stretch>
        </p:blipFill>
        <p:spPr>
          <a:xfrm>
            <a:off x="3090672" y="987552"/>
            <a:ext cx="1097280" cy="2370495"/>
          </a:xfrm>
          <a:prstGeom prst="rect">
            <a:avLst/>
          </a:prstGeom>
        </p:spPr>
      </p:pic>
      <p:sp>
        <p:nvSpPr>
          <p:cNvPr id="20" name="Polish UI problem rule"/>
          <p:cNvSpPr/>
          <p:nvPr/>
        </p:nvSpPr>
        <p:spPr>
          <a:xfrm>
            <a:off x="658368" y="3858768"/>
            <a:ext cx="4434840" cy="32004"/>
          </a:xfrm>
          <a:prstGeom prst="rect">
            <a:avLst/>
          </a:prstGeom>
          <a:solidFill>
            <a:srgbClr val="EE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1" name="Polish UI solution rule"/>
          <p:cNvSpPr/>
          <p:nvPr/>
        </p:nvSpPr>
        <p:spPr>
          <a:xfrm>
            <a:off x="7095744" y="3858768"/>
            <a:ext cx="4434840" cy="32004"/>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2" name="Polish UI divider"/>
          <p:cNvSpPr/>
          <p:nvPr/>
        </p:nvSpPr>
        <p:spPr>
          <a:xfrm>
            <a:off x="6071616" y="960120"/>
            <a:ext cx="13716" cy="475488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04260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0C6D0-E741-D725-6327-5E61661A367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249E29-2C98-5103-C17E-12751A9FF3F2}"/>
              </a:ext>
            </a:extLst>
          </p:cNvPr>
          <p:cNvSpPr>
            <a:spLocks noGrp="1"/>
          </p:cNvSpPr>
          <p:nvPr>
            <p:ph type="sldNum" sz="quarter" idx="11"/>
          </p:nvPr>
        </p:nvSpPr>
        <p:spPr/>
        <p:txBody>
          <a:bodyPr anchor="ctr"/>
          <a:lstStyle/>
          <a:p>
            <a:pPr algn="ctr"/>
            <a:r>
              <a:rPr lang="en-US" sz="800" i="1">
                <a:solidFill>
                  <a:srgbClr val="243858"/>
                </a:solidFill>
                <a:latin typeface="SVN-Avo"/>
              </a:rPr>
              <a:t>8</a:t>
            </a:r>
          </a:p>
        </p:txBody>
      </p:sp>
      <p:sp>
        <p:nvSpPr>
          <p:cNvPr id="5" name="Title 4">
            <a:extLst>
              <a:ext uri="{FF2B5EF4-FFF2-40B4-BE49-F238E27FC236}">
                <a16:creationId xmlns:a16="http://schemas.microsoft.com/office/drawing/2014/main" id="{88481C6E-FA7B-1AA0-CDBF-619D42D90A00}"/>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sz="2400" b="1">
                <a:solidFill>
                  <a:srgbClr val="355FAC"/>
                </a:solidFill>
                <a:latin typeface="SVN-Avo" panose="02040603050506020204"/>
              </a:rPr>
              <a:t>ƯU, NHƯỢC ĐIỂM CỦA DMS MOBIWORK</a:t>
            </a:r>
            <a:endParaRPr lang="en-US">
              <a:latin typeface="SVN-Avo" panose="02040603050506020204"/>
            </a:endParaRPr>
          </a:p>
        </p:txBody>
      </p:sp>
      <p:pic>
        <p:nvPicPr>
          <p:cNvPr id="13" name="Picture 12" descr="image.png">
            <a:extLst>
              <a:ext uri="{FF2B5EF4-FFF2-40B4-BE49-F238E27FC236}">
                <a16:creationId xmlns:a16="http://schemas.microsoft.com/office/drawing/2014/main" id="{D93FBD7F-B276-B5B8-8E48-7A4F4CBF2C45}"/>
              </a:ext>
            </a:extLst>
          </p:cNvPr>
          <p:cNvPicPr>
            <a:picLocks noChangeAspect="1"/>
          </p:cNvPicPr>
          <p:nvPr/>
        </p:nvPicPr>
        <p:blipFill>
          <a:blip r:embed="rId2"/>
          <a:stretch>
            <a:fillRect/>
          </a:stretch>
        </p:blipFill>
        <p:spPr>
          <a:xfrm>
            <a:off x="5048250" y="2495550"/>
            <a:ext cx="2095500" cy="2286000"/>
          </a:xfrm>
          <a:prstGeom prst="rect">
            <a:avLst/>
          </a:prstGeom>
        </p:spPr>
      </p:pic>
      <p:pic>
        <p:nvPicPr>
          <p:cNvPr id="15" name="Picture 14" descr="image.png">
            <a:extLst>
              <a:ext uri="{FF2B5EF4-FFF2-40B4-BE49-F238E27FC236}">
                <a16:creationId xmlns:a16="http://schemas.microsoft.com/office/drawing/2014/main" id="{14C303CA-3776-B077-C029-001BFFE71FF8}"/>
              </a:ext>
            </a:extLst>
          </p:cNvPr>
          <p:cNvPicPr>
            <a:picLocks noChangeAspect="1"/>
          </p:cNvPicPr>
          <p:nvPr/>
        </p:nvPicPr>
        <p:blipFill>
          <a:blip r:embed="rId3"/>
          <a:stretch>
            <a:fillRect/>
          </a:stretch>
        </p:blipFill>
        <p:spPr>
          <a:xfrm>
            <a:off x="5124450" y="2571750"/>
            <a:ext cx="1943100" cy="2133600"/>
          </a:xfrm>
          <a:prstGeom prst="rect">
            <a:avLst/>
          </a:prstGeom>
        </p:spPr>
      </p:pic>
      <p:pic>
        <p:nvPicPr>
          <p:cNvPr id="17" name="Picture 16" descr="image.png">
            <a:extLst>
              <a:ext uri="{FF2B5EF4-FFF2-40B4-BE49-F238E27FC236}">
                <a16:creationId xmlns:a16="http://schemas.microsoft.com/office/drawing/2014/main" id="{8424F9FC-D48E-A102-3A8B-01DDD8C56F5F}"/>
              </a:ext>
            </a:extLst>
          </p:cNvPr>
          <p:cNvPicPr>
            <a:picLocks noChangeAspect="1"/>
          </p:cNvPicPr>
          <p:nvPr/>
        </p:nvPicPr>
        <p:blipFill>
          <a:blip r:embed="rId4"/>
          <a:stretch>
            <a:fillRect/>
          </a:stretch>
        </p:blipFill>
        <p:spPr>
          <a:xfrm>
            <a:off x="476250" y="1352550"/>
            <a:ext cx="11239500" cy="4572000"/>
          </a:xfrm>
          <a:prstGeom prst="rect">
            <a:avLst/>
          </a:prstGeom>
        </p:spPr>
      </p:pic>
      <p:pic>
        <p:nvPicPr>
          <p:cNvPr id="19" name="Picture 18" descr="image.png">
            <a:extLst>
              <a:ext uri="{FF2B5EF4-FFF2-40B4-BE49-F238E27FC236}">
                <a16:creationId xmlns:a16="http://schemas.microsoft.com/office/drawing/2014/main" id="{B61774F6-26CB-BE47-4867-A58B98D1D933}"/>
              </a:ext>
            </a:extLst>
          </p:cNvPr>
          <p:cNvPicPr>
            <a:picLocks noChangeAspect="1"/>
          </p:cNvPicPr>
          <p:nvPr/>
        </p:nvPicPr>
        <p:blipFill>
          <a:blip r:embed="rId5"/>
          <a:stretch>
            <a:fillRect/>
          </a:stretch>
        </p:blipFill>
        <p:spPr>
          <a:xfrm>
            <a:off x="3524250" y="1352550"/>
            <a:ext cx="762000" cy="762000"/>
          </a:xfrm>
          <a:prstGeom prst="rect">
            <a:avLst/>
          </a:prstGeom>
        </p:spPr>
      </p:pic>
      <p:pic>
        <p:nvPicPr>
          <p:cNvPr id="21" name="Picture 20" descr="image.png">
            <a:extLst>
              <a:ext uri="{FF2B5EF4-FFF2-40B4-BE49-F238E27FC236}">
                <a16:creationId xmlns:a16="http://schemas.microsoft.com/office/drawing/2014/main" id="{C9B1D116-59A0-5F4C-FE3F-FDB11527D70C}"/>
              </a:ext>
            </a:extLst>
          </p:cNvPr>
          <p:cNvPicPr>
            <a:picLocks noChangeAspect="1"/>
          </p:cNvPicPr>
          <p:nvPr/>
        </p:nvPicPr>
        <p:blipFill>
          <a:blip r:embed="rId5"/>
          <a:stretch>
            <a:fillRect/>
          </a:stretch>
        </p:blipFill>
        <p:spPr>
          <a:xfrm>
            <a:off x="3524250" y="3257550"/>
            <a:ext cx="762000" cy="762000"/>
          </a:xfrm>
          <a:prstGeom prst="rect">
            <a:avLst/>
          </a:prstGeom>
        </p:spPr>
      </p:pic>
      <p:pic>
        <p:nvPicPr>
          <p:cNvPr id="23" name="Picture 22" descr="image.png">
            <a:extLst>
              <a:ext uri="{FF2B5EF4-FFF2-40B4-BE49-F238E27FC236}">
                <a16:creationId xmlns:a16="http://schemas.microsoft.com/office/drawing/2014/main" id="{3E5EC26F-CCD4-647B-0B90-D822A0ACAFEC}"/>
              </a:ext>
            </a:extLst>
          </p:cNvPr>
          <p:cNvPicPr>
            <a:picLocks noChangeAspect="1"/>
          </p:cNvPicPr>
          <p:nvPr/>
        </p:nvPicPr>
        <p:blipFill>
          <a:blip r:embed="rId5"/>
          <a:stretch>
            <a:fillRect/>
          </a:stretch>
        </p:blipFill>
        <p:spPr>
          <a:xfrm>
            <a:off x="3524250" y="5162550"/>
            <a:ext cx="762000" cy="762000"/>
          </a:xfrm>
          <a:prstGeom prst="rect">
            <a:avLst/>
          </a:prstGeom>
        </p:spPr>
      </p:pic>
      <p:pic>
        <p:nvPicPr>
          <p:cNvPr id="25" name="Picture 24" descr="image.png">
            <a:extLst>
              <a:ext uri="{FF2B5EF4-FFF2-40B4-BE49-F238E27FC236}">
                <a16:creationId xmlns:a16="http://schemas.microsoft.com/office/drawing/2014/main" id="{E30EC9D7-47B0-FE00-CFA3-EDC4D67E6E50}"/>
              </a:ext>
            </a:extLst>
          </p:cNvPr>
          <p:cNvPicPr>
            <a:picLocks noChangeAspect="1"/>
          </p:cNvPicPr>
          <p:nvPr/>
        </p:nvPicPr>
        <p:blipFill>
          <a:blip r:embed="rId6"/>
          <a:stretch>
            <a:fillRect/>
          </a:stretch>
        </p:blipFill>
        <p:spPr>
          <a:xfrm>
            <a:off x="7905750" y="1352550"/>
            <a:ext cx="762000" cy="762000"/>
          </a:xfrm>
          <a:prstGeom prst="rect">
            <a:avLst/>
          </a:prstGeom>
        </p:spPr>
      </p:pic>
      <p:pic>
        <p:nvPicPr>
          <p:cNvPr id="27" name="Picture 26" descr="image.png">
            <a:extLst>
              <a:ext uri="{FF2B5EF4-FFF2-40B4-BE49-F238E27FC236}">
                <a16:creationId xmlns:a16="http://schemas.microsoft.com/office/drawing/2014/main" id="{031B2E04-38CC-11BB-D830-B2ED1FBCC6BF}"/>
              </a:ext>
            </a:extLst>
          </p:cNvPr>
          <p:cNvPicPr>
            <a:picLocks noChangeAspect="1"/>
          </p:cNvPicPr>
          <p:nvPr/>
        </p:nvPicPr>
        <p:blipFill>
          <a:blip r:embed="rId6"/>
          <a:stretch>
            <a:fillRect/>
          </a:stretch>
        </p:blipFill>
        <p:spPr>
          <a:xfrm>
            <a:off x="7905750" y="3257550"/>
            <a:ext cx="762000" cy="762000"/>
          </a:xfrm>
          <a:prstGeom prst="rect">
            <a:avLst/>
          </a:prstGeom>
        </p:spPr>
      </p:pic>
      <p:pic>
        <p:nvPicPr>
          <p:cNvPr id="29" name="Picture 28" descr="image.png">
            <a:extLst>
              <a:ext uri="{FF2B5EF4-FFF2-40B4-BE49-F238E27FC236}">
                <a16:creationId xmlns:a16="http://schemas.microsoft.com/office/drawing/2014/main" id="{7F7FDF5A-654C-5AEE-8BFF-BAC571EEA9C8}"/>
              </a:ext>
            </a:extLst>
          </p:cNvPr>
          <p:cNvPicPr>
            <a:picLocks noChangeAspect="1"/>
          </p:cNvPicPr>
          <p:nvPr/>
        </p:nvPicPr>
        <p:blipFill>
          <a:blip r:embed="rId6"/>
          <a:stretch>
            <a:fillRect/>
          </a:stretch>
        </p:blipFill>
        <p:spPr>
          <a:xfrm>
            <a:off x="7905750" y="5162550"/>
            <a:ext cx="762000" cy="762000"/>
          </a:xfrm>
          <a:prstGeom prst="rect">
            <a:avLst/>
          </a:prstGeom>
        </p:spPr>
      </p:pic>
      <p:sp>
        <p:nvSpPr>
          <p:cNvPr id="31" name="TextBox 30">
            <a:extLst>
              <a:ext uri="{FF2B5EF4-FFF2-40B4-BE49-F238E27FC236}">
                <a16:creationId xmlns:a16="http://schemas.microsoft.com/office/drawing/2014/main" id="{F89F9AB0-AD54-FA8B-C3CE-E15329E0944B}"/>
              </a:ext>
            </a:extLst>
          </p:cNvPr>
          <p:cNvSpPr txBox="1"/>
          <p:nvPr/>
        </p:nvSpPr>
        <p:spPr>
          <a:xfrm>
            <a:off x="333375" y="1375469"/>
            <a:ext cx="3000375" cy="276999"/>
          </a:xfrm>
          <a:prstGeom prst="rect">
            <a:avLst/>
          </a:prstGeom>
          <a:noFill/>
        </p:spPr>
        <p:txBody>
          <a:bodyPr wrap="square" lIns="0" tIns="0" rIns="0" bIns="0" anchor="t">
            <a:spAutoFit/>
          </a:bodyPr>
          <a:lstStyle/>
          <a:p>
            <a:pPr algn="r"/>
            <a:r>
              <a:rPr lang="en-US" b="1" i="0" u="none" err="1">
                <a:solidFill>
                  <a:srgbClr val="10B75A"/>
                </a:solidFill>
                <a:latin typeface="SVN-Avo" panose="02040603050506020204"/>
              </a:rPr>
              <a:t>Triển</a:t>
            </a:r>
            <a:r>
              <a:rPr lang="en-US" b="1" i="0" u="none">
                <a:solidFill>
                  <a:srgbClr val="10B75A"/>
                </a:solidFill>
                <a:latin typeface="SVN-Avo" panose="02040603050506020204"/>
              </a:rPr>
              <a:t> </a:t>
            </a:r>
            <a:r>
              <a:rPr lang="en-US" b="1" i="0" u="none" err="1">
                <a:solidFill>
                  <a:srgbClr val="10B75A"/>
                </a:solidFill>
                <a:latin typeface="SVN-Avo" panose="02040603050506020204"/>
              </a:rPr>
              <a:t>khai</a:t>
            </a:r>
            <a:r>
              <a:rPr lang="en-US" b="1" i="0" u="none">
                <a:solidFill>
                  <a:srgbClr val="10B75A"/>
                </a:solidFill>
                <a:latin typeface="SVN-Avo" panose="02040603050506020204"/>
              </a:rPr>
              <a:t> </a:t>
            </a:r>
            <a:r>
              <a:rPr lang="en-US" b="1" i="0" u="none" err="1">
                <a:solidFill>
                  <a:srgbClr val="10B75A"/>
                </a:solidFill>
                <a:latin typeface="SVN-Avo" panose="02040603050506020204"/>
              </a:rPr>
              <a:t>nhanh</a:t>
            </a:r>
            <a:endParaRPr lang="en-US" b="1" i="0" u="none">
              <a:solidFill>
                <a:srgbClr val="2A5BA9"/>
              </a:solidFill>
              <a:latin typeface="SVN-Avo" panose="02040603050506020204"/>
            </a:endParaRPr>
          </a:p>
        </p:txBody>
      </p:sp>
      <p:sp>
        <p:nvSpPr>
          <p:cNvPr id="33" name="TextBox 32">
            <a:extLst>
              <a:ext uri="{FF2B5EF4-FFF2-40B4-BE49-F238E27FC236}">
                <a16:creationId xmlns:a16="http://schemas.microsoft.com/office/drawing/2014/main" id="{3398E894-4717-8DC5-BDEE-9649AFDC3BE2}"/>
              </a:ext>
            </a:extLst>
          </p:cNvPr>
          <p:cNvSpPr txBox="1"/>
          <p:nvPr/>
        </p:nvSpPr>
        <p:spPr>
          <a:xfrm>
            <a:off x="476250" y="1623119"/>
            <a:ext cx="2857500" cy="384721"/>
          </a:xfrm>
          <a:prstGeom prst="rect">
            <a:avLst/>
          </a:prstGeom>
          <a:noFill/>
        </p:spPr>
        <p:txBody>
          <a:bodyPr wrap="square" lIns="0" tIns="0" rIns="0" bIns="0" anchor="t">
            <a:spAutoFit/>
          </a:bodyPr>
          <a:lstStyle/>
          <a:p>
            <a:pPr algn="r">
              <a:lnSpc>
                <a:spcPts val="1470"/>
              </a:lnSpc>
            </a:pPr>
            <a:r>
              <a:rPr lang="en-US" sz="1400" b="0" i="0" u="none" err="1">
                <a:solidFill>
                  <a:srgbClr val="243858"/>
                </a:solidFill>
                <a:latin typeface="SVN-Avo" panose="02040603050506020204"/>
              </a:rPr>
              <a:t>Nền tảng đóng gói, có thể sử dụng ngay sau khi cấp tài khoản.</a:t>
            </a:r>
            <a:endParaRPr lang="en-US" sz="2400">
              <a:latin typeface="SVN-Avo"/>
            </a:endParaRPr>
          </a:p>
        </p:txBody>
      </p:sp>
      <p:sp>
        <p:nvSpPr>
          <p:cNvPr id="35" name="Rectangle 34">
            <a:extLst>
              <a:ext uri="{FF2B5EF4-FFF2-40B4-BE49-F238E27FC236}">
                <a16:creationId xmlns:a16="http://schemas.microsoft.com/office/drawing/2014/main" id="{18C808F1-5D01-C12F-43A4-6F3F8C13A77C}"/>
              </a:ext>
            </a:extLst>
          </p:cNvPr>
          <p:cNvSpPr/>
          <p:nvPr/>
        </p:nvSpPr>
        <p:spPr>
          <a:xfrm>
            <a:off x="476250" y="2072580"/>
            <a:ext cx="2857500" cy="19050"/>
          </a:xfrm>
          <a:prstGeom prst="rect">
            <a:avLst/>
          </a:prstGeom>
          <a:solidFill>
            <a:srgbClr val="10B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latin typeface="SVN-Avo" panose="02040603050506020204"/>
            </a:endParaRPr>
          </a:p>
        </p:txBody>
      </p:sp>
      <p:pic>
        <p:nvPicPr>
          <p:cNvPr id="37" name="Picture 36" descr="image.png">
            <a:extLst>
              <a:ext uri="{FF2B5EF4-FFF2-40B4-BE49-F238E27FC236}">
                <a16:creationId xmlns:a16="http://schemas.microsoft.com/office/drawing/2014/main" id="{2D595E92-BDA9-3F70-0E01-17CFADC6B223}"/>
              </a:ext>
            </a:extLst>
          </p:cNvPr>
          <p:cNvPicPr>
            <a:picLocks noChangeAspect="1"/>
          </p:cNvPicPr>
          <p:nvPr/>
        </p:nvPicPr>
        <p:blipFill>
          <a:blip r:embed="rId7"/>
          <a:stretch>
            <a:fillRect/>
          </a:stretch>
        </p:blipFill>
        <p:spPr>
          <a:xfrm>
            <a:off x="3771900" y="1600200"/>
            <a:ext cx="266700" cy="266700"/>
          </a:xfrm>
          <a:prstGeom prst="rect">
            <a:avLst/>
          </a:prstGeom>
        </p:spPr>
      </p:pic>
      <p:sp>
        <p:nvSpPr>
          <p:cNvPr id="39" name="TextBox 38">
            <a:extLst>
              <a:ext uri="{FF2B5EF4-FFF2-40B4-BE49-F238E27FC236}">
                <a16:creationId xmlns:a16="http://schemas.microsoft.com/office/drawing/2014/main" id="{FC980CF2-7276-FF01-036C-C86D30EF2464}"/>
              </a:ext>
            </a:extLst>
          </p:cNvPr>
          <p:cNvSpPr txBox="1"/>
          <p:nvPr/>
        </p:nvSpPr>
        <p:spPr>
          <a:xfrm>
            <a:off x="333375" y="3280469"/>
            <a:ext cx="3000375" cy="276999"/>
          </a:xfrm>
          <a:prstGeom prst="rect">
            <a:avLst/>
          </a:prstGeom>
          <a:noFill/>
        </p:spPr>
        <p:txBody>
          <a:bodyPr wrap="square" lIns="0" tIns="0" rIns="0" bIns="0" anchor="t">
            <a:spAutoFit/>
          </a:bodyPr>
          <a:lstStyle/>
          <a:p>
            <a:pPr algn="r"/>
            <a:r>
              <a:rPr lang="en-US" b="1" i="0" u="none">
                <a:solidFill>
                  <a:srgbClr val="10B75A"/>
                </a:solidFill>
                <a:latin typeface="SVN-Avo" panose="02040603050506020204"/>
              </a:rPr>
              <a:t>Không cần đầu tư hạ tầng</a:t>
            </a:r>
            <a:endParaRPr lang="en-US" sz="2400">
              <a:latin typeface="SVN-Avo"/>
            </a:endParaRPr>
          </a:p>
        </p:txBody>
      </p:sp>
      <p:sp>
        <p:nvSpPr>
          <p:cNvPr id="41" name="TextBox 40">
            <a:extLst>
              <a:ext uri="{FF2B5EF4-FFF2-40B4-BE49-F238E27FC236}">
                <a16:creationId xmlns:a16="http://schemas.microsoft.com/office/drawing/2014/main" id="{5A8FB043-64AB-9084-CC8C-27EE104C597D}"/>
              </a:ext>
            </a:extLst>
          </p:cNvPr>
          <p:cNvSpPr txBox="1"/>
          <p:nvPr/>
        </p:nvSpPr>
        <p:spPr>
          <a:xfrm>
            <a:off x="476250" y="3528119"/>
            <a:ext cx="2857500" cy="384721"/>
          </a:xfrm>
          <a:prstGeom prst="rect">
            <a:avLst/>
          </a:prstGeom>
          <a:noFill/>
        </p:spPr>
        <p:txBody>
          <a:bodyPr wrap="square" lIns="0" tIns="0" rIns="0" bIns="0" anchor="t">
            <a:spAutoFit/>
          </a:bodyPr>
          <a:lstStyle/>
          <a:p>
            <a:pPr algn="r">
              <a:lnSpc>
                <a:spcPts val="1470"/>
              </a:lnSpc>
            </a:pPr>
            <a:r>
              <a:rPr lang="en-US" sz="1400" b="0" i="0" u="none" err="1">
                <a:solidFill>
                  <a:srgbClr val="243858"/>
                </a:solidFill>
                <a:latin typeface="SVN-Avo" panose="02040603050506020204"/>
              </a:rPr>
              <a:t>Nhà cung cấp duy trì máy chủ và vận hành hạ tầng.</a:t>
            </a:r>
            <a:endParaRPr lang="en-US" sz="2400">
              <a:latin typeface="SVN-Avo"/>
            </a:endParaRPr>
          </a:p>
        </p:txBody>
      </p:sp>
      <p:sp>
        <p:nvSpPr>
          <p:cNvPr id="43" name="Rectangle 42">
            <a:extLst>
              <a:ext uri="{FF2B5EF4-FFF2-40B4-BE49-F238E27FC236}">
                <a16:creationId xmlns:a16="http://schemas.microsoft.com/office/drawing/2014/main" id="{4556923F-1991-92A7-CDF6-AE36A1E5FEC8}"/>
              </a:ext>
            </a:extLst>
          </p:cNvPr>
          <p:cNvSpPr/>
          <p:nvPr/>
        </p:nvSpPr>
        <p:spPr>
          <a:xfrm>
            <a:off x="476250" y="3977580"/>
            <a:ext cx="2857500" cy="19050"/>
          </a:xfrm>
          <a:prstGeom prst="rect">
            <a:avLst/>
          </a:prstGeom>
          <a:solidFill>
            <a:srgbClr val="10B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latin typeface="SVN-Avo" panose="02040603050506020204"/>
            </a:endParaRPr>
          </a:p>
        </p:txBody>
      </p:sp>
      <p:pic>
        <p:nvPicPr>
          <p:cNvPr id="45" name="Picture 44" descr="image.png">
            <a:extLst>
              <a:ext uri="{FF2B5EF4-FFF2-40B4-BE49-F238E27FC236}">
                <a16:creationId xmlns:a16="http://schemas.microsoft.com/office/drawing/2014/main" id="{67BD4B30-F1CD-01F4-95F0-870E029188EB}"/>
              </a:ext>
            </a:extLst>
          </p:cNvPr>
          <p:cNvPicPr>
            <a:picLocks noChangeAspect="1"/>
          </p:cNvPicPr>
          <p:nvPr/>
        </p:nvPicPr>
        <p:blipFill>
          <a:blip r:embed="rId8"/>
          <a:stretch>
            <a:fillRect/>
          </a:stretch>
        </p:blipFill>
        <p:spPr>
          <a:xfrm>
            <a:off x="3771900" y="3505200"/>
            <a:ext cx="266700" cy="266700"/>
          </a:xfrm>
          <a:prstGeom prst="rect">
            <a:avLst/>
          </a:prstGeom>
        </p:spPr>
      </p:pic>
      <p:sp>
        <p:nvSpPr>
          <p:cNvPr id="47" name="TextBox 46">
            <a:extLst>
              <a:ext uri="{FF2B5EF4-FFF2-40B4-BE49-F238E27FC236}">
                <a16:creationId xmlns:a16="http://schemas.microsoft.com/office/drawing/2014/main" id="{4DE6ECC8-A60E-7403-2414-0FAF846E0092}"/>
              </a:ext>
            </a:extLst>
          </p:cNvPr>
          <p:cNvSpPr txBox="1"/>
          <p:nvPr/>
        </p:nvSpPr>
        <p:spPr>
          <a:xfrm>
            <a:off x="333375" y="5185469"/>
            <a:ext cx="3000375" cy="276999"/>
          </a:xfrm>
          <a:prstGeom prst="rect">
            <a:avLst/>
          </a:prstGeom>
          <a:noFill/>
        </p:spPr>
        <p:txBody>
          <a:bodyPr wrap="square" lIns="0" tIns="0" rIns="0" bIns="0" anchor="t">
            <a:spAutoFit/>
          </a:bodyPr>
          <a:lstStyle/>
          <a:p>
            <a:pPr algn="r"/>
            <a:r>
              <a:rPr lang="en-US" b="1" i="0" u="none">
                <a:solidFill>
                  <a:srgbClr val="10B75A"/>
                </a:solidFill>
                <a:latin typeface="SVN-Avo" panose="02040603050506020204"/>
              </a:rPr>
              <a:t>Tính năng chuẩn</a:t>
            </a:r>
            <a:endParaRPr lang="en-US" sz="2400">
              <a:latin typeface="SVN-Avo"/>
            </a:endParaRPr>
          </a:p>
        </p:txBody>
      </p:sp>
      <p:sp>
        <p:nvSpPr>
          <p:cNvPr id="49" name="TextBox 48">
            <a:extLst>
              <a:ext uri="{FF2B5EF4-FFF2-40B4-BE49-F238E27FC236}">
                <a16:creationId xmlns:a16="http://schemas.microsoft.com/office/drawing/2014/main" id="{9FE77299-171B-CD3C-7D61-8FF3188708C2}"/>
              </a:ext>
            </a:extLst>
          </p:cNvPr>
          <p:cNvSpPr txBox="1"/>
          <p:nvPr/>
        </p:nvSpPr>
        <p:spPr>
          <a:xfrm>
            <a:off x="476250" y="5433119"/>
            <a:ext cx="2857500" cy="384721"/>
          </a:xfrm>
          <a:prstGeom prst="rect">
            <a:avLst/>
          </a:prstGeom>
          <a:noFill/>
        </p:spPr>
        <p:txBody>
          <a:bodyPr wrap="square" lIns="0" tIns="0" rIns="0" bIns="0" anchor="t">
            <a:spAutoFit/>
          </a:bodyPr>
          <a:lstStyle/>
          <a:p>
            <a:pPr algn="r">
              <a:lnSpc>
                <a:spcPts val="1470"/>
              </a:lnSpc>
            </a:pPr>
            <a:r>
              <a:rPr lang="vi-VN" sz="1400" b="0" i="0" u="none" err="1">
                <a:solidFill>
                  <a:srgbClr val="243858"/>
                </a:solidFill>
                <a:latin typeface="SVN-Avo" panose="02040603050506020204"/>
              </a:rPr>
              <a:t>Đáp ứng các nghiệp vụ khai báo vị trí và viếng thăm cơ bản.</a:t>
            </a:r>
            <a:endParaRPr lang="en-US" sz="2400">
              <a:latin typeface="SVN-Avo"/>
            </a:endParaRPr>
          </a:p>
        </p:txBody>
      </p:sp>
      <p:sp>
        <p:nvSpPr>
          <p:cNvPr id="51" name="Rectangle 50">
            <a:extLst>
              <a:ext uri="{FF2B5EF4-FFF2-40B4-BE49-F238E27FC236}">
                <a16:creationId xmlns:a16="http://schemas.microsoft.com/office/drawing/2014/main" id="{A52DE013-BA25-B86A-B82A-034BCA041CD1}"/>
              </a:ext>
            </a:extLst>
          </p:cNvPr>
          <p:cNvSpPr/>
          <p:nvPr/>
        </p:nvSpPr>
        <p:spPr>
          <a:xfrm>
            <a:off x="476250" y="5882580"/>
            <a:ext cx="2857500" cy="19050"/>
          </a:xfrm>
          <a:prstGeom prst="rect">
            <a:avLst/>
          </a:prstGeom>
          <a:solidFill>
            <a:srgbClr val="10B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latin typeface="SVN-Avo" panose="02040603050506020204"/>
            </a:endParaRPr>
          </a:p>
        </p:txBody>
      </p:sp>
      <p:pic>
        <p:nvPicPr>
          <p:cNvPr id="53" name="Picture 52" descr="image.png">
            <a:extLst>
              <a:ext uri="{FF2B5EF4-FFF2-40B4-BE49-F238E27FC236}">
                <a16:creationId xmlns:a16="http://schemas.microsoft.com/office/drawing/2014/main" id="{29284958-0A52-A705-5A8C-01D8ED43B383}"/>
              </a:ext>
            </a:extLst>
          </p:cNvPr>
          <p:cNvPicPr>
            <a:picLocks noChangeAspect="1"/>
          </p:cNvPicPr>
          <p:nvPr/>
        </p:nvPicPr>
        <p:blipFill>
          <a:blip r:embed="rId9"/>
          <a:stretch>
            <a:fillRect/>
          </a:stretch>
        </p:blipFill>
        <p:spPr>
          <a:xfrm>
            <a:off x="3738562" y="5413904"/>
            <a:ext cx="333375" cy="259291"/>
          </a:xfrm>
          <a:prstGeom prst="rect">
            <a:avLst/>
          </a:prstGeom>
        </p:spPr>
      </p:pic>
      <p:sp>
        <p:nvSpPr>
          <p:cNvPr id="55" name="TextBox 54">
            <a:extLst>
              <a:ext uri="{FF2B5EF4-FFF2-40B4-BE49-F238E27FC236}">
                <a16:creationId xmlns:a16="http://schemas.microsoft.com/office/drawing/2014/main" id="{6058713B-D310-EE8E-370C-7F57799943F1}"/>
              </a:ext>
            </a:extLst>
          </p:cNvPr>
          <p:cNvSpPr txBox="1"/>
          <p:nvPr/>
        </p:nvSpPr>
        <p:spPr>
          <a:xfrm>
            <a:off x="5231606" y="2667121"/>
            <a:ext cx="976312" cy="738664"/>
          </a:xfrm>
          <a:prstGeom prst="rect">
            <a:avLst/>
          </a:prstGeom>
          <a:noFill/>
        </p:spPr>
        <p:txBody>
          <a:bodyPr wrap="square" lIns="0" tIns="0" rIns="0" bIns="0" anchor="ctr">
            <a:spAutoFit/>
          </a:bodyPr>
          <a:lstStyle/>
          <a:p>
            <a:pPr algn="ctr"/>
            <a:r>
              <a:rPr lang="vi-VN" sz="2400" b="1" i="0" u="none" err="1">
                <a:solidFill>
                  <a:srgbClr val="10B75A"/>
                </a:solidFill>
                <a:latin typeface="SVN-Avo" panose="02040603050506020204"/>
              </a:rPr>
              <a:t>Ưu</a:t>
            </a:r>
            <a:r>
              <a:rPr lang="vi-VN" sz="2400" b="1">
                <a:solidFill>
                  <a:srgbClr val="10B75A"/>
                </a:solidFill>
                <a:latin typeface="SVN-Avo" panose="02040603050506020204"/>
              </a:rPr>
              <a:t>
</a:t>
            </a:r>
            <a:r>
              <a:rPr lang="vi-VN" sz="2400" b="1" i="0" u="none">
                <a:solidFill>
                  <a:srgbClr val="10B75A"/>
                </a:solidFill>
                <a:latin typeface="SVN-Avo" panose="02040603050506020204"/>
              </a:rPr>
              <a:t> </a:t>
            </a:r>
            <a:r>
              <a:rPr lang="vi-VN" sz="2400" b="1" i="0" u="none" err="1">
                <a:solidFill>
                  <a:srgbClr val="10B75A"/>
                </a:solidFill>
                <a:latin typeface="SVN-Avo" panose="02040603050506020204"/>
              </a:rPr>
              <a:t>điểm</a:t>
            </a:r>
            <a:endParaRPr lang="vi-VN" sz="2800" b="1" i="0" u="none">
              <a:solidFill>
                <a:srgbClr val="00B050"/>
              </a:solidFill>
              <a:latin typeface="SVN-Avo" panose="02040603050506020204"/>
            </a:endParaRPr>
          </a:p>
        </p:txBody>
      </p:sp>
      <p:sp>
        <p:nvSpPr>
          <p:cNvPr id="57" name="Rectangle 56">
            <a:extLst>
              <a:ext uri="{FF2B5EF4-FFF2-40B4-BE49-F238E27FC236}">
                <a16:creationId xmlns:a16="http://schemas.microsoft.com/office/drawing/2014/main" id="{A5EE1153-4277-4B7F-D376-929941F14F16}"/>
              </a:ext>
            </a:extLst>
          </p:cNvPr>
          <p:cNvSpPr/>
          <p:nvPr/>
        </p:nvSpPr>
        <p:spPr>
          <a:xfrm>
            <a:off x="6091237" y="2571750"/>
            <a:ext cx="9525" cy="21336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latin typeface="SVN-Avo" panose="02040603050506020204"/>
            </a:endParaRPr>
          </a:p>
        </p:txBody>
      </p:sp>
      <p:sp>
        <p:nvSpPr>
          <p:cNvPr id="59" name="TextBox 58">
            <a:extLst>
              <a:ext uri="{FF2B5EF4-FFF2-40B4-BE49-F238E27FC236}">
                <a16:creationId xmlns:a16="http://schemas.microsoft.com/office/drawing/2014/main" id="{F68647FD-CADB-44E6-A4FF-AD716C2917B0}"/>
              </a:ext>
            </a:extLst>
          </p:cNvPr>
          <p:cNvSpPr txBox="1"/>
          <p:nvPr/>
        </p:nvSpPr>
        <p:spPr>
          <a:xfrm>
            <a:off x="6000750" y="3638730"/>
            <a:ext cx="966787" cy="738664"/>
          </a:xfrm>
          <a:prstGeom prst="rect">
            <a:avLst/>
          </a:prstGeom>
          <a:noFill/>
        </p:spPr>
        <p:txBody>
          <a:bodyPr wrap="square" lIns="0" tIns="0" rIns="0" bIns="0" anchor="ctr">
            <a:spAutoFit/>
          </a:bodyPr>
          <a:lstStyle/>
          <a:p>
            <a:pPr algn="ctr"/>
            <a:r>
              <a:rPr lang="vi-VN" sz="2400" b="1" i="0" u="none" dirty="0">
                <a:solidFill>
                  <a:srgbClr val="FF0000"/>
                </a:solidFill>
                <a:latin typeface="SVN-Avo" panose="02040603050506020204"/>
              </a:rPr>
              <a:t>Nhược</a:t>
            </a:r>
            <a:r>
              <a:rPr lang="vi-VN" sz="2400" b="1" dirty="0">
                <a:solidFill>
                  <a:srgbClr val="FF0000"/>
                </a:solidFill>
                <a:latin typeface="SVN-Avo" panose="02040603050506020204"/>
              </a:rPr>
              <a:t>
</a:t>
            </a:r>
            <a:r>
              <a:rPr lang="vi-VN" sz="2400" b="1" i="0" u="none" dirty="0">
                <a:solidFill>
                  <a:srgbClr val="FF0000"/>
                </a:solidFill>
                <a:latin typeface="SVN-Avo" panose="02040603050506020204"/>
              </a:rPr>
              <a:t> điểm</a:t>
            </a:r>
            <a:endParaRPr lang="vi-VN" sz="2800" b="1" i="0" u="none" dirty="0">
              <a:solidFill>
                <a:srgbClr val="FF0000"/>
              </a:solidFill>
              <a:latin typeface="SVN-Avo" panose="02040603050506020204"/>
            </a:endParaRPr>
          </a:p>
        </p:txBody>
      </p:sp>
      <p:pic>
        <p:nvPicPr>
          <p:cNvPr id="61" name="Picture 60" descr="image.png">
            <a:extLst>
              <a:ext uri="{FF2B5EF4-FFF2-40B4-BE49-F238E27FC236}">
                <a16:creationId xmlns:a16="http://schemas.microsoft.com/office/drawing/2014/main" id="{C69354E9-9E10-D457-DC09-705310AE936C}"/>
              </a:ext>
            </a:extLst>
          </p:cNvPr>
          <p:cNvPicPr>
            <a:picLocks noChangeAspect="1"/>
          </p:cNvPicPr>
          <p:nvPr/>
        </p:nvPicPr>
        <p:blipFill>
          <a:blip r:embed="rId10"/>
          <a:stretch>
            <a:fillRect/>
          </a:stretch>
        </p:blipFill>
        <p:spPr>
          <a:xfrm>
            <a:off x="8167687" y="1605329"/>
            <a:ext cx="238125" cy="256442"/>
          </a:xfrm>
          <a:prstGeom prst="rect">
            <a:avLst/>
          </a:prstGeom>
        </p:spPr>
      </p:pic>
      <p:sp>
        <p:nvSpPr>
          <p:cNvPr id="63" name="TextBox 62">
            <a:extLst>
              <a:ext uri="{FF2B5EF4-FFF2-40B4-BE49-F238E27FC236}">
                <a16:creationId xmlns:a16="http://schemas.microsoft.com/office/drawing/2014/main" id="{41137106-D5A1-A120-7F57-FC14BAC78CB8}"/>
              </a:ext>
            </a:extLst>
          </p:cNvPr>
          <p:cNvSpPr txBox="1"/>
          <p:nvPr/>
        </p:nvSpPr>
        <p:spPr>
          <a:xfrm>
            <a:off x="8858250" y="1375469"/>
            <a:ext cx="3000375" cy="276999"/>
          </a:xfrm>
          <a:prstGeom prst="rect">
            <a:avLst/>
          </a:prstGeom>
          <a:noFill/>
        </p:spPr>
        <p:txBody>
          <a:bodyPr wrap="square" lIns="0" tIns="0" rIns="0" bIns="0" anchor="t">
            <a:spAutoFit/>
          </a:bodyPr>
          <a:lstStyle/>
          <a:p>
            <a:pPr algn="l"/>
            <a:r>
              <a:rPr lang="en-US" b="1" i="0" u="none">
                <a:solidFill>
                  <a:srgbClr val="EE4B4B"/>
                </a:solidFill>
                <a:latin typeface="SVN-Avo" panose="02040603050506020204"/>
              </a:rPr>
              <a:t>Rủi ro bảo mật &amp; dữ liệu</a:t>
            </a:r>
            <a:endParaRPr lang="en-US" sz="2400">
              <a:latin typeface="SVN-Avo"/>
            </a:endParaRPr>
          </a:p>
        </p:txBody>
      </p:sp>
      <p:sp>
        <p:nvSpPr>
          <p:cNvPr id="65" name="TextBox 64">
            <a:extLst>
              <a:ext uri="{FF2B5EF4-FFF2-40B4-BE49-F238E27FC236}">
                <a16:creationId xmlns:a16="http://schemas.microsoft.com/office/drawing/2014/main" id="{AA40BD6E-FAC9-7D70-6121-D8B18ED327A1}"/>
              </a:ext>
            </a:extLst>
          </p:cNvPr>
          <p:cNvSpPr txBox="1"/>
          <p:nvPr/>
        </p:nvSpPr>
        <p:spPr>
          <a:xfrm>
            <a:off x="8858250" y="1623119"/>
            <a:ext cx="2857500" cy="384721"/>
          </a:xfrm>
          <a:prstGeom prst="rect">
            <a:avLst/>
          </a:prstGeom>
          <a:noFill/>
        </p:spPr>
        <p:txBody>
          <a:bodyPr wrap="square" lIns="0" tIns="0" rIns="0" bIns="0" anchor="t">
            <a:spAutoFit/>
          </a:bodyPr>
          <a:lstStyle/>
          <a:p>
            <a:pPr algn="l">
              <a:lnSpc>
                <a:spcPts val="1470"/>
              </a:lnSpc>
            </a:pPr>
            <a:r>
              <a:rPr lang="vi-VN" sz="1400" b="0" i="0" u="none">
                <a:solidFill>
                  <a:srgbClr val="243858"/>
                </a:solidFill>
                <a:latin typeface="SVN-Avo"/>
              </a:rPr>
              <a:t>Dữ liệu khách hàng có thể bị khai thác ngoài kiểm soát.</a:t>
            </a:r>
            <a:endParaRPr lang="en-US" sz="2400">
              <a:latin typeface="SVN-Avo"/>
            </a:endParaRPr>
          </a:p>
        </p:txBody>
      </p:sp>
      <p:sp>
        <p:nvSpPr>
          <p:cNvPr id="67" name="Rectangle 66">
            <a:extLst>
              <a:ext uri="{FF2B5EF4-FFF2-40B4-BE49-F238E27FC236}">
                <a16:creationId xmlns:a16="http://schemas.microsoft.com/office/drawing/2014/main" id="{2F8D4821-8742-3076-BF44-04529A4301C4}"/>
              </a:ext>
            </a:extLst>
          </p:cNvPr>
          <p:cNvSpPr/>
          <p:nvPr/>
        </p:nvSpPr>
        <p:spPr>
          <a:xfrm>
            <a:off x="8858250" y="2072580"/>
            <a:ext cx="2857500" cy="19050"/>
          </a:xfrm>
          <a:prstGeom prst="rect">
            <a:avLst/>
          </a:prstGeom>
          <a:solidFill>
            <a:srgbClr val="EE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latin typeface="SVN-Avo" panose="02040603050506020204"/>
            </a:endParaRPr>
          </a:p>
        </p:txBody>
      </p:sp>
      <p:pic>
        <p:nvPicPr>
          <p:cNvPr id="69" name="Picture 68" descr="image.png">
            <a:extLst>
              <a:ext uri="{FF2B5EF4-FFF2-40B4-BE49-F238E27FC236}">
                <a16:creationId xmlns:a16="http://schemas.microsoft.com/office/drawing/2014/main" id="{CA083CB3-C085-C2B8-C2A1-D020E3E6A384}"/>
              </a:ext>
            </a:extLst>
          </p:cNvPr>
          <p:cNvPicPr>
            <a:picLocks noChangeAspect="1"/>
          </p:cNvPicPr>
          <p:nvPr/>
        </p:nvPicPr>
        <p:blipFill>
          <a:blip r:embed="rId11"/>
          <a:stretch>
            <a:fillRect/>
          </a:stretch>
        </p:blipFill>
        <p:spPr>
          <a:xfrm>
            <a:off x="8153400" y="3505200"/>
            <a:ext cx="266700" cy="266700"/>
          </a:xfrm>
          <a:prstGeom prst="rect">
            <a:avLst/>
          </a:prstGeom>
        </p:spPr>
      </p:pic>
      <p:sp>
        <p:nvSpPr>
          <p:cNvPr id="71" name="TextBox 70">
            <a:extLst>
              <a:ext uri="{FF2B5EF4-FFF2-40B4-BE49-F238E27FC236}">
                <a16:creationId xmlns:a16="http://schemas.microsoft.com/office/drawing/2014/main" id="{9F3A8EA2-2BA5-85CF-8C85-6C6E026A7C28}"/>
              </a:ext>
            </a:extLst>
          </p:cNvPr>
          <p:cNvSpPr txBox="1"/>
          <p:nvPr/>
        </p:nvSpPr>
        <p:spPr>
          <a:xfrm>
            <a:off x="8858250" y="3280469"/>
            <a:ext cx="3000375" cy="276999"/>
          </a:xfrm>
          <a:prstGeom prst="rect">
            <a:avLst/>
          </a:prstGeom>
          <a:noFill/>
        </p:spPr>
        <p:txBody>
          <a:bodyPr wrap="square" lIns="0" tIns="0" rIns="0" bIns="0" anchor="t">
            <a:spAutoFit/>
          </a:bodyPr>
          <a:lstStyle/>
          <a:p>
            <a:pPr algn="l"/>
            <a:r>
              <a:rPr lang="en-US" b="1" i="0" u="none" err="1">
                <a:solidFill>
                  <a:srgbClr val="EE4B4B"/>
                </a:solidFill>
                <a:latin typeface="SVN-Avo" panose="02040603050506020204"/>
              </a:rPr>
              <a:t>Lãng</a:t>
            </a:r>
            <a:r>
              <a:rPr lang="en-US" b="1" i="0" u="none">
                <a:solidFill>
                  <a:srgbClr val="EE4B4B"/>
                </a:solidFill>
                <a:latin typeface="SVN-Avo" panose="02040603050506020204"/>
              </a:rPr>
              <a:t> </a:t>
            </a:r>
            <a:r>
              <a:rPr lang="en-US" b="1" i="0" u="none" err="1">
                <a:solidFill>
                  <a:srgbClr val="EE4B4B"/>
                </a:solidFill>
                <a:latin typeface="SVN-Avo" panose="02040603050506020204"/>
              </a:rPr>
              <a:t>phí</a:t>
            </a:r>
            <a:r>
              <a:rPr lang="en-US" b="1" i="0" u="none">
                <a:solidFill>
                  <a:srgbClr val="EE4B4B"/>
                </a:solidFill>
                <a:latin typeface="SVN-Avo" panose="02040603050506020204"/>
              </a:rPr>
              <a:t> chi </a:t>
            </a:r>
            <a:r>
              <a:rPr lang="en-US" b="1" i="0" u="none" err="1">
                <a:solidFill>
                  <a:srgbClr val="EE4B4B"/>
                </a:solidFill>
                <a:latin typeface="SVN-Avo" panose="02040603050506020204"/>
              </a:rPr>
              <a:t>phí</a:t>
            </a:r>
            <a:endParaRPr lang="en-US" b="1" i="0" u="none">
              <a:solidFill>
                <a:srgbClr val="2A5BA9"/>
              </a:solidFill>
              <a:latin typeface="SVN-Avo" panose="02040603050506020204"/>
            </a:endParaRPr>
          </a:p>
        </p:txBody>
      </p:sp>
      <p:sp>
        <p:nvSpPr>
          <p:cNvPr id="73" name="TextBox 72">
            <a:extLst>
              <a:ext uri="{FF2B5EF4-FFF2-40B4-BE49-F238E27FC236}">
                <a16:creationId xmlns:a16="http://schemas.microsoft.com/office/drawing/2014/main" id="{0C654440-0FA4-F016-707F-3A464796CA5B}"/>
              </a:ext>
            </a:extLst>
          </p:cNvPr>
          <p:cNvSpPr txBox="1"/>
          <p:nvPr/>
        </p:nvSpPr>
        <p:spPr>
          <a:xfrm>
            <a:off x="8858250" y="3528119"/>
            <a:ext cx="2857500" cy="769441"/>
          </a:xfrm>
          <a:prstGeom prst="rect">
            <a:avLst/>
          </a:prstGeom>
          <a:noFill/>
        </p:spPr>
        <p:txBody>
          <a:bodyPr wrap="square" lIns="0" tIns="0" rIns="0" bIns="0" anchor="t">
            <a:spAutoFit/>
          </a:bodyPr>
          <a:lstStyle/>
          <a:p>
            <a:pPr algn="l">
              <a:lnSpc>
                <a:spcPts val="1470"/>
              </a:lnSpc>
            </a:pPr>
            <a:r>
              <a:rPr lang="vi-VN" sz="1400" b="0" i="0" u="none">
                <a:solidFill>
                  <a:srgbClr val="243858"/>
                </a:solidFill>
                <a:latin typeface="SVN-Avo" panose="02040603050506020204"/>
              </a:rPr>
              <a:t>Chi phí tăng theo số tài khoản nhưng không tạo tài sản công nghệ nội bộ.</a:t>
            </a:r>
            <a:endParaRPr lang="en-US" sz="2400">
              <a:latin typeface="SVN-Avo"/>
            </a:endParaRPr>
          </a:p>
          <a:p>
            <a:pPr algn="l">
              <a:lnSpc>
                <a:spcPts val="1470"/>
              </a:lnSpc>
            </a:pPr>
            <a:r>
              <a:rPr lang="vi-VN" sz="1400" b="0">
                <a:solidFill>
                  <a:srgbClr val="243858"/>
                </a:solidFill>
                <a:latin typeface="SVN-Avo" panose="02040603050506020204"/>
              </a:rPr>
              <a:t>Một số tính năng trong gói thuê không được sử dụng.</a:t>
            </a:r>
            <a:endParaRPr lang="vi-VN" sz="1400" b="0" i="0" u="none">
              <a:latin typeface="SVN-Avo" panose="02040603050506020204"/>
            </a:endParaRPr>
          </a:p>
        </p:txBody>
      </p:sp>
      <p:sp>
        <p:nvSpPr>
          <p:cNvPr id="75" name="Rectangle 74">
            <a:extLst>
              <a:ext uri="{FF2B5EF4-FFF2-40B4-BE49-F238E27FC236}">
                <a16:creationId xmlns:a16="http://schemas.microsoft.com/office/drawing/2014/main" id="{A6997EB0-6081-F967-04FE-70F0BBE3ED42}"/>
              </a:ext>
            </a:extLst>
          </p:cNvPr>
          <p:cNvSpPr/>
          <p:nvPr/>
        </p:nvSpPr>
        <p:spPr>
          <a:xfrm>
            <a:off x="8858250" y="4327318"/>
            <a:ext cx="2857500" cy="19050"/>
          </a:xfrm>
          <a:prstGeom prst="rect">
            <a:avLst/>
          </a:prstGeom>
          <a:solidFill>
            <a:srgbClr val="EE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latin typeface="SVN-Avo" panose="02040603050506020204"/>
            </a:endParaRPr>
          </a:p>
        </p:txBody>
      </p:sp>
      <p:pic>
        <p:nvPicPr>
          <p:cNvPr id="77" name="Picture 76" descr="image.png">
            <a:extLst>
              <a:ext uri="{FF2B5EF4-FFF2-40B4-BE49-F238E27FC236}">
                <a16:creationId xmlns:a16="http://schemas.microsoft.com/office/drawing/2014/main" id="{AC8ED7C3-1A94-7CA9-BE76-06EF2E2D302F}"/>
              </a:ext>
            </a:extLst>
          </p:cNvPr>
          <p:cNvPicPr>
            <a:picLocks noChangeAspect="1"/>
          </p:cNvPicPr>
          <p:nvPr/>
        </p:nvPicPr>
        <p:blipFill>
          <a:blip r:embed="rId12"/>
          <a:stretch>
            <a:fillRect/>
          </a:stretch>
        </p:blipFill>
        <p:spPr>
          <a:xfrm>
            <a:off x="8120062" y="5413904"/>
            <a:ext cx="333375" cy="259291"/>
          </a:xfrm>
          <a:prstGeom prst="rect">
            <a:avLst/>
          </a:prstGeom>
        </p:spPr>
      </p:pic>
      <p:sp>
        <p:nvSpPr>
          <p:cNvPr id="79" name="TextBox 78">
            <a:extLst>
              <a:ext uri="{FF2B5EF4-FFF2-40B4-BE49-F238E27FC236}">
                <a16:creationId xmlns:a16="http://schemas.microsoft.com/office/drawing/2014/main" id="{DFB210BF-82C9-9AAF-13A0-A70CD0636AD4}"/>
              </a:ext>
            </a:extLst>
          </p:cNvPr>
          <p:cNvSpPr txBox="1"/>
          <p:nvPr/>
        </p:nvSpPr>
        <p:spPr>
          <a:xfrm>
            <a:off x="8858250" y="5185469"/>
            <a:ext cx="3000375" cy="276999"/>
          </a:xfrm>
          <a:prstGeom prst="rect">
            <a:avLst/>
          </a:prstGeom>
          <a:noFill/>
        </p:spPr>
        <p:txBody>
          <a:bodyPr wrap="square" lIns="0" tIns="0" rIns="0" bIns="0" anchor="t">
            <a:spAutoFit/>
          </a:bodyPr>
          <a:lstStyle/>
          <a:p>
            <a:pPr algn="l"/>
            <a:r>
              <a:rPr lang="vi-VN" b="1" i="0" u="none">
                <a:solidFill>
                  <a:srgbClr val="EE4B4B"/>
                </a:solidFill>
                <a:latin typeface="SVN-Avo" panose="02040603050506020204"/>
              </a:rPr>
              <a:t>Khả năng đáp ứng nhu cầu</a:t>
            </a:r>
            <a:endParaRPr lang="vi-VN" b="1" i="0" u="none">
              <a:solidFill>
                <a:srgbClr val="2A5BA9"/>
              </a:solidFill>
              <a:latin typeface="SVN-Avo" panose="02040603050506020204"/>
            </a:endParaRPr>
          </a:p>
        </p:txBody>
      </p:sp>
      <p:sp>
        <p:nvSpPr>
          <p:cNvPr id="81" name="TextBox 80">
            <a:extLst>
              <a:ext uri="{FF2B5EF4-FFF2-40B4-BE49-F238E27FC236}">
                <a16:creationId xmlns:a16="http://schemas.microsoft.com/office/drawing/2014/main" id="{FDDD49BF-1C9F-A0BA-6C00-981779248DA7}"/>
              </a:ext>
            </a:extLst>
          </p:cNvPr>
          <p:cNvSpPr txBox="1"/>
          <p:nvPr/>
        </p:nvSpPr>
        <p:spPr>
          <a:xfrm>
            <a:off x="8858250" y="5433119"/>
            <a:ext cx="2857500" cy="430887"/>
          </a:xfrm>
          <a:prstGeom prst="rect">
            <a:avLst/>
          </a:prstGeom>
          <a:noFill/>
        </p:spPr>
        <p:txBody>
          <a:bodyPr wrap="square" lIns="0" tIns="0" rIns="0" bIns="0" anchor="t">
            <a:spAutoFit/>
          </a:bodyPr>
          <a:lstStyle/>
          <a:p>
            <a:r>
              <a:rPr lang="vi-VN" sz="1400" b="0" i="0" u="none">
                <a:solidFill>
                  <a:srgbClr val="243858"/>
                </a:solidFill>
                <a:latin typeface="SVN-Avo" panose="02040603050506020204"/>
              </a:rPr>
              <a:t>Tính năng đóng gói, khó tùy chỉnh theo nhu cầu đặc thù của Tập đoàn.</a:t>
            </a:r>
            <a:endParaRPr lang="vi-VN" sz="1600" i="0" u="none">
              <a:latin typeface="SVN-Avo" panose="02040603050506020204"/>
            </a:endParaRPr>
          </a:p>
        </p:txBody>
      </p:sp>
      <p:sp>
        <p:nvSpPr>
          <p:cNvPr id="83" name="Rectangle 82">
            <a:extLst>
              <a:ext uri="{FF2B5EF4-FFF2-40B4-BE49-F238E27FC236}">
                <a16:creationId xmlns:a16="http://schemas.microsoft.com/office/drawing/2014/main" id="{DF63844C-E874-A655-D4CB-E64F0220ACB7}"/>
              </a:ext>
            </a:extLst>
          </p:cNvPr>
          <p:cNvSpPr/>
          <p:nvPr/>
        </p:nvSpPr>
        <p:spPr>
          <a:xfrm>
            <a:off x="8858250" y="5882580"/>
            <a:ext cx="2857500" cy="19050"/>
          </a:xfrm>
          <a:prstGeom prst="rect">
            <a:avLst/>
          </a:prstGeom>
          <a:solidFill>
            <a:srgbClr val="EE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latin typeface="SVN-Avo" panose="02040603050506020204"/>
            </a:endParaRPr>
          </a:p>
        </p:txBody>
      </p:sp>
    </p:spTree>
    <p:extLst>
      <p:ext uri="{BB962C8B-B14F-4D97-AF65-F5344CB8AC3E}">
        <p14:creationId xmlns:p14="http://schemas.microsoft.com/office/powerpoint/2010/main" val="3912017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77425-6AC8-568F-D64E-751FEEB413A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5DA909-B3D6-6802-7D58-0259D15AF234}"/>
              </a:ext>
            </a:extLst>
          </p:cNvPr>
          <p:cNvSpPr>
            <a:spLocks noGrp="1"/>
          </p:cNvSpPr>
          <p:nvPr>
            <p:ph type="sldNum" sz="quarter" idx="11"/>
          </p:nvPr>
        </p:nvSpPr>
        <p:spPr/>
        <p:txBody>
          <a:bodyPr anchor="ctr"/>
          <a:lstStyle/>
          <a:p>
            <a:pPr algn="ctr"/>
            <a:r>
              <a:rPr lang="en-US" sz="800" i="1">
                <a:solidFill>
                  <a:srgbClr val="243858"/>
                </a:solidFill>
                <a:latin typeface="SVN-Avo"/>
              </a:rPr>
              <a:t>9</a:t>
            </a:r>
          </a:p>
        </p:txBody>
      </p:sp>
      <p:sp>
        <p:nvSpPr>
          <p:cNvPr id="5" name="Title 4">
            <a:extLst>
              <a:ext uri="{FF2B5EF4-FFF2-40B4-BE49-F238E27FC236}">
                <a16:creationId xmlns:a16="http://schemas.microsoft.com/office/drawing/2014/main" id="{C3142D9C-849D-79ED-0C11-64F6D426A0C5}"/>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sz="2400" b="1">
                <a:solidFill>
                  <a:srgbClr val="355FAC"/>
                </a:solidFill>
                <a:latin typeface="SVN-Avo" panose="02040603050506020204"/>
              </a:rPr>
              <a:t>ƯU, NHƯỢC ĐIỂM CỦA APP DMS NỘI BỘ</a:t>
            </a:r>
            <a:endParaRPr lang="en-US">
              <a:latin typeface="SVN-Avo" panose="02040603050506020204"/>
            </a:endParaRPr>
          </a:p>
        </p:txBody>
      </p:sp>
      <p:pic>
        <p:nvPicPr>
          <p:cNvPr id="13" name="Picture 12" descr="image.png">
            <a:extLst>
              <a:ext uri="{FF2B5EF4-FFF2-40B4-BE49-F238E27FC236}">
                <a16:creationId xmlns:a16="http://schemas.microsoft.com/office/drawing/2014/main" id="{37C567E6-00B5-BE95-48B6-56EE5C34C39C}"/>
              </a:ext>
            </a:extLst>
          </p:cNvPr>
          <p:cNvPicPr>
            <a:picLocks noChangeAspect="1"/>
          </p:cNvPicPr>
          <p:nvPr/>
        </p:nvPicPr>
        <p:blipFill>
          <a:blip r:embed="rId3"/>
          <a:stretch>
            <a:fillRect/>
          </a:stretch>
        </p:blipFill>
        <p:spPr>
          <a:xfrm>
            <a:off x="713232" y="1033271"/>
            <a:ext cx="475488" cy="475488"/>
          </a:xfrm>
          <a:prstGeom prst="rect">
            <a:avLst/>
          </a:prstGeom>
        </p:spPr>
      </p:pic>
      <p:sp>
        <p:nvSpPr>
          <p:cNvPr id="15" name="TextBox 14">
            <a:extLst>
              <a:ext uri="{FF2B5EF4-FFF2-40B4-BE49-F238E27FC236}">
                <a16:creationId xmlns:a16="http://schemas.microsoft.com/office/drawing/2014/main" id="{A8F056CA-2204-ECA8-9A14-AC780D327E71}"/>
              </a:ext>
            </a:extLst>
          </p:cNvPr>
          <p:cNvSpPr txBox="1"/>
          <p:nvPr/>
        </p:nvSpPr>
        <p:spPr>
          <a:xfrm>
            <a:off x="1298448" y="1097280"/>
            <a:ext cx="4297680" cy="307777"/>
          </a:xfrm>
          <a:prstGeom prst="rect">
            <a:avLst/>
          </a:prstGeom>
          <a:noFill/>
        </p:spPr>
        <p:txBody>
          <a:bodyPr wrap="square" lIns="0" tIns="0" rIns="0" bIns="0" anchor="t">
            <a:spAutoFit/>
          </a:bodyPr>
          <a:lstStyle/>
          <a:p>
            <a:pPr algn="l"/>
            <a:r>
              <a:rPr lang="vi-VN" sz="2000" b="1" i="0" u="none" err="1">
                <a:solidFill>
                  <a:srgbClr val="10B75A"/>
                </a:solidFill>
                <a:latin typeface="SVN-Avo"/>
              </a:rPr>
              <a:t>ƯU ĐIỂM &amp; LỢI ÍCH</a:t>
            </a:r>
            <a:endParaRPr lang="vi-VN" sz="2400" b="1" i="0" u="none">
              <a:solidFill>
                <a:srgbClr val="00B050"/>
              </a:solidFill>
              <a:latin typeface="SVN-Avo"/>
            </a:endParaRPr>
          </a:p>
        </p:txBody>
      </p:sp>
      <p:sp>
        <p:nvSpPr>
          <p:cNvPr id="17" name="TextBox 16">
            <a:extLst>
              <a:ext uri="{FF2B5EF4-FFF2-40B4-BE49-F238E27FC236}">
                <a16:creationId xmlns:a16="http://schemas.microsoft.com/office/drawing/2014/main" id="{4C68DE05-385D-ECE5-524A-50A41E4B042E}"/>
              </a:ext>
            </a:extLst>
          </p:cNvPr>
          <p:cNvSpPr txBox="1"/>
          <p:nvPr/>
        </p:nvSpPr>
        <p:spPr>
          <a:xfrm>
            <a:off x="1024128" y="1874519"/>
            <a:ext cx="4617720" cy="698140"/>
          </a:xfrm>
          <a:prstGeom prst="rect">
            <a:avLst/>
          </a:prstGeom>
          <a:noFill/>
        </p:spPr>
        <p:txBody>
          <a:bodyPr wrap="square" lIns="0" tIns="0" rIns="0" bIns="0" anchor="t">
            <a:spAutoFit/>
          </a:bodyPr>
          <a:lstStyle/>
          <a:p>
            <a:pPr algn="l">
              <a:lnSpc>
                <a:spcPct val="95000"/>
              </a:lnSpc>
              <a:spcBef>
                <a:spcPts val="0"/>
              </a:spcBef>
              <a:spcAft>
                <a:spcPts val="200"/>
              </a:spcAft>
            </a:pPr>
            <a:r>
              <a:rPr lang="vi-VN" b="1" i="0" u="none" err="1">
                <a:solidFill>
                  <a:srgbClr val="10B75A"/>
                </a:solidFill>
                <a:latin typeface="SVN-Avo"/>
              </a:rPr>
              <a:t>Tự chủ dữ liệu &amp; lưu trữ</a:t>
            </a:r>
          </a:p>
          <a:p>
            <a:pPr algn="l">
              <a:lnSpc>
                <a:spcPct val="95000"/>
              </a:lnSpc>
              <a:spcBef>
                <a:spcPts val="0"/>
              </a:spcBef>
              <a:spcAft>
                <a:spcPts val="200"/>
              </a:spcAft>
            </a:pPr>
            <a:r>
              <a:rPr lang="vi-VN" sz="1400" b="0" i="0" u="none">
                <a:solidFill>
                  <a:srgbClr val="243858"/>
                </a:solidFill>
                <a:latin typeface="SVN-Avo"/>
              </a:rPr>
              <a:t>Lưu trữ trên hạ tầng VTHM One, giảm rủi ro mất hơn 100.000 ảnh tư liệu khi ngừng dịch vụ.</a:t>
            </a:r>
            <a:endParaRPr lang="vi-VN" sz="2400">
              <a:latin typeface="SVN-Avo"/>
            </a:endParaRPr>
          </a:p>
        </p:txBody>
      </p:sp>
      <p:sp>
        <p:nvSpPr>
          <p:cNvPr id="19" name="TextBox 18">
            <a:extLst>
              <a:ext uri="{FF2B5EF4-FFF2-40B4-BE49-F238E27FC236}">
                <a16:creationId xmlns:a16="http://schemas.microsoft.com/office/drawing/2014/main" id="{1641C8AD-4B06-605C-59E7-D55F31ED6091}"/>
              </a:ext>
            </a:extLst>
          </p:cNvPr>
          <p:cNvSpPr txBox="1"/>
          <p:nvPr/>
        </p:nvSpPr>
        <p:spPr>
          <a:xfrm>
            <a:off x="1024128" y="2999232"/>
            <a:ext cx="4617720" cy="493468"/>
          </a:xfrm>
          <a:prstGeom prst="rect">
            <a:avLst/>
          </a:prstGeom>
          <a:noFill/>
        </p:spPr>
        <p:txBody>
          <a:bodyPr wrap="square" lIns="0" tIns="0" rIns="0" bIns="0" anchor="t">
            <a:spAutoFit/>
          </a:bodyPr>
          <a:lstStyle/>
          <a:p>
            <a:pPr algn="l">
              <a:lnSpc>
                <a:spcPct val="95000"/>
              </a:lnSpc>
              <a:spcBef>
                <a:spcPts val="0"/>
              </a:spcBef>
              <a:spcAft>
                <a:spcPts val="200"/>
              </a:spcAft>
            </a:pPr>
            <a:r>
              <a:rPr lang="vi-VN" b="1">
                <a:solidFill>
                  <a:srgbClr val="10B75A"/>
                </a:solidFill>
                <a:latin typeface="SVN-Avo"/>
              </a:rPr>
              <a:t>Chi phí hợp lý</a:t>
            </a:r>
            <a:endParaRPr lang="vi-VN" sz="2400">
              <a:latin typeface="SVN-Avo"/>
            </a:endParaRPr>
          </a:p>
          <a:p>
            <a:pPr algn="l">
              <a:lnSpc>
                <a:spcPct val="95000"/>
              </a:lnSpc>
              <a:spcBef>
                <a:spcPts val="0"/>
              </a:spcBef>
              <a:spcAft>
                <a:spcPts val="200"/>
              </a:spcAft>
            </a:pPr>
            <a:r>
              <a:rPr lang="vi-VN" sz="1400" b="0">
                <a:solidFill>
                  <a:srgbClr val="243858"/>
                </a:solidFill>
                <a:latin typeface="SVN-Avo"/>
              </a:rPr>
              <a:t>Chi phí năm đầu thấp hơn phương án thuê bên thứ ba.</a:t>
            </a:r>
            <a:endParaRPr lang="vi-VN" sz="1600" b="0" i="0" u="none">
              <a:solidFill>
                <a:srgbClr val="475569"/>
              </a:solidFill>
              <a:latin typeface="SVN-Avo"/>
            </a:endParaRPr>
          </a:p>
        </p:txBody>
      </p:sp>
      <p:sp>
        <p:nvSpPr>
          <p:cNvPr id="21" name="TextBox 20">
            <a:extLst>
              <a:ext uri="{FF2B5EF4-FFF2-40B4-BE49-F238E27FC236}">
                <a16:creationId xmlns:a16="http://schemas.microsoft.com/office/drawing/2014/main" id="{814A0242-E16F-6342-BF35-DB2E4F22E7FC}"/>
              </a:ext>
            </a:extLst>
          </p:cNvPr>
          <p:cNvSpPr txBox="1"/>
          <p:nvPr/>
        </p:nvSpPr>
        <p:spPr>
          <a:xfrm>
            <a:off x="1024128" y="3685032"/>
            <a:ext cx="4617720" cy="698140"/>
          </a:xfrm>
          <a:prstGeom prst="rect">
            <a:avLst/>
          </a:prstGeom>
          <a:noFill/>
        </p:spPr>
        <p:txBody>
          <a:bodyPr wrap="square" lIns="0" tIns="0" rIns="0" bIns="0" anchor="t">
            <a:spAutoFit/>
          </a:bodyPr>
          <a:lstStyle/>
          <a:p>
            <a:pPr algn="l">
              <a:lnSpc>
                <a:spcPct val="95000"/>
              </a:lnSpc>
              <a:spcBef>
                <a:spcPts val="0"/>
              </a:spcBef>
              <a:spcAft>
                <a:spcPts val="200"/>
              </a:spcAft>
            </a:pPr>
            <a:r>
              <a:rPr lang="vi-VN" b="1" i="0" u="none">
                <a:solidFill>
                  <a:srgbClr val="10B75A"/>
                </a:solidFill>
                <a:latin typeface="SVN-Avo"/>
              </a:rPr>
              <a:t>Làm sạch dữ liệu báo cáo</a:t>
            </a:r>
          </a:p>
          <a:p>
            <a:pPr algn="l">
              <a:lnSpc>
                <a:spcPct val="95000"/>
              </a:lnSpc>
              <a:spcBef>
                <a:spcPts val="0"/>
              </a:spcBef>
              <a:spcAft>
                <a:spcPts val="200"/>
              </a:spcAft>
            </a:pPr>
            <a:r>
              <a:rPr lang="vi-VN" sz="1400" b="0" i="0" u="none" err="1">
                <a:solidFill>
                  <a:srgbClr val="243858"/>
                </a:solidFill>
                <a:latin typeface="SVN-Avo"/>
              </a:rPr>
              <a:t>Tách biệt luồng viếng thăm và khai báo vị trí, nâng cao độ chính xác của báo cáo độ phủ tuyến.</a:t>
            </a:r>
            <a:endParaRPr lang="vi-VN" sz="2400">
              <a:latin typeface="SVN-Avo"/>
            </a:endParaRPr>
          </a:p>
        </p:txBody>
      </p:sp>
      <p:sp>
        <p:nvSpPr>
          <p:cNvPr id="23" name="TextBox 22">
            <a:extLst>
              <a:ext uri="{FF2B5EF4-FFF2-40B4-BE49-F238E27FC236}">
                <a16:creationId xmlns:a16="http://schemas.microsoft.com/office/drawing/2014/main" id="{427A670B-F93A-1346-BF8D-3E309760E939}"/>
              </a:ext>
            </a:extLst>
          </p:cNvPr>
          <p:cNvSpPr txBox="1"/>
          <p:nvPr/>
        </p:nvSpPr>
        <p:spPr>
          <a:xfrm>
            <a:off x="1024128" y="4800600"/>
            <a:ext cx="4617720" cy="928459"/>
          </a:xfrm>
          <a:prstGeom prst="rect">
            <a:avLst/>
          </a:prstGeom>
          <a:noFill/>
        </p:spPr>
        <p:txBody>
          <a:bodyPr wrap="square" lIns="0" tIns="0" rIns="0" bIns="0" anchor="t">
            <a:spAutoFit/>
          </a:bodyPr>
          <a:lstStyle/>
          <a:p>
            <a:pPr algn="l">
              <a:lnSpc>
                <a:spcPct val="95000"/>
              </a:lnSpc>
              <a:spcBef>
                <a:spcPts val="0"/>
              </a:spcBef>
              <a:spcAft>
                <a:spcPts val="200"/>
              </a:spcAft>
            </a:pPr>
            <a:r>
              <a:rPr lang="vi-VN" b="1">
                <a:solidFill>
                  <a:srgbClr val="10B75A"/>
                </a:solidFill>
                <a:latin typeface="SVN-Avo"/>
              </a:rPr>
              <a:t>Khả năng tích hợp</a:t>
            </a:r>
          </a:p>
          <a:p>
            <a:pPr algn="l">
              <a:lnSpc>
                <a:spcPct val="95000"/>
              </a:lnSpc>
              <a:spcBef>
                <a:spcPts val="0"/>
              </a:spcBef>
              <a:spcAft>
                <a:spcPts val="200"/>
              </a:spcAft>
            </a:pPr>
            <a:r>
              <a:rPr lang="vi-VN" sz="1400" b="0">
                <a:solidFill>
                  <a:srgbClr val="243858"/>
                </a:solidFill>
                <a:latin typeface="SVN-Avo"/>
              </a:rPr>
              <a:t>Nhập liệu bằng giọng nói, giảm thời gian điền biểu mẫu.</a:t>
            </a:r>
            <a:endParaRPr lang="vi-VN" sz="2400">
              <a:latin typeface="SVN-Avo"/>
            </a:endParaRPr>
          </a:p>
          <a:p>
            <a:pPr algn="l">
              <a:lnSpc>
                <a:spcPct val="95000"/>
              </a:lnSpc>
              <a:spcBef>
                <a:spcPts val="0"/>
              </a:spcBef>
              <a:spcAft>
                <a:spcPts val="200"/>
              </a:spcAft>
            </a:pPr>
            <a:r>
              <a:rPr lang="vi-VN" sz="1400" b="0">
                <a:solidFill>
                  <a:srgbClr val="243858"/>
                </a:solidFill>
                <a:latin typeface="SVN-Avo"/>
              </a:rPr>
              <a:t>Có thể tích hợp AI để chấm điểm trưng bày và đánh giá nhận diện sản phẩm.</a:t>
            </a:r>
            <a:endParaRPr lang="vi-VN" sz="1600" b="0" i="0" u="none">
              <a:solidFill>
                <a:srgbClr val="475569"/>
              </a:solidFill>
              <a:latin typeface="SVN-Avo"/>
            </a:endParaRPr>
          </a:p>
        </p:txBody>
      </p:sp>
      <p:pic>
        <p:nvPicPr>
          <p:cNvPr id="25" name="Picture 24" descr="image.png">
            <a:extLst>
              <a:ext uri="{FF2B5EF4-FFF2-40B4-BE49-F238E27FC236}">
                <a16:creationId xmlns:a16="http://schemas.microsoft.com/office/drawing/2014/main" id="{0F101B21-0DDB-C23F-AAD0-61932D219DBE}"/>
              </a:ext>
            </a:extLst>
          </p:cNvPr>
          <p:cNvPicPr>
            <a:picLocks noChangeAspect="1"/>
          </p:cNvPicPr>
          <p:nvPr/>
        </p:nvPicPr>
        <p:blipFill>
          <a:blip r:embed="rId4"/>
          <a:stretch>
            <a:fillRect/>
          </a:stretch>
        </p:blipFill>
        <p:spPr>
          <a:xfrm>
            <a:off x="6355080" y="1033271"/>
            <a:ext cx="475488" cy="475488"/>
          </a:xfrm>
          <a:prstGeom prst="rect">
            <a:avLst/>
          </a:prstGeom>
        </p:spPr>
      </p:pic>
      <p:sp>
        <p:nvSpPr>
          <p:cNvPr id="27" name="TextBox 26">
            <a:extLst>
              <a:ext uri="{FF2B5EF4-FFF2-40B4-BE49-F238E27FC236}">
                <a16:creationId xmlns:a16="http://schemas.microsoft.com/office/drawing/2014/main" id="{0461B0BD-D9DE-6BDD-6959-6A02C0B22AAD}"/>
              </a:ext>
            </a:extLst>
          </p:cNvPr>
          <p:cNvSpPr txBox="1"/>
          <p:nvPr/>
        </p:nvSpPr>
        <p:spPr>
          <a:xfrm>
            <a:off x="6931152" y="1097280"/>
            <a:ext cx="4315968" cy="307777"/>
          </a:xfrm>
          <a:prstGeom prst="rect">
            <a:avLst/>
          </a:prstGeom>
          <a:noFill/>
        </p:spPr>
        <p:txBody>
          <a:bodyPr wrap="square" lIns="0" tIns="0" rIns="0" bIns="0" anchor="t">
            <a:spAutoFit/>
          </a:bodyPr>
          <a:lstStyle/>
          <a:p>
            <a:pPr algn="l"/>
            <a:r>
              <a:rPr lang="vi-VN" sz="2000" b="1" i="0" u="none" err="1">
                <a:solidFill>
                  <a:srgbClr val="355FAC"/>
                </a:solidFill>
                <a:latin typeface="SVN-Avo"/>
              </a:rPr>
              <a:t>NHƯỢC ĐIỂM &amp; ĐÁNH ĐỔI</a:t>
            </a:r>
            <a:endParaRPr lang="vi-VN" sz="2400" b="1" i="0" u="none">
              <a:solidFill>
                <a:srgbClr val="355FAC"/>
              </a:solidFill>
              <a:latin typeface="SVN-Avo"/>
            </a:endParaRPr>
          </a:p>
        </p:txBody>
      </p:sp>
      <p:sp>
        <p:nvSpPr>
          <p:cNvPr id="29" name="TextBox 28">
            <a:extLst>
              <a:ext uri="{FF2B5EF4-FFF2-40B4-BE49-F238E27FC236}">
                <a16:creationId xmlns:a16="http://schemas.microsoft.com/office/drawing/2014/main" id="{F080DD03-C443-D415-DA78-C155C13091DF}"/>
              </a:ext>
            </a:extLst>
          </p:cNvPr>
          <p:cNvSpPr txBox="1"/>
          <p:nvPr/>
        </p:nvSpPr>
        <p:spPr>
          <a:xfrm>
            <a:off x="6656832" y="1874519"/>
            <a:ext cx="4572000" cy="698140"/>
          </a:xfrm>
          <a:prstGeom prst="rect">
            <a:avLst/>
          </a:prstGeom>
          <a:noFill/>
        </p:spPr>
        <p:txBody>
          <a:bodyPr wrap="square" lIns="0" tIns="0" rIns="0" bIns="0" anchor="t">
            <a:spAutoFit/>
          </a:bodyPr>
          <a:lstStyle/>
          <a:p>
            <a:pPr algn="l">
              <a:lnSpc>
                <a:spcPct val="95000"/>
              </a:lnSpc>
              <a:spcBef>
                <a:spcPts val="0"/>
              </a:spcBef>
              <a:spcAft>
                <a:spcPts val="200"/>
              </a:spcAft>
            </a:pPr>
            <a:r>
              <a:rPr lang="vi-VN" b="1">
                <a:solidFill>
                  <a:srgbClr val="355FAC"/>
                </a:solidFill>
                <a:latin typeface="SVN-Avo"/>
              </a:rPr>
              <a:t>Chất lượng</a:t>
            </a:r>
            <a:endParaRPr lang="vi-VN" sz="2400">
              <a:latin typeface="SVN-Avo"/>
            </a:endParaRPr>
          </a:p>
          <a:p>
            <a:pPr algn="l">
              <a:lnSpc>
                <a:spcPct val="95000"/>
              </a:lnSpc>
              <a:spcBef>
                <a:spcPts val="0"/>
              </a:spcBef>
              <a:spcAft>
                <a:spcPts val="200"/>
              </a:spcAft>
            </a:pPr>
            <a:r>
              <a:rPr lang="vi-VN" sz="1400" b="0" i="0" u="none">
                <a:solidFill>
                  <a:srgbClr val="243858"/>
                </a:solidFill>
                <a:latin typeface="SVN-Avo"/>
              </a:rPr>
              <a:t>Phiên bản đầu có thể chưa ổn định và hoàn thiện như nền tảng chuyên nghiệp của bên thứ ba.</a:t>
            </a:r>
            <a:endParaRPr lang="vi-VN" sz="1600" b="0" i="0" u="none">
              <a:solidFill>
                <a:srgbClr val="475569"/>
              </a:solidFill>
              <a:latin typeface="SVN-Avo"/>
            </a:endParaRPr>
          </a:p>
        </p:txBody>
      </p:sp>
      <p:sp>
        <p:nvSpPr>
          <p:cNvPr id="31" name="TextBox 30">
            <a:extLst>
              <a:ext uri="{FF2B5EF4-FFF2-40B4-BE49-F238E27FC236}">
                <a16:creationId xmlns:a16="http://schemas.microsoft.com/office/drawing/2014/main" id="{25606168-B184-CECE-2D6D-54545652FBEB}"/>
              </a:ext>
            </a:extLst>
          </p:cNvPr>
          <p:cNvSpPr txBox="1"/>
          <p:nvPr/>
        </p:nvSpPr>
        <p:spPr>
          <a:xfrm>
            <a:off x="6656832" y="3017520"/>
            <a:ext cx="4572000" cy="698140"/>
          </a:xfrm>
          <a:prstGeom prst="rect">
            <a:avLst/>
          </a:prstGeom>
          <a:noFill/>
        </p:spPr>
        <p:txBody>
          <a:bodyPr wrap="square" lIns="0" tIns="0" rIns="0" bIns="0" anchor="t">
            <a:spAutoFit/>
          </a:bodyPr>
          <a:lstStyle/>
          <a:p>
            <a:pPr algn="l">
              <a:lnSpc>
                <a:spcPct val="95000"/>
              </a:lnSpc>
              <a:spcBef>
                <a:spcPts val="0"/>
              </a:spcBef>
              <a:spcAft>
                <a:spcPts val="200"/>
              </a:spcAft>
            </a:pPr>
            <a:r>
              <a:rPr lang="vi-VN" b="1" i="0" u="none">
                <a:solidFill>
                  <a:srgbClr val="355FAC"/>
                </a:solidFill>
                <a:latin typeface="SVN-Avo"/>
              </a:rPr>
              <a:t>Nguồn lực</a:t>
            </a:r>
            <a:endParaRPr lang="vi-VN" sz="2400">
              <a:latin typeface="SVN-Avo"/>
            </a:endParaRPr>
          </a:p>
          <a:p>
            <a:pPr algn="l">
              <a:lnSpc>
                <a:spcPct val="95000"/>
              </a:lnSpc>
              <a:spcBef>
                <a:spcPts val="0"/>
              </a:spcBef>
              <a:spcAft>
                <a:spcPts val="200"/>
              </a:spcAft>
            </a:pPr>
            <a:r>
              <a:rPr lang="vi-VN" sz="1400" b="0">
                <a:solidFill>
                  <a:srgbClr val="243858"/>
                </a:solidFill>
                <a:latin typeface="SVN-Avo"/>
              </a:rPr>
              <a:t>Cần thời gian triển khai, thử nghiệm và nguồn lực nhân sự nội bộ.</a:t>
            </a:r>
            <a:endParaRPr lang="vi-VN" sz="1600" b="0" i="0" u="none">
              <a:solidFill>
                <a:srgbClr val="475569"/>
              </a:solidFill>
              <a:latin typeface="SVN-Avo"/>
            </a:endParaRPr>
          </a:p>
        </p:txBody>
      </p:sp>
      <p:pic>
        <p:nvPicPr>
          <p:cNvPr id="37" name="Picture 36" descr="image.png">
            <a:extLst>
              <a:ext uri="{FF2B5EF4-FFF2-40B4-BE49-F238E27FC236}">
                <a16:creationId xmlns:a16="http://schemas.microsoft.com/office/drawing/2014/main" id="{FDBC3946-E386-F6BA-CCCA-281309259A8B}"/>
              </a:ext>
            </a:extLst>
          </p:cNvPr>
          <p:cNvPicPr>
            <a:picLocks noChangeAspect="1"/>
          </p:cNvPicPr>
          <p:nvPr/>
        </p:nvPicPr>
        <p:blipFill>
          <a:blip r:embed="rId5"/>
          <a:stretch>
            <a:fillRect/>
          </a:stretch>
        </p:blipFill>
        <p:spPr>
          <a:xfrm>
            <a:off x="822960" y="1148458"/>
            <a:ext cx="270660" cy="234572"/>
          </a:xfrm>
          <a:prstGeom prst="rect">
            <a:avLst/>
          </a:prstGeom>
        </p:spPr>
      </p:pic>
      <p:pic>
        <p:nvPicPr>
          <p:cNvPr id="39" name="Picture 38" descr="image.png">
            <a:extLst>
              <a:ext uri="{FF2B5EF4-FFF2-40B4-BE49-F238E27FC236}">
                <a16:creationId xmlns:a16="http://schemas.microsoft.com/office/drawing/2014/main" id="{C8DB495A-DA4F-4349-5C4B-F75344552198}"/>
              </a:ext>
            </a:extLst>
          </p:cNvPr>
          <p:cNvPicPr>
            <a:picLocks noChangeAspect="1"/>
          </p:cNvPicPr>
          <p:nvPr/>
        </p:nvPicPr>
        <p:blipFill>
          <a:blip r:embed="rId6"/>
          <a:stretch>
            <a:fillRect/>
          </a:stretch>
        </p:blipFill>
        <p:spPr>
          <a:xfrm>
            <a:off x="694944" y="1920240"/>
            <a:ext cx="210312" cy="219456"/>
          </a:xfrm>
          <a:prstGeom prst="rect">
            <a:avLst/>
          </a:prstGeom>
        </p:spPr>
      </p:pic>
      <p:pic>
        <p:nvPicPr>
          <p:cNvPr id="41" name="Picture 40" descr="image.png">
            <a:extLst>
              <a:ext uri="{FF2B5EF4-FFF2-40B4-BE49-F238E27FC236}">
                <a16:creationId xmlns:a16="http://schemas.microsoft.com/office/drawing/2014/main" id="{0A8C6CC7-06BA-EEBC-61C9-145313A58911}"/>
              </a:ext>
            </a:extLst>
          </p:cNvPr>
          <p:cNvPicPr>
            <a:picLocks noChangeAspect="1"/>
          </p:cNvPicPr>
          <p:nvPr/>
        </p:nvPicPr>
        <p:blipFill>
          <a:blip r:embed="rId6"/>
          <a:stretch>
            <a:fillRect/>
          </a:stretch>
        </p:blipFill>
        <p:spPr>
          <a:xfrm>
            <a:off x="694944" y="3044952"/>
            <a:ext cx="210312" cy="219456"/>
          </a:xfrm>
          <a:prstGeom prst="rect">
            <a:avLst/>
          </a:prstGeom>
        </p:spPr>
      </p:pic>
      <p:pic>
        <p:nvPicPr>
          <p:cNvPr id="43" name="Picture 42" descr="image.png">
            <a:extLst>
              <a:ext uri="{FF2B5EF4-FFF2-40B4-BE49-F238E27FC236}">
                <a16:creationId xmlns:a16="http://schemas.microsoft.com/office/drawing/2014/main" id="{DAEDB47E-D4EA-0AA5-00F3-E6B9FD6330D9}"/>
              </a:ext>
            </a:extLst>
          </p:cNvPr>
          <p:cNvPicPr>
            <a:picLocks noChangeAspect="1"/>
          </p:cNvPicPr>
          <p:nvPr/>
        </p:nvPicPr>
        <p:blipFill>
          <a:blip r:embed="rId6"/>
          <a:stretch>
            <a:fillRect/>
          </a:stretch>
        </p:blipFill>
        <p:spPr>
          <a:xfrm>
            <a:off x="694944" y="3730752"/>
            <a:ext cx="210312" cy="219456"/>
          </a:xfrm>
          <a:prstGeom prst="rect">
            <a:avLst/>
          </a:prstGeom>
        </p:spPr>
      </p:pic>
      <p:pic>
        <p:nvPicPr>
          <p:cNvPr id="45" name="Picture 44" descr="image.png">
            <a:extLst>
              <a:ext uri="{FF2B5EF4-FFF2-40B4-BE49-F238E27FC236}">
                <a16:creationId xmlns:a16="http://schemas.microsoft.com/office/drawing/2014/main" id="{2FCF9C01-F362-C537-48F0-AC2E8C0E8656}"/>
              </a:ext>
            </a:extLst>
          </p:cNvPr>
          <p:cNvPicPr>
            <a:picLocks noChangeAspect="1"/>
          </p:cNvPicPr>
          <p:nvPr/>
        </p:nvPicPr>
        <p:blipFill>
          <a:blip r:embed="rId6"/>
          <a:stretch>
            <a:fillRect/>
          </a:stretch>
        </p:blipFill>
        <p:spPr>
          <a:xfrm>
            <a:off x="694944" y="4846320"/>
            <a:ext cx="210312" cy="219456"/>
          </a:xfrm>
          <a:prstGeom prst="rect">
            <a:avLst/>
          </a:prstGeom>
        </p:spPr>
      </p:pic>
      <p:pic>
        <p:nvPicPr>
          <p:cNvPr id="47" name="Picture 46" descr="image.png">
            <a:extLst>
              <a:ext uri="{FF2B5EF4-FFF2-40B4-BE49-F238E27FC236}">
                <a16:creationId xmlns:a16="http://schemas.microsoft.com/office/drawing/2014/main" id="{921E5F84-AC48-8705-163E-014B754A4C27}"/>
              </a:ext>
            </a:extLst>
          </p:cNvPr>
          <p:cNvPicPr>
            <a:picLocks noChangeAspect="1"/>
          </p:cNvPicPr>
          <p:nvPr/>
        </p:nvPicPr>
        <p:blipFill>
          <a:blip r:embed="rId7"/>
          <a:stretch>
            <a:fillRect/>
          </a:stretch>
        </p:blipFill>
        <p:spPr>
          <a:xfrm>
            <a:off x="6438827" y="1176547"/>
            <a:ext cx="307993" cy="235524"/>
          </a:xfrm>
          <a:prstGeom prst="rect">
            <a:avLst/>
          </a:prstGeom>
        </p:spPr>
      </p:pic>
      <p:pic>
        <p:nvPicPr>
          <p:cNvPr id="49" name="Picture 48" descr="image.png">
            <a:extLst>
              <a:ext uri="{FF2B5EF4-FFF2-40B4-BE49-F238E27FC236}">
                <a16:creationId xmlns:a16="http://schemas.microsoft.com/office/drawing/2014/main" id="{1339E3C9-ED77-6552-CD98-B2046A5DF7AB}"/>
              </a:ext>
            </a:extLst>
          </p:cNvPr>
          <p:cNvPicPr>
            <a:picLocks noChangeAspect="1"/>
          </p:cNvPicPr>
          <p:nvPr/>
        </p:nvPicPr>
        <p:blipFill>
          <a:blip r:embed="rId8"/>
          <a:stretch>
            <a:fillRect/>
          </a:stretch>
        </p:blipFill>
        <p:spPr>
          <a:xfrm>
            <a:off x="6327648" y="1920240"/>
            <a:ext cx="210312" cy="219456"/>
          </a:xfrm>
          <a:prstGeom prst="rect">
            <a:avLst/>
          </a:prstGeom>
        </p:spPr>
      </p:pic>
      <p:pic>
        <p:nvPicPr>
          <p:cNvPr id="51" name="Picture 50" descr="image.png">
            <a:extLst>
              <a:ext uri="{FF2B5EF4-FFF2-40B4-BE49-F238E27FC236}">
                <a16:creationId xmlns:a16="http://schemas.microsoft.com/office/drawing/2014/main" id="{4E56CA35-5618-5BD8-599D-F41027B18985}"/>
              </a:ext>
            </a:extLst>
          </p:cNvPr>
          <p:cNvPicPr>
            <a:picLocks noChangeAspect="1"/>
          </p:cNvPicPr>
          <p:nvPr/>
        </p:nvPicPr>
        <p:blipFill>
          <a:blip r:embed="rId8"/>
          <a:stretch>
            <a:fillRect/>
          </a:stretch>
        </p:blipFill>
        <p:spPr>
          <a:xfrm>
            <a:off x="6327648" y="3063240"/>
            <a:ext cx="210312" cy="219456"/>
          </a:xfrm>
          <a:prstGeom prst="rect">
            <a:avLst/>
          </a:prstGeom>
        </p:spPr>
      </p:pic>
      <p:sp>
        <p:nvSpPr>
          <p:cNvPr id="52" name="Polish internal app benefit rule"/>
          <p:cNvSpPr/>
          <p:nvPr/>
        </p:nvSpPr>
        <p:spPr>
          <a:xfrm>
            <a:off x="713232" y="1618488"/>
            <a:ext cx="4910328" cy="32004"/>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53" name="Polish internal app tradeoff rule"/>
          <p:cNvSpPr/>
          <p:nvPr/>
        </p:nvSpPr>
        <p:spPr>
          <a:xfrm>
            <a:off x="6355080" y="1618488"/>
            <a:ext cx="4910328" cy="32004"/>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54" name="Polish internal app divider"/>
          <p:cNvSpPr/>
          <p:nvPr/>
        </p:nvSpPr>
        <p:spPr>
          <a:xfrm>
            <a:off x="6071616" y="1005840"/>
            <a:ext cx="13716" cy="51663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085075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73A13F1-B437-489C-B4AE-9A908EB15A36}"/>
              </a:ext>
            </a:extLst>
          </p:cNvPr>
          <p:cNvSpPr>
            <a:spLocks noGrp="1"/>
          </p:cNvSpPr>
          <p:nvPr>
            <p:ph type="ctrTitle"/>
          </p:nvPr>
        </p:nvSpPr>
        <p:spPr>
          <a:xfrm>
            <a:off x="658368" y="2240280"/>
            <a:ext cx="6629400" cy="731520"/>
          </a:xfrm>
        </p:spPr>
        <p:txBody>
          <a:bodyPr lIns="0" rIns="0" anchor="ctr">
            <a:normAutofit/>
          </a:bodyPr>
          <a:lstStyle/>
          <a:p>
            <a:pPr algn="l"/>
            <a:r>
              <a:rPr lang="vi-VN" sz="2700" b="1">
                <a:solidFill>
                  <a:srgbClr val="355FAC"/>
                </a:solidFill>
                <a:latin typeface="SVN-Avo"/>
              </a:rPr>
              <a:t>PHƯƠNG ÁN TRIỂN KHAI GIAI ĐOẠN 1</a:t>
            </a:r>
          </a:p>
        </p:txBody>
      </p:sp>
      <p:sp>
        <p:nvSpPr>
          <p:cNvPr id="3" name="Polish section 02 subtitle"/>
          <p:cNvSpPr txBox="1"/>
          <p:nvPr/>
        </p:nvSpPr>
        <p:spPr>
          <a:xfrm>
            <a:off x="658368" y="3072384"/>
            <a:ext cx="6035040" cy="307777"/>
          </a:xfrm>
          <a:prstGeom prst="rect">
            <a:avLst/>
          </a:prstGeom>
          <a:noFill/>
        </p:spPr>
        <p:txBody>
          <a:bodyPr wrap="square" lIns="0" tIns="0" rIns="0" bIns="0" anchor="t">
            <a:spAutoFit/>
          </a:bodyPr>
          <a:lstStyle/>
          <a:p>
            <a:pPr algn="l"/>
            <a:r>
              <a:rPr sz="2000" b="0" dirty="0" err="1">
                <a:solidFill>
                  <a:srgbClr val="243858"/>
                </a:solidFill>
                <a:latin typeface="SVN-Avo"/>
              </a:rPr>
              <a:t>Tổ</a:t>
            </a:r>
            <a:r>
              <a:rPr sz="2000" b="0" dirty="0">
                <a:solidFill>
                  <a:srgbClr val="243858"/>
                </a:solidFill>
                <a:latin typeface="SVN-Avo"/>
              </a:rPr>
              <a:t> </a:t>
            </a:r>
            <a:r>
              <a:rPr sz="2000" b="0" dirty="0" err="1">
                <a:solidFill>
                  <a:srgbClr val="243858"/>
                </a:solidFill>
                <a:latin typeface="SVN-Avo"/>
              </a:rPr>
              <a:t>chức</a:t>
            </a:r>
            <a:r>
              <a:rPr sz="2000" b="0" dirty="0">
                <a:solidFill>
                  <a:srgbClr val="243858"/>
                </a:solidFill>
                <a:latin typeface="SVN-Avo"/>
              </a:rPr>
              <a:t> </a:t>
            </a:r>
            <a:r>
              <a:rPr lang="en-US" sz="2000" b="0" dirty="0" err="1">
                <a:solidFill>
                  <a:srgbClr val="243858"/>
                </a:solidFill>
                <a:latin typeface="SVN-Avo"/>
              </a:rPr>
              <a:t>triển</a:t>
            </a:r>
            <a:r>
              <a:rPr lang="en-US" sz="2000" b="0" dirty="0">
                <a:solidFill>
                  <a:srgbClr val="243858"/>
                </a:solidFill>
                <a:latin typeface="SVN-Avo"/>
              </a:rPr>
              <a:t> </a:t>
            </a:r>
            <a:r>
              <a:rPr lang="en-US" sz="2000" b="0" dirty="0" err="1">
                <a:solidFill>
                  <a:srgbClr val="243858"/>
                </a:solidFill>
                <a:latin typeface="SVN-Avo"/>
              </a:rPr>
              <a:t>khai</a:t>
            </a:r>
            <a:r>
              <a:rPr lang="en-US" sz="2000" b="0" dirty="0">
                <a:solidFill>
                  <a:srgbClr val="243858"/>
                </a:solidFill>
                <a:latin typeface="SVN-Avo"/>
              </a:rPr>
              <a:t> &amp; </a:t>
            </a:r>
            <a:r>
              <a:rPr lang="en-US" sz="2000" b="0" dirty="0" err="1">
                <a:solidFill>
                  <a:srgbClr val="243858"/>
                </a:solidFill>
                <a:latin typeface="SVN-Avo"/>
              </a:rPr>
              <a:t>xây</a:t>
            </a:r>
            <a:r>
              <a:rPr lang="en-US" sz="2000" b="0" dirty="0">
                <a:solidFill>
                  <a:srgbClr val="243858"/>
                </a:solidFill>
                <a:latin typeface="SVN-Avo"/>
              </a:rPr>
              <a:t> </a:t>
            </a:r>
            <a:r>
              <a:rPr sz="2000" b="0" dirty="0" err="1">
                <a:solidFill>
                  <a:srgbClr val="243858"/>
                </a:solidFill>
                <a:latin typeface="SVN-Avo"/>
              </a:rPr>
              <a:t>dựng</a:t>
            </a:r>
            <a:r>
              <a:rPr lang="vi-VN" sz="2000" b="0" dirty="0">
                <a:solidFill>
                  <a:srgbClr val="243858"/>
                </a:solidFill>
                <a:latin typeface="SVN-Avo"/>
              </a:rPr>
              <a:t> bản</a:t>
            </a:r>
            <a:r>
              <a:rPr sz="2000" b="0" dirty="0">
                <a:solidFill>
                  <a:srgbClr val="243858"/>
                </a:solidFill>
                <a:latin typeface="SVN-Avo"/>
              </a:rPr>
              <a:t> MVP</a:t>
            </a:r>
          </a:p>
        </p:txBody>
      </p:sp>
      <p:sp>
        <p:nvSpPr>
          <p:cNvPr id="4" name="Polish section number 02"/>
          <p:cNvSpPr txBox="1"/>
          <p:nvPr/>
        </p:nvSpPr>
        <p:spPr>
          <a:xfrm>
            <a:off x="658368" y="1188720"/>
            <a:ext cx="1097280" cy="640080"/>
          </a:xfrm>
          <a:prstGeom prst="rect">
            <a:avLst/>
          </a:prstGeom>
          <a:noFill/>
        </p:spPr>
        <p:txBody>
          <a:bodyPr wrap="square" lIns="0" tIns="0" rIns="0" bIns="0" anchor="t">
            <a:spAutoFit/>
          </a:bodyPr>
          <a:lstStyle/>
          <a:p>
            <a:pPr algn="l"/>
            <a:r>
              <a:rPr sz="4000" b="1">
                <a:solidFill>
                  <a:srgbClr val="10B75A"/>
                </a:solidFill>
                <a:latin typeface="SVN-Avo"/>
              </a:rPr>
              <a:t>02</a:t>
            </a:r>
          </a:p>
        </p:txBody>
      </p:sp>
      <p:sp>
        <p:nvSpPr>
          <p:cNvPr id="5" name="Polish section rule 02"/>
          <p:cNvSpPr/>
          <p:nvPr/>
        </p:nvSpPr>
        <p:spPr>
          <a:xfrm>
            <a:off x="676656" y="1993392"/>
            <a:ext cx="1060704" cy="41148"/>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2772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32E80E-6BBA-DA46-ABC6-5ABB1FEC8D72}"/>
              </a:ext>
            </a:extLst>
          </p:cNvPr>
          <p:cNvSpPr>
            <a:spLocks noGrp="1"/>
          </p:cNvSpPr>
          <p:nvPr>
            <p:ph type="sldNum" sz="quarter" idx="11"/>
          </p:nvPr>
        </p:nvSpPr>
        <p:spPr/>
        <p:txBody>
          <a:bodyPr anchor="ctr"/>
          <a:lstStyle/>
          <a:p>
            <a:pPr algn="ctr"/>
            <a:r>
              <a:rPr lang="en-US" sz="800" i="1">
                <a:solidFill>
                  <a:srgbClr val="243858"/>
                </a:solidFill>
                <a:latin typeface="SVN-Avo"/>
              </a:rPr>
              <a:t>11</a:t>
            </a:r>
          </a:p>
        </p:txBody>
      </p:sp>
      <p:sp>
        <p:nvSpPr>
          <p:cNvPr id="6" name="Title 5">
            <a:extLst>
              <a:ext uri="{FF2B5EF4-FFF2-40B4-BE49-F238E27FC236}">
                <a16:creationId xmlns:a16="http://schemas.microsoft.com/office/drawing/2014/main" id="{09CEB028-690D-354D-805A-53BF27CACE4B}"/>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en-US" sz="2400" b="1">
                <a:solidFill>
                  <a:srgbClr val="355FAC"/>
                </a:solidFill>
                <a:latin typeface="SVN-Avo"/>
              </a:rPr>
              <a:t>LỘ TRÌNH TRIỂN KHAI</a:t>
            </a:r>
            <a:endParaRPr lang="en-VN">
              <a:latin typeface="SVN-Avo"/>
            </a:endParaRPr>
          </a:p>
        </p:txBody>
      </p:sp>
      <p:pic>
        <p:nvPicPr>
          <p:cNvPr id="9" name="Picture 8">
            <a:extLst>
              <a:ext uri="{FF2B5EF4-FFF2-40B4-BE49-F238E27FC236}">
                <a16:creationId xmlns:a16="http://schemas.microsoft.com/office/drawing/2014/main" id="{CB942165-9386-4571-AEBC-989F7461716A}"/>
              </a:ext>
            </a:extLst>
          </p:cNvPr>
          <p:cNvPicPr>
            <a:picLocks noChangeAspect="1"/>
          </p:cNvPicPr>
          <p:nvPr/>
        </p:nvPicPr>
        <p:blipFill rotWithShape="1">
          <a:blip r:embed="rId3">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
        <p:nvSpPr>
          <p:cNvPr id="10" name="Polish timeline accent"/>
          <p:cNvSpPr/>
          <p:nvPr/>
        </p:nvSpPr>
        <p:spPr>
          <a:xfrm>
            <a:off x="475488" y="932688"/>
            <a:ext cx="41148" cy="5074920"/>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E686B25B-F1AD-34D5-CA5A-791917FCF87E}"/>
              </a:ext>
            </a:extLst>
          </p:cNvPr>
          <p:cNvPicPr>
            <a:picLocks noChangeAspect="1"/>
          </p:cNvPicPr>
          <p:nvPr/>
        </p:nvPicPr>
        <p:blipFill>
          <a:blip r:embed="rId4"/>
          <a:stretch>
            <a:fillRect/>
          </a:stretch>
        </p:blipFill>
        <p:spPr>
          <a:xfrm>
            <a:off x="665745" y="800897"/>
            <a:ext cx="11050635" cy="5206711"/>
          </a:xfrm>
          <a:prstGeom prst="rect">
            <a:avLst/>
          </a:prstGeom>
        </p:spPr>
      </p:pic>
    </p:spTree>
    <p:extLst>
      <p:ext uri="{BB962C8B-B14F-4D97-AF65-F5344CB8AC3E}">
        <p14:creationId xmlns:p14="http://schemas.microsoft.com/office/powerpoint/2010/main" val="844069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67DE9-77A2-5447-5BF9-6B784D03E7F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4479D1-D39E-A595-B864-0E00038A8313}"/>
              </a:ext>
            </a:extLst>
          </p:cNvPr>
          <p:cNvSpPr>
            <a:spLocks noGrp="1"/>
          </p:cNvSpPr>
          <p:nvPr>
            <p:ph type="sldNum" sz="quarter" idx="11"/>
          </p:nvPr>
        </p:nvSpPr>
        <p:spPr/>
        <p:txBody>
          <a:bodyPr anchor="ctr"/>
          <a:lstStyle/>
          <a:p>
            <a:pPr algn="ctr"/>
            <a:r>
              <a:rPr lang="en-US" sz="800" i="1">
                <a:solidFill>
                  <a:srgbClr val="243858"/>
                </a:solidFill>
                <a:latin typeface="SVN-Avo"/>
              </a:rPr>
              <a:t>12</a:t>
            </a:r>
          </a:p>
        </p:txBody>
      </p:sp>
      <p:sp>
        <p:nvSpPr>
          <p:cNvPr id="6" name="Title 5">
            <a:extLst>
              <a:ext uri="{FF2B5EF4-FFF2-40B4-BE49-F238E27FC236}">
                <a16:creationId xmlns:a16="http://schemas.microsoft.com/office/drawing/2014/main" id="{07E0FD3A-77A1-2AFD-50E7-7A954168F795}"/>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sz="2400" b="1">
                <a:solidFill>
                  <a:srgbClr val="355FAC"/>
                </a:solidFill>
                <a:latin typeface="SVN-Avo"/>
              </a:rPr>
              <a:t>SO SÁNH TỔNG THỂ DỊCH VỤ BẢN ĐỒ</a:t>
            </a:r>
            <a:endParaRPr lang="en-VN">
              <a:latin typeface="SVN-Avo"/>
            </a:endParaRPr>
          </a:p>
        </p:txBody>
      </p:sp>
      <p:pic>
        <p:nvPicPr>
          <p:cNvPr id="9" name="Picture 8">
            <a:extLst>
              <a:ext uri="{FF2B5EF4-FFF2-40B4-BE49-F238E27FC236}">
                <a16:creationId xmlns:a16="http://schemas.microsoft.com/office/drawing/2014/main" id="{3105A937-003C-EAD9-E4DC-101E17CF7764}"/>
              </a:ext>
            </a:extLst>
          </p:cNvPr>
          <p:cNvPicPr>
            <a:picLocks noChangeAspect="1"/>
          </p:cNvPicPr>
          <p:nvPr/>
        </p:nvPicPr>
        <p:blipFill rotWithShape="1">
          <a:blip r:embed="rId3">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
        <p:nvSpPr>
          <p:cNvPr id="5" name="TextBox 4">
            <a:extLst>
              <a:ext uri="{FF2B5EF4-FFF2-40B4-BE49-F238E27FC236}">
                <a16:creationId xmlns:a16="http://schemas.microsoft.com/office/drawing/2014/main" id="{78A0C796-EBE5-8AAB-2BEA-AA9F3C3677E3}"/>
              </a:ext>
            </a:extLst>
          </p:cNvPr>
          <p:cNvSpPr txBox="1"/>
          <p:nvPr/>
        </p:nvSpPr>
        <p:spPr>
          <a:xfrm>
            <a:off x="658368" y="768850"/>
            <a:ext cx="3468898" cy="461665"/>
          </a:xfrm>
          <a:prstGeom prst="rect">
            <a:avLst/>
          </a:prstGeom>
          <a:noFill/>
        </p:spPr>
        <p:txBody>
          <a:bodyPr wrap="none" rtlCol="0">
            <a:spAutoFit/>
          </a:bodyPr>
          <a:lstStyle/>
          <a:p>
            <a:pPr>
              <a:spcAft>
                <a:spcPts val="0"/>
              </a:spcAft>
            </a:pPr>
            <a:r>
              <a:rPr lang="vi-VN" sz="2400">
                <a:solidFill>
                  <a:srgbClr val="355FAC"/>
                </a:solidFill>
                <a:latin typeface="SVN-Avo" panose="02040603050506020204"/>
              </a:rPr>
              <a:t>Chi phí trên 1000 requests</a:t>
            </a:r>
            <a:endParaRPr lang="en-US" sz="2400">
              <a:solidFill>
                <a:srgbClr val="355FAC"/>
              </a:solidFill>
              <a:latin typeface="SVN-Avo" panose="02040603050506020204"/>
            </a:endParaRPr>
          </a:p>
        </p:txBody>
      </p:sp>
      <p:sp>
        <p:nvSpPr>
          <p:cNvPr id="10" name="Rectangle 9">
            <a:extLst>
              <a:ext uri="{FF2B5EF4-FFF2-40B4-BE49-F238E27FC236}">
                <a16:creationId xmlns:a16="http://schemas.microsoft.com/office/drawing/2014/main" id="{EA2DD0DF-1C77-2C10-E5D4-CA4C964827CF}"/>
              </a:ext>
            </a:extLst>
          </p:cNvPr>
          <p:cNvSpPr/>
          <p:nvPr/>
        </p:nvSpPr>
        <p:spPr>
          <a:xfrm flipV="1">
            <a:off x="640080" y="1239878"/>
            <a:ext cx="10835640" cy="18288"/>
          </a:xfrm>
          <a:prstGeom prst="rect">
            <a:avLst/>
          </a:prstGeom>
          <a:solidFill>
            <a:srgbClr val="2A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latin typeface="SVN-Avo" panose="02040603050506020204"/>
            </a:endParaRPr>
          </a:p>
        </p:txBody>
      </p:sp>
      <p:sp>
        <p:nvSpPr>
          <p:cNvPr id="12" name="TextBox 11"/>
          <p:cNvSpPr txBox="1"/>
          <p:nvPr/>
        </p:nvSpPr>
        <p:spPr>
          <a:xfrm>
            <a:off x="749808" y="1645920"/>
            <a:ext cx="4709160" cy="307777"/>
          </a:xfrm>
          <a:prstGeom prst="rect">
            <a:avLst/>
          </a:prstGeom>
          <a:noFill/>
        </p:spPr>
        <p:txBody>
          <a:bodyPr wrap="square" lIns="0" tIns="0" rIns="0" bIns="0" anchor="t">
            <a:spAutoFit/>
          </a:bodyPr>
          <a:lstStyle/>
          <a:p>
            <a:pPr algn="l">
              <a:spcBef>
                <a:spcPts val="0"/>
              </a:spcBef>
              <a:spcAft>
                <a:spcPts val="0"/>
              </a:spcAft>
            </a:pPr>
            <a:r>
              <a:rPr sz="2000" b="1">
                <a:solidFill>
                  <a:srgbClr val="355FAC"/>
                </a:solidFill>
                <a:latin typeface="SVN-Avo"/>
              </a:rPr>
              <a:t>GOONG MAP</a:t>
            </a:r>
          </a:p>
        </p:txBody>
      </p:sp>
      <p:sp>
        <p:nvSpPr>
          <p:cNvPr id="13" name="TextBox 12"/>
          <p:cNvSpPr txBox="1"/>
          <p:nvPr/>
        </p:nvSpPr>
        <p:spPr>
          <a:xfrm>
            <a:off x="6556248" y="1645920"/>
            <a:ext cx="4709160" cy="307777"/>
          </a:xfrm>
          <a:prstGeom prst="rect">
            <a:avLst/>
          </a:prstGeom>
          <a:noFill/>
        </p:spPr>
        <p:txBody>
          <a:bodyPr wrap="square" lIns="0" tIns="0" rIns="0" bIns="0" anchor="t">
            <a:spAutoFit/>
          </a:bodyPr>
          <a:lstStyle/>
          <a:p>
            <a:pPr algn="l">
              <a:spcBef>
                <a:spcPts val="0"/>
              </a:spcBef>
              <a:spcAft>
                <a:spcPts val="0"/>
              </a:spcAft>
            </a:pPr>
            <a:r>
              <a:rPr sz="2000" b="1">
                <a:solidFill>
                  <a:srgbClr val="355FAC"/>
                </a:solidFill>
                <a:latin typeface="SVN-Avo"/>
              </a:rPr>
              <a:t>GOOGLE MAPS</a:t>
            </a:r>
          </a:p>
        </p:txBody>
      </p:sp>
      <p:sp>
        <p:nvSpPr>
          <p:cNvPr id="14" name="TextBox 13"/>
          <p:cNvSpPr txBox="1"/>
          <p:nvPr/>
        </p:nvSpPr>
        <p:spPr>
          <a:xfrm>
            <a:off x="749808" y="1819431"/>
            <a:ext cx="2788920" cy="677108"/>
          </a:xfrm>
          <a:prstGeom prst="rect">
            <a:avLst/>
          </a:prstGeom>
          <a:noFill/>
        </p:spPr>
        <p:txBody>
          <a:bodyPr wrap="square" lIns="0" tIns="0" rIns="0" bIns="0" anchor="ctr">
            <a:spAutoFit/>
          </a:bodyPr>
          <a:lstStyle/>
          <a:p>
            <a:pPr algn="l">
              <a:spcBef>
                <a:spcPts val="0"/>
              </a:spcBef>
              <a:spcAft>
                <a:spcPts val="0"/>
              </a:spcAft>
            </a:pPr>
            <a:r>
              <a:rPr sz="4400" b="1">
                <a:solidFill>
                  <a:srgbClr val="18A85B"/>
                </a:solidFill>
                <a:latin typeface="SVN-Avo"/>
              </a:rPr>
              <a:t>$19.40</a:t>
            </a:r>
          </a:p>
        </p:txBody>
      </p:sp>
      <p:sp>
        <p:nvSpPr>
          <p:cNvPr id="15" name="TextBox 14"/>
          <p:cNvSpPr txBox="1"/>
          <p:nvPr/>
        </p:nvSpPr>
        <p:spPr>
          <a:xfrm>
            <a:off x="6556248" y="1819431"/>
            <a:ext cx="2788920" cy="677108"/>
          </a:xfrm>
          <a:prstGeom prst="rect">
            <a:avLst/>
          </a:prstGeom>
          <a:noFill/>
        </p:spPr>
        <p:txBody>
          <a:bodyPr wrap="square" lIns="0" tIns="0" rIns="0" bIns="0" anchor="ctr">
            <a:spAutoFit/>
          </a:bodyPr>
          <a:lstStyle/>
          <a:p>
            <a:pPr algn="l">
              <a:spcBef>
                <a:spcPts val="0"/>
              </a:spcBef>
              <a:spcAft>
                <a:spcPts val="0"/>
              </a:spcAft>
            </a:pPr>
            <a:r>
              <a:rPr sz="4400" b="1">
                <a:solidFill>
                  <a:srgbClr val="243858"/>
                </a:solidFill>
                <a:latin typeface="SVN-Avo"/>
              </a:rPr>
              <a:t>$29.83</a:t>
            </a:r>
          </a:p>
        </p:txBody>
      </p:sp>
      <p:sp>
        <p:nvSpPr>
          <p:cNvPr id="16" name="TextBox 15"/>
          <p:cNvSpPr txBox="1"/>
          <p:nvPr/>
        </p:nvSpPr>
        <p:spPr>
          <a:xfrm>
            <a:off x="3035808" y="1993392"/>
            <a:ext cx="2377440" cy="246221"/>
          </a:xfrm>
          <a:prstGeom prst="rect">
            <a:avLst/>
          </a:prstGeom>
          <a:noFill/>
        </p:spPr>
        <p:txBody>
          <a:bodyPr wrap="square" lIns="0" tIns="0" rIns="0" bIns="0" anchor="t">
            <a:spAutoFit/>
          </a:bodyPr>
          <a:lstStyle/>
          <a:p>
            <a:pPr algn="r">
              <a:spcBef>
                <a:spcPts val="0"/>
              </a:spcBef>
              <a:spcAft>
                <a:spcPts val="0"/>
              </a:spcAft>
            </a:pPr>
            <a:r>
              <a:rPr sz="1600" b="1">
                <a:solidFill>
                  <a:srgbClr val="18A85B"/>
                </a:solidFill>
                <a:latin typeface="SVN-Avo"/>
              </a:rPr>
              <a:t>THẤP HƠN 35%</a:t>
            </a:r>
          </a:p>
        </p:txBody>
      </p:sp>
      <p:sp>
        <p:nvSpPr>
          <p:cNvPr id="18" name="Rectangle 17"/>
          <p:cNvSpPr/>
          <p:nvPr/>
        </p:nvSpPr>
        <p:spPr>
          <a:xfrm>
            <a:off x="658368" y="2505456"/>
            <a:ext cx="10789920" cy="10972"/>
          </a:xfrm>
          <a:prstGeom prst="rect">
            <a:avLst/>
          </a:prstGeom>
          <a:solidFill>
            <a:srgbClr val="D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Rectangle 18"/>
          <p:cNvSpPr/>
          <p:nvPr/>
        </p:nvSpPr>
        <p:spPr>
          <a:xfrm>
            <a:off x="6071616" y="1627632"/>
            <a:ext cx="10972" cy="3703320"/>
          </a:xfrm>
          <a:prstGeom prst="rect">
            <a:avLst/>
          </a:prstGeom>
          <a:solidFill>
            <a:srgbClr val="D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p:cNvSpPr txBox="1"/>
          <p:nvPr/>
        </p:nvSpPr>
        <p:spPr>
          <a:xfrm>
            <a:off x="749808" y="2688336"/>
            <a:ext cx="4754880" cy="184666"/>
          </a:xfrm>
          <a:prstGeom prst="rect">
            <a:avLst/>
          </a:prstGeom>
          <a:noFill/>
        </p:spPr>
        <p:txBody>
          <a:bodyPr wrap="square" lIns="0" tIns="0" rIns="0" bIns="0" anchor="t">
            <a:spAutoFit/>
          </a:bodyPr>
          <a:lstStyle/>
          <a:p>
            <a:pPr algn="l">
              <a:spcBef>
                <a:spcPts val="0"/>
              </a:spcBef>
              <a:spcAft>
                <a:spcPts val="0"/>
              </a:spcAft>
            </a:pPr>
            <a:r>
              <a:rPr sz="1200" b="1">
                <a:solidFill>
                  <a:srgbClr val="355FAC"/>
                </a:solidFill>
                <a:latin typeface="SVN-Avo"/>
              </a:rPr>
              <a:t>CÔNG NĂNG</a:t>
            </a:r>
          </a:p>
        </p:txBody>
      </p:sp>
      <p:sp>
        <p:nvSpPr>
          <p:cNvPr id="21" name="TextBox 20"/>
          <p:cNvSpPr txBox="1"/>
          <p:nvPr/>
        </p:nvSpPr>
        <p:spPr>
          <a:xfrm>
            <a:off x="749808" y="2926080"/>
            <a:ext cx="4754880" cy="746423"/>
          </a:xfrm>
          <a:prstGeom prst="rect">
            <a:avLst/>
          </a:prstGeom>
          <a:noFill/>
        </p:spPr>
        <p:txBody>
          <a:bodyPr wrap="square" lIns="0" tIns="0" rIns="0" bIns="0">
            <a:spAutoFit/>
          </a:bodyPr>
          <a:lstStyle/>
          <a:p>
            <a:pPr>
              <a:lnSpc>
                <a:spcPct val="105000"/>
              </a:lnSpc>
              <a:spcBef>
                <a:spcPts val="0"/>
              </a:spcBef>
              <a:spcAft>
                <a:spcPts val="600"/>
              </a:spcAft>
            </a:pPr>
            <a:r>
              <a:rPr sz="1400" b="1">
                <a:solidFill>
                  <a:srgbClr val="18A85B"/>
                </a:solidFill>
                <a:latin typeface="SVN-Avo"/>
              </a:rPr>
              <a:t>+ </a:t>
            </a:r>
            <a:r>
              <a:rPr sz="1400" err="1">
                <a:solidFill>
                  <a:srgbClr val="243858"/>
                </a:solidFill>
                <a:latin typeface="SVN-Avo"/>
              </a:rPr>
              <a:t>Dữ</a:t>
            </a:r>
            <a:r>
              <a:rPr sz="1400">
                <a:solidFill>
                  <a:srgbClr val="243858"/>
                </a:solidFill>
                <a:latin typeface="SVN-Avo"/>
              </a:rPr>
              <a:t> </a:t>
            </a:r>
            <a:r>
              <a:rPr sz="1400" err="1">
                <a:solidFill>
                  <a:srgbClr val="243858"/>
                </a:solidFill>
                <a:latin typeface="SVN-Avo"/>
              </a:rPr>
              <a:t>liệu</a:t>
            </a:r>
            <a:r>
              <a:rPr sz="1400">
                <a:solidFill>
                  <a:srgbClr val="243858"/>
                </a:solidFill>
                <a:latin typeface="SVN-Avo"/>
              </a:rPr>
              <a:t> </a:t>
            </a:r>
            <a:r>
              <a:rPr sz="1400" err="1">
                <a:solidFill>
                  <a:srgbClr val="243858"/>
                </a:solidFill>
                <a:latin typeface="SVN-Avo"/>
              </a:rPr>
              <a:t>địa</a:t>
            </a:r>
            <a:r>
              <a:rPr sz="1400">
                <a:solidFill>
                  <a:srgbClr val="243858"/>
                </a:solidFill>
                <a:latin typeface="SVN-Avo"/>
              </a:rPr>
              <a:t> </a:t>
            </a:r>
            <a:r>
              <a:rPr sz="1400" err="1">
                <a:solidFill>
                  <a:srgbClr val="243858"/>
                </a:solidFill>
                <a:latin typeface="SVN-Avo"/>
              </a:rPr>
              <a:t>chỉ</a:t>
            </a:r>
            <a:r>
              <a:rPr sz="1400">
                <a:solidFill>
                  <a:srgbClr val="243858"/>
                </a:solidFill>
                <a:latin typeface="SVN-Avo"/>
              </a:rPr>
              <a:t> </a:t>
            </a:r>
            <a:r>
              <a:rPr sz="1400" err="1">
                <a:solidFill>
                  <a:srgbClr val="243858"/>
                </a:solidFill>
                <a:latin typeface="SVN-Avo"/>
              </a:rPr>
              <a:t>và</a:t>
            </a:r>
            <a:r>
              <a:rPr sz="1400">
                <a:solidFill>
                  <a:srgbClr val="243858"/>
                </a:solidFill>
                <a:latin typeface="SVN-Avo"/>
              </a:rPr>
              <a:t> </a:t>
            </a:r>
            <a:r>
              <a:rPr sz="1400" err="1">
                <a:solidFill>
                  <a:srgbClr val="243858"/>
                </a:solidFill>
                <a:latin typeface="SVN-Avo"/>
              </a:rPr>
              <a:t>quy</a:t>
            </a:r>
            <a:r>
              <a:rPr sz="1400">
                <a:solidFill>
                  <a:srgbClr val="243858"/>
                </a:solidFill>
                <a:latin typeface="SVN-Avo"/>
              </a:rPr>
              <a:t> </a:t>
            </a:r>
            <a:r>
              <a:rPr sz="1400" err="1">
                <a:solidFill>
                  <a:srgbClr val="243858"/>
                </a:solidFill>
                <a:latin typeface="SVN-Avo"/>
              </a:rPr>
              <a:t>tắc</a:t>
            </a:r>
            <a:r>
              <a:rPr sz="1400">
                <a:solidFill>
                  <a:srgbClr val="243858"/>
                </a:solidFill>
                <a:latin typeface="SVN-Avo"/>
              </a:rPr>
              <a:t> </a:t>
            </a:r>
            <a:r>
              <a:rPr sz="1400" err="1">
                <a:solidFill>
                  <a:srgbClr val="243858"/>
                </a:solidFill>
                <a:latin typeface="SVN-Avo"/>
              </a:rPr>
              <a:t>giao</a:t>
            </a:r>
            <a:r>
              <a:rPr sz="1400">
                <a:solidFill>
                  <a:srgbClr val="243858"/>
                </a:solidFill>
                <a:latin typeface="SVN-Avo"/>
              </a:rPr>
              <a:t> </a:t>
            </a:r>
            <a:r>
              <a:rPr sz="1400" err="1">
                <a:solidFill>
                  <a:srgbClr val="243858"/>
                </a:solidFill>
                <a:latin typeface="SVN-Avo"/>
              </a:rPr>
              <a:t>thông</a:t>
            </a:r>
            <a:r>
              <a:rPr sz="1400">
                <a:solidFill>
                  <a:srgbClr val="243858"/>
                </a:solidFill>
                <a:latin typeface="SVN-Avo"/>
              </a:rPr>
              <a:t> Việt Nam; </a:t>
            </a:r>
            <a:r>
              <a:rPr sz="1400" err="1">
                <a:solidFill>
                  <a:srgbClr val="243858"/>
                </a:solidFill>
                <a:latin typeface="SVN-Avo"/>
              </a:rPr>
              <a:t>đủ</a:t>
            </a:r>
            <a:r>
              <a:rPr sz="1400">
                <a:solidFill>
                  <a:srgbClr val="243858"/>
                </a:solidFill>
                <a:latin typeface="SVN-Avo"/>
              </a:rPr>
              <a:t> </a:t>
            </a:r>
            <a:r>
              <a:rPr sz="1400" err="1">
                <a:solidFill>
                  <a:srgbClr val="243858"/>
                </a:solidFill>
                <a:latin typeface="SVN-Avo"/>
              </a:rPr>
              <a:t>bản</a:t>
            </a:r>
            <a:r>
              <a:rPr sz="1400">
                <a:solidFill>
                  <a:srgbClr val="243858"/>
                </a:solidFill>
                <a:latin typeface="SVN-Avo"/>
              </a:rPr>
              <a:t> </a:t>
            </a:r>
            <a:r>
              <a:rPr sz="1400" err="1">
                <a:solidFill>
                  <a:srgbClr val="243858"/>
                </a:solidFill>
                <a:latin typeface="SVN-Avo"/>
              </a:rPr>
              <a:t>đồ</a:t>
            </a:r>
            <a:r>
              <a:rPr sz="1400">
                <a:solidFill>
                  <a:srgbClr val="243858"/>
                </a:solidFill>
                <a:latin typeface="SVN-Avo"/>
              </a:rPr>
              <a:t>, </a:t>
            </a:r>
            <a:r>
              <a:rPr sz="1400" err="1">
                <a:solidFill>
                  <a:srgbClr val="243858"/>
                </a:solidFill>
                <a:latin typeface="SVN-Avo"/>
              </a:rPr>
              <a:t>tìm</a:t>
            </a:r>
            <a:r>
              <a:rPr sz="1400">
                <a:solidFill>
                  <a:srgbClr val="243858"/>
                </a:solidFill>
                <a:latin typeface="SVN-Avo"/>
              </a:rPr>
              <a:t> </a:t>
            </a:r>
            <a:r>
              <a:rPr sz="1400" err="1">
                <a:solidFill>
                  <a:srgbClr val="243858"/>
                </a:solidFill>
                <a:latin typeface="SVN-Avo"/>
              </a:rPr>
              <a:t>kiếm</a:t>
            </a:r>
            <a:r>
              <a:rPr sz="1400">
                <a:solidFill>
                  <a:srgbClr val="243858"/>
                </a:solidFill>
                <a:latin typeface="SVN-Avo"/>
              </a:rPr>
              <a:t>, </a:t>
            </a:r>
            <a:r>
              <a:rPr sz="1400" err="1">
                <a:solidFill>
                  <a:srgbClr val="243858"/>
                </a:solidFill>
                <a:latin typeface="SVN-Avo"/>
              </a:rPr>
              <a:t>định</a:t>
            </a:r>
            <a:r>
              <a:rPr sz="1400">
                <a:solidFill>
                  <a:srgbClr val="243858"/>
                </a:solidFill>
                <a:latin typeface="SVN-Avo"/>
              </a:rPr>
              <a:t> </a:t>
            </a:r>
            <a:r>
              <a:rPr sz="1400" err="1">
                <a:solidFill>
                  <a:srgbClr val="243858"/>
                </a:solidFill>
                <a:latin typeface="SVN-Avo"/>
              </a:rPr>
              <a:t>tuyến</a:t>
            </a:r>
            <a:r>
              <a:rPr sz="1400">
                <a:solidFill>
                  <a:srgbClr val="243858"/>
                </a:solidFill>
                <a:latin typeface="SVN-Avo"/>
              </a:rPr>
              <a:t> </a:t>
            </a:r>
            <a:r>
              <a:rPr sz="1400" err="1">
                <a:solidFill>
                  <a:srgbClr val="243858"/>
                </a:solidFill>
                <a:latin typeface="SVN-Avo"/>
              </a:rPr>
              <a:t>và</a:t>
            </a:r>
            <a:r>
              <a:rPr sz="1400">
                <a:solidFill>
                  <a:srgbClr val="243858"/>
                </a:solidFill>
                <a:latin typeface="SVN-Avo"/>
              </a:rPr>
              <a:t> ma </a:t>
            </a:r>
            <a:r>
              <a:rPr sz="1400" err="1">
                <a:solidFill>
                  <a:srgbClr val="243858"/>
                </a:solidFill>
                <a:latin typeface="SVN-Avo"/>
              </a:rPr>
              <a:t>trận</a:t>
            </a:r>
            <a:r>
              <a:rPr sz="1400">
                <a:solidFill>
                  <a:srgbClr val="243858"/>
                </a:solidFill>
                <a:latin typeface="SVN-Avo"/>
              </a:rPr>
              <a:t>.</a:t>
            </a:r>
          </a:p>
          <a:p>
            <a:pPr>
              <a:lnSpc>
                <a:spcPct val="105000"/>
              </a:lnSpc>
              <a:spcBef>
                <a:spcPts val="0"/>
              </a:spcBef>
              <a:spcAft>
                <a:spcPts val="600"/>
              </a:spcAft>
            </a:pPr>
            <a:r>
              <a:rPr sz="1400" b="1">
                <a:solidFill>
                  <a:srgbClr val="C4504D"/>
                </a:solidFill>
                <a:latin typeface="SVN-Avo"/>
              </a:rPr>
              <a:t>– </a:t>
            </a:r>
            <a:r>
              <a:rPr sz="1400" err="1">
                <a:solidFill>
                  <a:srgbClr val="243858"/>
                </a:solidFill>
                <a:latin typeface="SVN-Avo"/>
              </a:rPr>
              <a:t>Độ</a:t>
            </a:r>
            <a:r>
              <a:rPr sz="1400">
                <a:solidFill>
                  <a:srgbClr val="243858"/>
                </a:solidFill>
                <a:latin typeface="SVN-Avo"/>
              </a:rPr>
              <a:t> </a:t>
            </a:r>
            <a:r>
              <a:rPr sz="1400" err="1">
                <a:solidFill>
                  <a:srgbClr val="243858"/>
                </a:solidFill>
                <a:latin typeface="SVN-Avo"/>
              </a:rPr>
              <a:t>phủ</a:t>
            </a:r>
            <a:r>
              <a:rPr sz="1400">
                <a:solidFill>
                  <a:srgbClr val="243858"/>
                </a:solidFill>
                <a:latin typeface="SVN-Avo"/>
              </a:rPr>
              <a:t> </a:t>
            </a:r>
            <a:r>
              <a:rPr sz="1400" err="1">
                <a:solidFill>
                  <a:srgbClr val="243858"/>
                </a:solidFill>
                <a:latin typeface="SVN-Avo"/>
              </a:rPr>
              <a:t>quốc</a:t>
            </a:r>
            <a:r>
              <a:rPr sz="1400">
                <a:solidFill>
                  <a:srgbClr val="243858"/>
                </a:solidFill>
                <a:latin typeface="SVN-Avo"/>
              </a:rPr>
              <a:t> </a:t>
            </a:r>
            <a:r>
              <a:rPr sz="1400" err="1">
                <a:solidFill>
                  <a:srgbClr val="243858"/>
                </a:solidFill>
                <a:latin typeface="SVN-Avo"/>
              </a:rPr>
              <a:t>tế</a:t>
            </a:r>
            <a:r>
              <a:rPr sz="1400">
                <a:solidFill>
                  <a:srgbClr val="243858"/>
                </a:solidFill>
                <a:latin typeface="SVN-Avo"/>
              </a:rPr>
              <a:t> </a:t>
            </a:r>
            <a:r>
              <a:rPr sz="1400" err="1">
                <a:solidFill>
                  <a:srgbClr val="243858"/>
                </a:solidFill>
                <a:latin typeface="SVN-Avo"/>
              </a:rPr>
              <a:t>và</a:t>
            </a:r>
            <a:r>
              <a:rPr sz="1400">
                <a:solidFill>
                  <a:srgbClr val="243858"/>
                </a:solidFill>
                <a:latin typeface="SVN-Avo"/>
              </a:rPr>
              <a:t> </a:t>
            </a:r>
            <a:r>
              <a:rPr sz="1400" err="1">
                <a:solidFill>
                  <a:srgbClr val="243858"/>
                </a:solidFill>
                <a:latin typeface="SVN-Avo"/>
              </a:rPr>
              <a:t>nhóm</a:t>
            </a:r>
            <a:r>
              <a:rPr sz="1400">
                <a:solidFill>
                  <a:srgbClr val="243858"/>
                </a:solidFill>
                <a:latin typeface="SVN-Avo"/>
              </a:rPr>
              <a:t> </a:t>
            </a:r>
            <a:r>
              <a:rPr sz="1400" err="1">
                <a:solidFill>
                  <a:srgbClr val="243858"/>
                </a:solidFill>
                <a:latin typeface="SVN-Avo"/>
              </a:rPr>
              <a:t>tính</a:t>
            </a:r>
            <a:r>
              <a:rPr sz="1400">
                <a:solidFill>
                  <a:srgbClr val="243858"/>
                </a:solidFill>
                <a:latin typeface="SVN-Avo"/>
              </a:rPr>
              <a:t> </a:t>
            </a:r>
            <a:r>
              <a:rPr sz="1400" err="1">
                <a:solidFill>
                  <a:srgbClr val="243858"/>
                </a:solidFill>
                <a:latin typeface="SVN-Avo"/>
              </a:rPr>
              <a:t>năng</a:t>
            </a:r>
            <a:r>
              <a:rPr sz="1400">
                <a:solidFill>
                  <a:srgbClr val="243858"/>
                </a:solidFill>
                <a:latin typeface="SVN-Avo"/>
              </a:rPr>
              <a:t> </a:t>
            </a:r>
            <a:r>
              <a:rPr sz="1400" err="1">
                <a:solidFill>
                  <a:srgbClr val="243858"/>
                </a:solidFill>
                <a:latin typeface="SVN-Avo"/>
              </a:rPr>
              <a:t>nâng</a:t>
            </a:r>
            <a:r>
              <a:rPr sz="1400">
                <a:solidFill>
                  <a:srgbClr val="243858"/>
                </a:solidFill>
                <a:latin typeface="SVN-Avo"/>
              </a:rPr>
              <a:t> </a:t>
            </a:r>
            <a:r>
              <a:rPr sz="1400" err="1">
                <a:solidFill>
                  <a:srgbClr val="243858"/>
                </a:solidFill>
                <a:latin typeface="SVN-Avo"/>
              </a:rPr>
              <a:t>cao</a:t>
            </a:r>
            <a:r>
              <a:rPr sz="1400">
                <a:solidFill>
                  <a:srgbClr val="243858"/>
                </a:solidFill>
                <a:latin typeface="SVN-Avo"/>
              </a:rPr>
              <a:t> </a:t>
            </a:r>
            <a:r>
              <a:rPr sz="1400" err="1">
                <a:solidFill>
                  <a:srgbClr val="243858"/>
                </a:solidFill>
                <a:latin typeface="SVN-Avo"/>
              </a:rPr>
              <a:t>hạn</a:t>
            </a:r>
            <a:r>
              <a:rPr sz="1400">
                <a:solidFill>
                  <a:srgbClr val="243858"/>
                </a:solidFill>
                <a:latin typeface="SVN-Avo"/>
              </a:rPr>
              <a:t> </a:t>
            </a:r>
            <a:r>
              <a:rPr sz="1400" err="1">
                <a:solidFill>
                  <a:srgbClr val="243858"/>
                </a:solidFill>
                <a:latin typeface="SVN-Avo"/>
              </a:rPr>
              <a:t>chế</a:t>
            </a:r>
            <a:r>
              <a:rPr sz="1400">
                <a:solidFill>
                  <a:srgbClr val="243858"/>
                </a:solidFill>
                <a:latin typeface="SVN-Avo"/>
              </a:rPr>
              <a:t> </a:t>
            </a:r>
            <a:r>
              <a:rPr sz="1400" err="1">
                <a:solidFill>
                  <a:srgbClr val="243858"/>
                </a:solidFill>
                <a:latin typeface="SVN-Avo"/>
              </a:rPr>
              <a:t>hơn</a:t>
            </a:r>
            <a:r>
              <a:rPr sz="1400">
                <a:solidFill>
                  <a:srgbClr val="243858"/>
                </a:solidFill>
                <a:latin typeface="SVN-Avo"/>
              </a:rPr>
              <a:t>.</a:t>
            </a:r>
          </a:p>
        </p:txBody>
      </p:sp>
      <p:sp>
        <p:nvSpPr>
          <p:cNvPr id="22" name="TextBox 21"/>
          <p:cNvSpPr txBox="1"/>
          <p:nvPr/>
        </p:nvSpPr>
        <p:spPr>
          <a:xfrm>
            <a:off x="749808" y="4005072"/>
            <a:ext cx="4754880" cy="184666"/>
          </a:xfrm>
          <a:prstGeom prst="rect">
            <a:avLst/>
          </a:prstGeom>
          <a:noFill/>
        </p:spPr>
        <p:txBody>
          <a:bodyPr wrap="square" lIns="0" tIns="0" rIns="0" bIns="0" anchor="t">
            <a:spAutoFit/>
          </a:bodyPr>
          <a:lstStyle/>
          <a:p>
            <a:pPr algn="l">
              <a:spcBef>
                <a:spcPts val="0"/>
              </a:spcBef>
              <a:spcAft>
                <a:spcPts val="0"/>
              </a:spcAft>
            </a:pPr>
            <a:r>
              <a:rPr sz="1200" b="1">
                <a:solidFill>
                  <a:srgbClr val="355FAC"/>
                </a:solidFill>
                <a:latin typeface="SVN-Avo"/>
              </a:rPr>
              <a:t>TÍCH HỢP VÀO APP</a:t>
            </a:r>
          </a:p>
        </p:txBody>
      </p:sp>
      <p:sp>
        <p:nvSpPr>
          <p:cNvPr id="23" name="TextBox 22"/>
          <p:cNvSpPr txBox="1"/>
          <p:nvPr/>
        </p:nvSpPr>
        <p:spPr>
          <a:xfrm>
            <a:off x="749808" y="4242816"/>
            <a:ext cx="4754880" cy="972639"/>
          </a:xfrm>
          <a:prstGeom prst="rect">
            <a:avLst/>
          </a:prstGeom>
          <a:noFill/>
        </p:spPr>
        <p:txBody>
          <a:bodyPr wrap="square" lIns="0" tIns="0" rIns="0" bIns="0">
            <a:spAutoFit/>
          </a:bodyPr>
          <a:lstStyle/>
          <a:p>
            <a:pPr>
              <a:lnSpc>
                <a:spcPct val="105000"/>
              </a:lnSpc>
              <a:spcBef>
                <a:spcPts val="0"/>
              </a:spcBef>
              <a:spcAft>
                <a:spcPts val="600"/>
              </a:spcAft>
            </a:pPr>
            <a:r>
              <a:rPr sz="1400" b="1">
                <a:solidFill>
                  <a:srgbClr val="18A85B"/>
                </a:solidFill>
                <a:latin typeface="SVN-Avo"/>
              </a:rPr>
              <a:t>+ </a:t>
            </a:r>
            <a:r>
              <a:rPr sz="1400" err="1">
                <a:solidFill>
                  <a:srgbClr val="243858"/>
                </a:solidFill>
                <a:latin typeface="SVN-Avo"/>
              </a:rPr>
              <a:t>Hỗ</a:t>
            </a:r>
            <a:r>
              <a:rPr sz="1400">
                <a:solidFill>
                  <a:srgbClr val="243858"/>
                </a:solidFill>
                <a:latin typeface="SVN-Avo"/>
              </a:rPr>
              <a:t> </a:t>
            </a:r>
            <a:r>
              <a:rPr sz="1400" err="1">
                <a:solidFill>
                  <a:srgbClr val="243858"/>
                </a:solidFill>
                <a:latin typeface="SVN-Avo"/>
              </a:rPr>
              <a:t>trợ</a:t>
            </a:r>
            <a:r>
              <a:rPr sz="1400">
                <a:solidFill>
                  <a:srgbClr val="243858"/>
                </a:solidFill>
                <a:latin typeface="SVN-Avo"/>
              </a:rPr>
              <a:t> Android, iOS, Flutter, React Native qua </a:t>
            </a:r>
            <a:r>
              <a:rPr sz="1400" err="1">
                <a:solidFill>
                  <a:srgbClr val="243858"/>
                </a:solidFill>
                <a:latin typeface="SVN-Avo"/>
              </a:rPr>
              <a:t>MapLibre</a:t>
            </a:r>
            <a:r>
              <a:rPr sz="1400">
                <a:solidFill>
                  <a:srgbClr val="243858"/>
                </a:solidFill>
                <a:latin typeface="SVN-Avo"/>
              </a:rPr>
              <a:t>; </a:t>
            </a:r>
            <a:r>
              <a:rPr sz="1400" err="1">
                <a:solidFill>
                  <a:srgbClr val="243858"/>
                </a:solidFill>
                <a:latin typeface="SVN-Avo"/>
              </a:rPr>
              <a:t>chuyển</a:t>
            </a:r>
            <a:r>
              <a:rPr sz="1400">
                <a:solidFill>
                  <a:srgbClr val="243858"/>
                </a:solidFill>
                <a:latin typeface="SVN-Avo"/>
              </a:rPr>
              <a:t> </a:t>
            </a:r>
            <a:r>
              <a:rPr sz="1400" err="1">
                <a:solidFill>
                  <a:srgbClr val="243858"/>
                </a:solidFill>
                <a:latin typeface="SVN-Avo"/>
              </a:rPr>
              <a:t>đổi</a:t>
            </a:r>
            <a:r>
              <a:rPr sz="1400">
                <a:solidFill>
                  <a:srgbClr val="243858"/>
                </a:solidFill>
                <a:latin typeface="SVN-Avo"/>
              </a:rPr>
              <a:t> endpoint/key </a:t>
            </a:r>
            <a:r>
              <a:rPr sz="1400" err="1">
                <a:solidFill>
                  <a:srgbClr val="243858"/>
                </a:solidFill>
                <a:latin typeface="SVN-Avo"/>
              </a:rPr>
              <a:t>tương</a:t>
            </a:r>
            <a:r>
              <a:rPr sz="1400">
                <a:solidFill>
                  <a:srgbClr val="243858"/>
                </a:solidFill>
                <a:latin typeface="SVN-Avo"/>
              </a:rPr>
              <a:t> </a:t>
            </a:r>
            <a:r>
              <a:rPr sz="1400" err="1">
                <a:solidFill>
                  <a:srgbClr val="243858"/>
                </a:solidFill>
                <a:latin typeface="SVN-Avo"/>
              </a:rPr>
              <a:t>đối</a:t>
            </a:r>
            <a:r>
              <a:rPr sz="1400">
                <a:solidFill>
                  <a:srgbClr val="243858"/>
                </a:solidFill>
                <a:latin typeface="SVN-Avo"/>
              </a:rPr>
              <a:t> </a:t>
            </a:r>
            <a:r>
              <a:rPr sz="1400" err="1">
                <a:solidFill>
                  <a:srgbClr val="243858"/>
                </a:solidFill>
                <a:latin typeface="SVN-Avo"/>
              </a:rPr>
              <a:t>thuận</a:t>
            </a:r>
            <a:r>
              <a:rPr sz="1400">
                <a:solidFill>
                  <a:srgbClr val="243858"/>
                </a:solidFill>
                <a:latin typeface="SVN-Avo"/>
              </a:rPr>
              <a:t> </a:t>
            </a:r>
            <a:r>
              <a:rPr sz="1400" err="1">
                <a:solidFill>
                  <a:srgbClr val="243858"/>
                </a:solidFill>
                <a:latin typeface="SVN-Avo"/>
              </a:rPr>
              <a:t>lợi</a:t>
            </a:r>
            <a:r>
              <a:rPr sz="1400">
                <a:solidFill>
                  <a:srgbClr val="243858"/>
                </a:solidFill>
                <a:latin typeface="SVN-Avo"/>
              </a:rPr>
              <a:t>.</a:t>
            </a:r>
          </a:p>
          <a:p>
            <a:pPr>
              <a:lnSpc>
                <a:spcPct val="105000"/>
              </a:lnSpc>
              <a:spcBef>
                <a:spcPts val="0"/>
              </a:spcBef>
              <a:spcAft>
                <a:spcPts val="600"/>
              </a:spcAft>
            </a:pPr>
            <a:r>
              <a:rPr sz="1400" b="1">
                <a:solidFill>
                  <a:srgbClr val="C4504D"/>
                </a:solidFill>
                <a:latin typeface="SVN-Avo"/>
              </a:rPr>
              <a:t>– </a:t>
            </a:r>
            <a:r>
              <a:rPr sz="1400" err="1">
                <a:solidFill>
                  <a:srgbClr val="243858"/>
                </a:solidFill>
                <a:latin typeface="SVN-Avo"/>
              </a:rPr>
              <a:t>Hệ</a:t>
            </a:r>
            <a:r>
              <a:rPr sz="1400">
                <a:solidFill>
                  <a:srgbClr val="243858"/>
                </a:solidFill>
                <a:latin typeface="SVN-Avo"/>
              </a:rPr>
              <a:t> </a:t>
            </a:r>
            <a:r>
              <a:rPr sz="1400" err="1">
                <a:solidFill>
                  <a:srgbClr val="243858"/>
                </a:solidFill>
                <a:latin typeface="SVN-Avo"/>
              </a:rPr>
              <a:t>sinh</a:t>
            </a:r>
            <a:r>
              <a:rPr sz="1400">
                <a:solidFill>
                  <a:srgbClr val="243858"/>
                </a:solidFill>
                <a:latin typeface="SVN-Avo"/>
              </a:rPr>
              <a:t> </a:t>
            </a:r>
            <a:r>
              <a:rPr sz="1400" err="1">
                <a:solidFill>
                  <a:srgbClr val="243858"/>
                </a:solidFill>
                <a:latin typeface="SVN-Avo"/>
              </a:rPr>
              <a:t>thái</a:t>
            </a:r>
            <a:r>
              <a:rPr sz="1400">
                <a:solidFill>
                  <a:srgbClr val="243858"/>
                </a:solidFill>
                <a:latin typeface="SVN-Avo"/>
              </a:rPr>
              <a:t> SDK </a:t>
            </a:r>
            <a:r>
              <a:rPr sz="1400" err="1">
                <a:solidFill>
                  <a:srgbClr val="243858"/>
                </a:solidFill>
                <a:latin typeface="SVN-Avo"/>
              </a:rPr>
              <a:t>và</a:t>
            </a:r>
            <a:r>
              <a:rPr sz="1400">
                <a:solidFill>
                  <a:srgbClr val="243858"/>
                </a:solidFill>
                <a:latin typeface="SVN-Avo"/>
              </a:rPr>
              <a:t> </a:t>
            </a:r>
            <a:r>
              <a:rPr sz="1400" err="1">
                <a:solidFill>
                  <a:srgbClr val="243858"/>
                </a:solidFill>
                <a:latin typeface="SVN-Avo"/>
              </a:rPr>
              <a:t>cộng</a:t>
            </a:r>
            <a:r>
              <a:rPr sz="1400">
                <a:solidFill>
                  <a:srgbClr val="243858"/>
                </a:solidFill>
                <a:latin typeface="SVN-Avo"/>
              </a:rPr>
              <a:t> </a:t>
            </a:r>
            <a:r>
              <a:rPr sz="1400" err="1">
                <a:solidFill>
                  <a:srgbClr val="243858"/>
                </a:solidFill>
                <a:latin typeface="SVN-Avo"/>
              </a:rPr>
              <a:t>đồng</a:t>
            </a:r>
            <a:r>
              <a:rPr sz="1400">
                <a:solidFill>
                  <a:srgbClr val="243858"/>
                </a:solidFill>
                <a:latin typeface="SVN-Avo"/>
              </a:rPr>
              <a:t> </a:t>
            </a:r>
            <a:r>
              <a:rPr sz="1400" err="1">
                <a:solidFill>
                  <a:srgbClr val="243858"/>
                </a:solidFill>
                <a:latin typeface="SVN-Avo"/>
              </a:rPr>
              <a:t>nhỏ</a:t>
            </a:r>
            <a:r>
              <a:rPr sz="1400">
                <a:solidFill>
                  <a:srgbClr val="243858"/>
                </a:solidFill>
                <a:latin typeface="SVN-Avo"/>
              </a:rPr>
              <a:t> </a:t>
            </a:r>
            <a:r>
              <a:rPr sz="1400" err="1">
                <a:solidFill>
                  <a:srgbClr val="243858"/>
                </a:solidFill>
                <a:latin typeface="SVN-Avo"/>
              </a:rPr>
              <a:t>hơn</a:t>
            </a:r>
            <a:r>
              <a:rPr sz="1400">
                <a:solidFill>
                  <a:srgbClr val="243858"/>
                </a:solidFill>
                <a:latin typeface="SVN-Avo"/>
              </a:rPr>
              <a:t>; </a:t>
            </a:r>
            <a:r>
              <a:rPr sz="1400" err="1">
                <a:solidFill>
                  <a:srgbClr val="243858"/>
                </a:solidFill>
                <a:latin typeface="SVN-Avo"/>
              </a:rPr>
              <a:t>cần</a:t>
            </a:r>
            <a:r>
              <a:rPr sz="1400">
                <a:solidFill>
                  <a:srgbClr val="243858"/>
                </a:solidFill>
                <a:latin typeface="SVN-Avo"/>
              </a:rPr>
              <a:t> </a:t>
            </a:r>
            <a:r>
              <a:rPr sz="1400" err="1">
                <a:solidFill>
                  <a:srgbClr val="243858"/>
                </a:solidFill>
                <a:latin typeface="SVN-Avo"/>
              </a:rPr>
              <a:t>kiểm</a:t>
            </a:r>
            <a:r>
              <a:rPr sz="1400">
                <a:solidFill>
                  <a:srgbClr val="243858"/>
                </a:solidFill>
                <a:latin typeface="SVN-Avo"/>
              </a:rPr>
              <a:t> </a:t>
            </a:r>
            <a:r>
              <a:rPr sz="1400" err="1">
                <a:solidFill>
                  <a:srgbClr val="243858"/>
                </a:solidFill>
                <a:latin typeface="SVN-Avo"/>
              </a:rPr>
              <a:t>thử</a:t>
            </a:r>
            <a:r>
              <a:rPr sz="1400">
                <a:solidFill>
                  <a:srgbClr val="243858"/>
                </a:solidFill>
                <a:latin typeface="SVN-Avo"/>
              </a:rPr>
              <a:t> adapter </a:t>
            </a:r>
            <a:r>
              <a:rPr sz="1400" err="1">
                <a:solidFill>
                  <a:srgbClr val="243858"/>
                </a:solidFill>
                <a:latin typeface="SVN-Avo"/>
              </a:rPr>
              <a:t>kỹ</a:t>
            </a:r>
            <a:r>
              <a:rPr sz="1400">
                <a:solidFill>
                  <a:srgbClr val="243858"/>
                </a:solidFill>
                <a:latin typeface="SVN-Avo"/>
              </a:rPr>
              <a:t>.</a:t>
            </a:r>
          </a:p>
        </p:txBody>
      </p:sp>
      <p:sp>
        <p:nvSpPr>
          <p:cNvPr id="24" name="TextBox 23"/>
          <p:cNvSpPr txBox="1"/>
          <p:nvPr/>
        </p:nvSpPr>
        <p:spPr>
          <a:xfrm>
            <a:off x="6556248" y="2688336"/>
            <a:ext cx="4736592" cy="184666"/>
          </a:xfrm>
          <a:prstGeom prst="rect">
            <a:avLst/>
          </a:prstGeom>
          <a:noFill/>
        </p:spPr>
        <p:txBody>
          <a:bodyPr wrap="square" lIns="0" tIns="0" rIns="0" bIns="0" anchor="t">
            <a:spAutoFit/>
          </a:bodyPr>
          <a:lstStyle/>
          <a:p>
            <a:pPr algn="l">
              <a:spcBef>
                <a:spcPts val="0"/>
              </a:spcBef>
              <a:spcAft>
                <a:spcPts val="0"/>
              </a:spcAft>
            </a:pPr>
            <a:r>
              <a:rPr sz="1200" b="1">
                <a:solidFill>
                  <a:srgbClr val="355FAC"/>
                </a:solidFill>
                <a:latin typeface="SVN-Avo"/>
              </a:rPr>
              <a:t>CÔNG NĂNG</a:t>
            </a:r>
          </a:p>
        </p:txBody>
      </p:sp>
      <p:sp>
        <p:nvSpPr>
          <p:cNvPr id="25" name="TextBox 24"/>
          <p:cNvSpPr txBox="1"/>
          <p:nvPr/>
        </p:nvSpPr>
        <p:spPr>
          <a:xfrm>
            <a:off x="6556248" y="2926080"/>
            <a:ext cx="4736592" cy="972639"/>
          </a:xfrm>
          <a:prstGeom prst="rect">
            <a:avLst/>
          </a:prstGeom>
          <a:noFill/>
        </p:spPr>
        <p:txBody>
          <a:bodyPr wrap="square" lIns="0" tIns="0" rIns="0" bIns="0">
            <a:spAutoFit/>
          </a:bodyPr>
          <a:lstStyle/>
          <a:p>
            <a:pPr>
              <a:lnSpc>
                <a:spcPct val="105000"/>
              </a:lnSpc>
              <a:spcBef>
                <a:spcPts val="0"/>
              </a:spcBef>
              <a:spcAft>
                <a:spcPts val="600"/>
              </a:spcAft>
            </a:pPr>
            <a:r>
              <a:rPr sz="1400" b="1">
                <a:solidFill>
                  <a:srgbClr val="18A85B"/>
                </a:solidFill>
                <a:latin typeface="SVN-Avo"/>
              </a:rPr>
              <a:t>+ </a:t>
            </a:r>
            <a:r>
              <a:rPr sz="1400">
                <a:solidFill>
                  <a:srgbClr val="243858"/>
                </a:solidFill>
                <a:latin typeface="SVN-Avo"/>
              </a:rPr>
              <a:t>Độ phủ toàn cầu; hệ sinh thái Places, Street View, traffic/transit và routing nâng cao.</a:t>
            </a:r>
          </a:p>
          <a:p>
            <a:pPr>
              <a:lnSpc>
                <a:spcPct val="105000"/>
              </a:lnSpc>
              <a:spcBef>
                <a:spcPts val="0"/>
              </a:spcBef>
              <a:spcAft>
                <a:spcPts val="600"/>
              </a:spcAft>
            </a:pPr>
            <a:r>
              <a:rPr sz="1400" b="1">
                <a:solidFill>
                  <a:srgbClr val="C4504D"/>
                </a:solidFill>
                <a:latin typeface="SVN-Avo"/>
              </a:rPr>
              <a:t>– </a:t>
            </a:r>
            <a:r>
              <a:rPr sz="1400">
                <a:solidFill>
                  <a:srgbClr val="243858"/>
                </a:solidFill>
                <a:latin typeface="SVN-Avo"/>
              </a:rPr>
              <a:t>Nhiều tính năng được tách theo SKU Essentials / Pro / Enterprise.</a:t>
            </a:r>
          </a:p>
        </p:txBody>
      </p:sp>
      <p:sp>
        <p:nvSpPr>
          <p:cNvPr id="26" name="TextBox 25"/>
          <p:cNvSpPr txBox="1"/>
          <p:nvPr/>
        </p:nvSpPr>
        <p:spPr>
          <a:xfrm>
            <a:off x="6556248" y="4005072"/>
            <a:ext cx="4736592" cy="184666"/>
          </a:xfrm>
          <a:prstGeom prst="rect">
            <a:avLst/>
          </a:prstGeom>
          <a:noFill/>
        </p:spPr>
        <p:txBody>
          <a:bodyPr wrap="square" lIns="0" tIns="0" rIns="0" bIns="0" anchor="t">
            <a:spAutoFit/>
          </a:bodyPr>
          <a:lstStyle/>
          <a:p>
            <a:pPr algn="l">
              <a:spcBef>
                <a:spcPts val="0"/>
              </a:spcBef>
              <a:spcAft>
                <a:spcPts val="0"/>
              </a:spcAft>
            </a:pPr>
            <a:r>
              <a:rPr sz="1200" b="1">
                <a:solidFill>
                  <a:srgbClr val="355FAC"/>
                </a:solidFill>
                <a:latin typeface="SVN-Avo"/>
              </a:rPr>
              <a:t>TÍCH HỢP VÀO APP</a:t>
            </a:r>
          </a:p>
        </p:txBody>
      </p:sp>
      <p:sp>
        <p:nvSpPr>
          <p:cNvPr id="27" name="TextBox 26"/>
          <p:cNvSpPr txBox="1"/>
          <p:nvPr/>
        </p:nvSpPr>
        <p:spPr>
          <a:xfrm>
            <a:off x="6556248" y="4242816"/>
            <a:ext cx="4736592" cy="972639"/>
          </a:xfrm>
          <a:prstGeom prst="rect">
            <a:avLst/>
          </a:prstGeom>
          <a:noFill/>
        </p:spPr>
        <p:txBody>
          <a:bodyPr wrap="square" lIns="0" tIns="0" rIns="0" bIns="0">
            <a:spAutoFit/>
          </a:bodyPr>
          <a:lstStyle/>
          <a:p>
            <a:pPr>
              <a:lnSpc>
                <a:spcPct val="105000"/>
              </a:lnSpc>
              <a:spcBef>
                <a:spcPts val="0"/>
              </a:spcBef>
              <a:spcAft>
                <a:spcPts val="600"/>
              </a:spcAft>
            </a:pPr>
            <a:r>
              <a:rPr sz="1400" b="1">
                <a:solidFill>
                  <a:srgbClr val="18A85B"/>
                </a:solidFill>
                <a:latin typeface="SVN-Avo"/>
              </a:rPr>
              <a:t>+ </a:t>
            </a:r>
            <a:r>
              <a:rPr sz="1400">
                <a:solidFill>
                  <a:srgbClr val="243858"/>
                </a:solidFill>
                <a:latin typeface="SVN-Avo"/>
              </a:rPr>
              <a:t>SDK Android/iOS </a:t>
            </a:r>
            <a:r>
              <a:rPr sz="1400" err="1">
                <a:solidFill>
                  <a:srgbClr val="243858"/>
                </a:solidFill>
                <a:latin typeface="SVN-Avo"/>
              </a:rPr>
              <a:t>chính</a:t>
            </a:r>
            <a:r>
              <a:rPr sz="1400">
                <a:solidFill>
                  <a:srgbClr val="243858"/>
                </a:solidFill>
                <a:latin typeface="SVN-Avo"/>
              </a:rPr>
              <a:t> </a:t>
            </a:r>
            <a:r>
              <a:rPr sz="1400" err="1">
                <a:solidFill>
                  <a:srgbClr val="243858"/>
                </a:solidFill>
                <a:latin typeface="SVN-Avo"/>
              </a:rPr>
              <a:t>chủ</a:t>
            </a:r>
            <a:r>
              <a:rPr sz="1400">
                <a:solidFill>
                  <a:srgbClr val="243858"/>
                </a:solidFill>
                <a:latin typeface="SVN-Avo"/>
              </a:rPr>
              <a:t>, </a:t>
            </a:r>
            <a:r>
              <a:rPr sz="1400" err="1">
                <a:solidFill>
                  <a:srgbClr val="243858"/>
                </a:solidFill>
                <a:latin typeface="SVN-Avo"/>
              </a:rPr>
              <a:t>tài</a:t>
            </a:r>
            <a:r>
              <a:rPr sz="1400">
                <a:solidFill>
                  <a:srgbClr val="243858"/>
                </a:solidFill>
                <a:latin typeface="SVN-Avo"/>
              </a:rPr>
              <a:t> </a:t>
            </a:r>
            <a:r>
              <a:rPr sz="1400" err="1">
                <a:solidFill>
                  <a:srgbClr val="243858"/>
                </a:solidFill>
                <a:latin typeface="SVN-Avo"/>
              </a:rPr>
              <a:t>liệu</a:t>
            </a:r>
            <a:r>
              <a:rPr sz="1400">
                <a:solidFill>
                  <a:srgbClr val="243858"/>
                </a:solidFill>
                <a:latin typeface="SVN-Avo"/>
              </a:rPr>
              <a:t> </a:t>
            </a:r>
            <a:r>
              <a:rPr sz="1400" err="1">
                <a:solidFill>
                  <a:srgbClr val="243858"/>
                </a:solidFill>
                <a:latin typeface="SVN-Avo"/>
              </a:rPr>
              <a:t>và</a:t>
            </a:r>
            <a:r>
              <a:rPr sz="1400">
                <a:solidFill>
                  <a:srgbClr val="243858"/>
                </a:solidFill>
                <a:latin typeface="SVN-Avo"/>
              </a:rPr>
              <a:t> </a:t>
            </a:r>
            <a:r>
              <a:rPr sz="1400" err="1">
                <a:solidFill>
                  <a:srgbClr val="243858"/>
                </a:solidFill>
                <a:latin typeface="SVN-Avo"/>
              </a:rPr>
              <a:t>mẫu</a:t>
            </a:r>
            <a:r>
              <a:rPr sz="1400">
                <a:solidFill>
                  <a:srgbClr val="243858"/>
                </a:solidFill>
                <a:latin typeface="SVN-Avo"/>
              </a:rPr>
              <a:t> </a:t>
            </a:r>
            <a:r>
              <a:rPr sz="1400" err="1">
                <a:solidFill>
                  <a:srgbClr val="243858"/>
                </a:solidFill>
                <a:latin typeface="SVN-Avo"/>
              </a:rPr>
              <a:t>triển</a:t>
            </a:r>
            <a:r>
              <a:rPr sz="1400">
                <a:solidFill>
                  <a:srgbClr val="243858"/>
                </a:solidFill>
                <a:latin typeface="SVN-Avo"/>
              </a:rPr>
              <a:t> </a:t>
            </a:r>
            <a:r>
              <a:rPr sz="1400" err="1">
                <a:solidFill>
                  <a:srgbClr val="243858"/>
                </a:solidFill>
                <a:latin typeface="SVN-Avo"/>
              </a:rPr>
              <a:t>khai</a:t>
            </a:r>
            <a:r>
              <a:rPr sz="1400">
                <a:solidFill>
                  <a:srgbClr val="243858"/>
                </a:solidFill>
                <a:latin typeface="SVN-Avo"/>
              </a:rPr>
              <a:t> </a:t>
            </a:r>
            <a:r>
              <a:rPr sz="1400" err="1">
                <a:solidFill>
                  <a:srgbClr val="243858"/>
                </a:solidFill>
                <a:latin typeface="SVN-Avo"/>
              </a:rPr>
              <a:t>phong</a:t>
            </a:r>
            <a:r>
              <a:rPr sz="1400">
                <a:solidFill>
                  <a:srgbClr val="243858"/>
                </a:solidFill>
                <a:latin typeface="SVN-Avo"/>
              </a:rPr>
              <a:t> </a:t>
            </a:r>
            <a:r>
              <a:rPr sz="1400" err="1">
                <a:solidFill>
                  <a:srgbClr val="243858"/>
                </a:solidFill>
                <a:latin typeface="SVN-Avo"/>
              </a:rPr>
              <a:t>phú</a:t>
            </a:r>
            <a:r>
              <a:rPr sz="1400">
                <a:solidFill>
                  <a:srgbClr val="243858"/>
                </a:solidFill>
                <a:latin typeface="SVN-Avo"/>
              </a:rPr>
              <a:t>; </a:t>
            </a:r>
            <a:r>
              <a:rPr sz="1400" err="1">
                <a:solidFill>
                  <a:srgbClr val="243858"/>
                </a:solidFill>
                <a:latin typeface="SVN-Avo"/>
              </a:rPr>
              <a:t>quản</a:t>
            </a:r>
            <a:r>
              <a:rPr sz="1400">
                <a:solidFill>
                  <a:srgbClr val="243858"/>
                </a:solidFill>
                <a:latin typeface="SVN-Avo"/>
              </a:rPr>
              <a:t> </a:t>
            </a:r>
            <a:r>
              <a:rPr sz="1400" err="1">
                <a:solidFill>
                  <a:srgbClr val="243858"/>
                </a:solidFill>
                <a:latin typeface="SVN-Avo"/>
              </a:rPr>
              <a:t>trị</a:t>
            </a:r>
            <a:r>
              <a:rPr sz="1400">
                <a:solidFill>
                  <a:srgbClr val="243858"/>
                </a:solidFill>
                <a:latin typeface="SVN-Avo"/>
              </a:rPr>
              <a:t> quota/auth </a:t>
            </a:r>
            <a:r>
              <a:rPr sz="1400" err="1">
                <a:solidFill>
                  <a:srgbClr val="243858"/>
                </a:solidFill>
                <a:latin typeface="SVN-Avo"/>
              </a:rPr>
              <a:t>đầy</a:t>
            </a:r>
            <a:r>
              <a:rPr sz="1400">
                <a:solidFill>
                  <a:srgbClr val="243858"/>
                </a:solidFill>
                <a:latin typeface="SVN-Avo"/>
              </a:rPr>
              <a:t> </a:t>
            </a:r>
            <a:r>
              <a:rPr sz="1400" err="1">
                <a:solidFill>
                  <a:srgbClr val="243858"/>
                </a:solidFill>
                <a:latin typeface="SVN-Avo"/>
              </a:rPr>
              <a:t>đủ</a:t>
            </a:r>
            <a:r>
              <a:rPr sz="1400">
                <a:solidFill>
                  <a:srgbClr val="243858"/>
                </a:solidFill>
                <a:latin typeface="SVN-Avo"/>
              </a:rPr>
              <a:t>.</a:t>
            </a:r>
          </a:p>
          <a:p>
            <a:pPr>
              <a:lnSpc>
                <a:spcPct val="105000"/>
              </a:lnSpc>
              <a:spcBef>
                <a:spcPts val="0"/>
              </a:spcBef>
              <a:spcAft>
                <a:spcPts val="600"/>
              </a:spcAft>
            </a:pPr>
            <a:r>
              <a:rPr sz="1400" b="1">
                <a:solidFill>
                  <a:srgbClr val="C4504D"/>
                </a:solidFill>
                <a:latin typeface="SVN-Avo"/>
              </a:rPr>
              <a:t>– </a:t>
            </a:r>
            <a:r>
              <a:rPr sz="1400" err="1">
                <a:solidFill>
                  <a:srgbClr val="243858"/>
                </a:solidFill>
                <a:latin typeface="SVN-Avo"/>
              </a:rPr>
              <a:t>Bắt</a:t>
            </a:r>
            <a:r>
              <a:rPr sz="1400">
                <a:solidFill>
                  <a:srgbClr val="243858"/>
                </a:solidFill>
                <a:latin typeface="SVN-Avo"/>
              </a:rPr>
              <a:t> </a:t>
            </a:r>
            <a:r>
              <a:rPr sz="1400" err="1">
                <a:solidFill>
                  <a:srgbClr val="243858"/>
                </a:solidFill>
                <a:latin typeface="SVN-Avo"/>
              </a:rPr>
              <a:t>buộc</a:t>
            </a:r>
            <a:r>
              <a:rPr sz="1400">
                <a:solidFill>
                  <a:srgbClr val="243858"/>
                </a:solidFill>
                <a:latin typeface="SVN-Avo"/>
              </a:rPr>
              <a:t> Cloud billing; </a:t>
            </a:r>
            <a:r>
              <a:rPr sz="1400" err="1">
                <a:solidFill>
                  <a:srgbClr val="243858"/>
                </a:solidFill>
                <a:latin typeface="SVN-Avo"/>
              </a:rPr>
              <a:t>cấu</a:t>
            </a:r>
            <a:r>
              <a:rPr sz="1400">
                <a:solidFill>
                  <a:srgbClr val="243858"/>
                </a:solidFill>
                <a:latin typeface="SVN-Avo"/>
              </a:rPr>
              <a:t> </a:t>
            </a:r>
            <a:r>
              <a:rPr sz="1400" err="1">
                <a:solidFill>
                  <a:srgbClr val="243858"/>
                </a:solidFill>
                <a:latin typeface="SVN-Avo"/>
              </a:rPr>
              <a:t>trúc</a:t>
            </a:r>
            <a:r>
              <a:rPr sz="1400">
                <a:solidFill>
                  <a:srgbClr val="243858"/>
                </a:solidFill>
                <a:latin typeface="SVN-Avo"/>
              </a:rPr>
              <a:t> SKU </a:t>
            </a:r>
            <a:r>
              <a:rPr sz="1400" err="1">
                <a:solidFill>
                  <a:srgbClr val="243858"/>
                </a:solidFill>
                <a:latin typeface="SVN-Avo"/>
              </a:rPr>
              <a:t>khiến</a:t>
            </a:r>
            <a:r>
              <a:rPr sz="1400">
                <a:solidFill>
                  <a:srgbClr val="243858"/>
                </a:solidFill>
                <a:latin typeface="SVN-Avo"/>
              </a:rPr>
              <a:t> chi </a:t>
            </a:r>
            <a:r>
              <a:rPr sz="1400" err="1">
                <a:solidFill>
                  <a:srgbClr val="243858"/>
                </a:solidFill>
                <a:latin typeface="SVN-Avo"/>
              </a:rPr>
              <a:t>phí</a:t>
            </a:r>
            <a:r>
              <a:rPr sz="1400">
                <a:solidFill>
                  <a:srgbClr val="243858"/>
                </a:solidFill>
                <a:latin typeface="SVN-Avo"/>
              </a:rPr>
              <a:t> </a:t>
            </a:r>
            <a:r>
              <a:rPr sz="1400" err="1">
                <a:solidFill>
                  <a:srgbClr val="243858"/>
                </a:solidFill>
                <a:latin typeface="SVN-Avo"/>
              </a:rPr>
              <a:t>khó</a:t>
            </a:r>
            <a:r>
              <a:rPr sz="1400">
                <a:solidFill>
                  <a:srgbClr val="243858"/>
                </a:solidFill>
                <a:latin typeface="SVN-Avo"/>
              </a:rPr>
              <a:t> </a:t>
            </a:r>
            <a:r>
              <a:rPr sz="1400" err="1">
                <a:solidFill>
                  <a:srgbClr val="243858"/>
                </a:solidFill>
                <a:latin typeface="SVN-Avo"/>
              </a:rPr>
              <a:t>dự</a:t>
            </a:r>
            <a:r>
              <a:rPr sz="1400">
                <a:solidFill>
                  <a:srgbClr val="243858"/>
                </a:solidFill>
                <a:latin typeface="SVN-Avo"/>
              </a:rPr>
              <a:t> </a:t>
            </a:r>
            <a:r>
              <a:rPr sz="1400" err="1">
                <a:solidFill>
                  <a:srgbClr val="243858"/>
                </a:solidFill>
                <a:latin typeface="SVN-Avo"/>
              </a:rPr>
              <a:t>báo</a:t>
            </a:r>
            <a:r>
              <a:rPr sz="1400">
                <a:solidFill>
                  <a:srgbClr val="243858"/>
                </a:solidFill>
                <a:latin typeface="SVN-Avo"/>
              </a:rPr>
              <a:t> </a:t>
            </a:r>
            <a:r>
              <a:rPr sz="1400" err="1">
                <a:solidFill>
                  <a:srgbClr val="243858"/>
                </a:solidFill>
                <a:latin typeface="SVN-Avo"/>
              </a:rPr>
              <a:t>khi</a:t>
            </a:r>
            <a:r>
              <a:rPr sz="1400">
                <a:solidFill>
                  <a:srgbClr val="243858"/>
                </a:solidFill>
                <a:latin typeface="SVN-Avo"/>
              </a:rPr>
              <a:t> </a:t>
            </a:r>
            <a:r>
              <a:rPr sz="1400" err="1">
                <a:solidFill>
                  <a:srgbClr val="243858"/>
                </a:solidFill>
                <a:latin typeface="SVN-Avo"/>
              </a:rPr>
              <a:t>tăng</a:t>
            </a:r>
            <a:r>
              <a:rPr sz="1400">
                <a:solidFill>
                  <a:srgbClr val="243858"/>
                </a:solidFill>
                <a:latin typeface="SVN-Avo"/>
              </a:rPr>
              <a:t> </a:t>
            </a:r>
            <a:r>
              <a:rPr sz="1400" err="1">
                <a:solidFill>
                  <a:srgbClr val="243858"/>
                </a:solidFill>
                <a:latin typeface="SVN-Avo"/>
              </a:rPr>
              <a:t>tải</a:t>
            </a:r>
            <a:r>
              <a:rPr sz="1400">
                <a:solidFill>
                  <a:srgbClr val="243858"/>
                </a:solidFill>
                <a:latin typeface="SVN-Avo"/>
              </a:rPr>
              <a:t>.</a:t>
            </a:r>
          </a:p>
        </p:txBody>
      </p:sp>
      <p:sp>
        <p:nvSpPr>
          <p:cNvPr id="28" name="Rectangle 27"/>
          <p:cNvSpPr/>
          <p:nvPr/>
        </p:nvSpPr>
        <p:spPr>
          <a:xfrm>
            <a:off x="658368" y="5468112"/>
            <a:ext cx="10789920" cy="16459"/>
          </a:xfrm>
          <a:prstGeom prst="rect">
            <a:avLst/>
          </a:prstGeom>
          <a:solidFill>
            <a:srgbClr val="18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749808" y="5554421"/>
            <a:ext cx="10561320" cy="430887"/>
          </a:xfrm>
          <a:prstGeom prst="rect">
            <a:avLst/>
          </a:prstGeom>
          <a:noFill/>
        </p:spPr>
        <p:txBody>
          <a:bodyPr wrap="square" lIns="0" tIns="0" rIns="0" bIns="0" anchor="ctr">
            <a:spAutoFit/>
          </a:bodyPr>
          <a:lstStyle/>
          <a:p>
            <a:pPr algn="l">
              <a:spcBef>
                <a:spcPts val="0"/>
              </a:spcBef>
              <a:spcAft>
                <a:spcPts val="0"/>
              </a:spcAft>
            </a:pPr>
            <a:r>
              <a:rPr sz="1400" b="1">
                <a:solidFill>
                  <a:srgbClr val="243858"/>
                </a:solidFill>
                <a:latin typeface="SVN-Avo"/>
              </a:rPr>
              <a:t>KHUYẾN NGHỊ  </a:t>
            </a:r>
            <a:r>
              <a:rPr sz="1400" b="1" err="1">
                <a:solidFill>
                  <a:srgbClr val="243858"/>
                </a:solidFill>
                <a:latin typeface="SVN-Avo"/>
              </a:rPr>
              <a:t>Goong</a:t>
            </a:r>
            <a:r>
              <a:rPr sz="1400" b="1">
                <a:solidFill>
                  <a:srgbClr val="243858"/>
                </a:solidFill>
                <a:latin typeface="SVN-Avo"/>
              </a:rPr>
              <a:t> </a:t>
            </a:r>
            <a:r>
              <a:rPr sz="1400" b="1" err="1">
                <a:solidFill>
                  <a:srgbClr val="243858"/>
                </a:solidFill>
                <a:latin typeface="SVN-Avo"/>
              </a:rPr>
              <a:t>phù</a:t>
            </a:r>
            <a:r>
              <a:rPr sz="1400" b="1">
                <a:solidFill>
                  <a:srgbClr val="243858"/>
                </a:solidFill>
                <a:latin typeface="SVN-Avo"/>
              </a:rPr>
              <a:t> </a:t>
            </a:r>
            <a:r>
              <a:rPr sz="1400" b="1" err="1">
                <a:solidFill>
                  <a:srgbClr val="243858"/>
                </a:solidFill>
                <a:latin typeface="SVN-Avo"/>
              </a:rPr>
              <a:t>hợp</a:t>
            </a:r>
            <a:r>
              <a:rPr sz="1400" b="1">
                <a:solidFill>
                  <a:srgbClr val="243858"/>
                </a:solidFill>
                <a:latin typeface="SVN-Avo"/>
              </a:rPr>
              <a:t> DMS </a:t>
            </a:r>
            <a:r>
              <a:rPr sz="1400" b="1" err="1">
                <a:solidFill>
                  <a:srgbClr val="243858"/>
                </a:solidFill>
                <a:latin typeface="SVN-Avo"/>
              </a:rPr>
              <a:t>vận</a:t>
            </a:r>
            <a:r>
              <a:rPr sz="1400" b="1">
                <a:solidFill>
                  <a:srgbClr val="243858"/>
                </a:solidFill>
                <a:latin typeface="SVN-Avo"/>
              </a:rPr>
              <a:t> </a:t>
            </a:r>
            <a:r>
              <a:rPr sz="1400" b="1" err="1">
                <a:solidFill>
                  <a:srgbClr val="243858"/>
                </a:solidFill>
                <a:latin typeface="SVN-Avo"/>
              </a:rPr>
              <a:t>hành</a:t>
            </a:r>
            <a:r>
              <a:rPr sz="1400" b="1">
                <a:solidFill>
                  <a:srgbClr val="243858"/>
                </a:solidFill>
                <a:latin typeface="SVN-Avo"/>
              </a:rPr>
              <a:t> </a:t>
            </a:r>
            <a:r>
              <a:rPr sz="1400" b="1" err="1">
                <a:solidFill>
                  <a:srgbClr val="243858"/>
                </a:solidFill>
                <a:latin typeface="SVN-Avo"/>
              </a:rPr>
              <a:t>chủ</a:t>
            </a:r>
            <a:r>
              <a:rPr sz="1400" b="1">
                <a:solidFill>
                  <a:srgbClr val="243858"/>
                </a:solidFill>
                <a:latin typeface="SVN-Avo"/>
              </a:rPr>
              <a:t> </a:t>
            </a:r>
            <a:r>
              <a:rPr sz="1400" b="1" err="1">
                <a:solidFill>
                  <a:srgbClr val="243858"/>
                </a:solidFill>
                <a:latin typeface="SVN-Avo"/>
              </a:rPr>
              <a:t>yếu</a:t>
            </a:r>
            <a:r>
              <a:rPr sz="1400" b="1">
                <a:solidFill>
                  <a:srgbClr val="243858"/>
                </a:solidFill>
                <a:latin typeface="SVN-Avo"/>
              </a:rPr>
              <a:t> </a:t>
            </a:r>
            <a:r>
              <a:rPr sz="1400" b="1" err="1">
                <a:solidFill>
                  <a:srgbClr val="243858"/>
                </a:solidFill>
                <a:latin typeface="SVN-Avo"/>
              </a:rPr>
              <a:t>tại</a:t>
            </a:r>
            <a:r>
              <a:rPr sz="1400" b="1">
                <a:solidFill>
                  <a:srgbClr val="243858"/>
                </a:solidFill>
                <a:latin typeface="SVN-Avo"/>
              </a:rPr>
              <a:t> Việt Nam </a:t>
            </a:r>
            <a:r>
              <a:rPr sz="1400" b="1" err="1">
                <a:solidFill>
                  <a:srgbClr val="243858"/>
                </a:solidFill>
                <a:latin typeface="SVN-Avo"/>
              </a:rPr>
              <a:t>và</a:t>
            </a:r>
            <a:r>
              <a:rPr sz="1400" b="1">
                <a:solidFill>
                  <a:srgbClr val="243858"/>
                </a:solidFill>
                <a:latin typeface="SVN-Avo"/>
              </a:rPr>
              <a:t> </a:t>
            </a:r>
            <a:r>
              <a:rPr sz="1400" b="1" err="1">
                <a:solidFill>
                  <a:srgbClr val="243858"/>
                </a:solidFill>
                <a:latin typeface="SVN-Avo"/>
              </a:rPr>
              <a:t>ưu</a:t>
            </a:r>
            <a:r>
              <a:rPr sz="1400" b="1">
                <a:solidFill>
                  <a:srgbClr val="243858"/>
                </a:solidFill>
                <a:latin typeface="SVN-Avo"/>
              </a:rPr>
              <a:t> </a:t>
            </a:r>
            <a:r>
              <a:rPr sz="1400" b="1" err="1">
                <a:solidFill>
                  <a:srgbClr val="243858"/>
                </a:solidFill>
                <a:latin typeface="SVN-Avo"/>
              </a:rPr>
              <a:t>tiên</a:t>
            </a:r>
            <a:r>
              <a:rPr sz="1400" b="1">
                <a:solidFill>
                  <a:srgbClr val="243858"/>
                </a:solidFill>
                <a:latin typeface="SVN-Avo"/>
              </a:rPr>
              <a:t> chi </a:t>
            </a:r>
            <a:r>
              <a:rPr sz="1400" b="1" err="1">
                <a:solidFill>
                  <a:srgbClr val="243858"/>
                </a:solidFill>
                <a:latin typeface="SVN-Avo"/>
              </a:rPr>
              <a:t>phí</a:t>
            </a:r>
            <a:r>
              <a:rPr sz="1400" b="1">
                <a:solidFill>
                  <a:srgbClr val="243858"/>
                </a:solidFill>
                <a:latin typeface="SVN-Avo"/>
              </a:rPr>
              <a:t>; Google </a:t>
            </a:r>
            <a:r>
              <a:rPr sz="1400" b="1" err="1">
                <a:solidFill>
                  <a:srgbClr val="243858"/>
                </a:solidFill>
                <a:latin typeface="SVN-Avo"/>
              </a:rPr>
              <a:t>phù</a:t>
            </a:r>
            <a:r>
              <a:rPr sz="1400" b="1">
                <a:solidFill>
                  <a:srgbClr val="243858"/>
                </a:solidFill>
                <a:latin typeface="SVN-Avo"/>
              </a:rPr>
              <a:t> </a:t>
            </a:r>
            <a:r>
              <a:rPr sz="1400" b="1" err="1">
                <a:solidFill>
                  <a:srgbClr val="243858"/>
                </a:solidFill>
                <a:latin typeface="SVN-Avo"/>
              </a:rPr>
              <a:t>hợp</a:t>
            </a:r>
            <a:r>
              <a:rPr sz="1400" b="1">
                <a:solidFill>
                  <a:srgbClr val="243858"/>
                </a:solidFill>
                <a:latin typeface="SVN-Avo"/>
              </a:rPr>
              <a:t> </a:t>
            </a:r>
            <a:r>
              <a:rPr sz="1400" b="1" err="1">
                <a:solidFill>
                  <a:srgbClr val="243858"/>
                </a:solidFill>
                <a:latin typeface="SVN-Avo"/>
              </a:rPr>
              <a:t>khi</a:t>
            </a:r>
            <a:r>
              <a:rPr sz="1400" b="1">
                <a:solidFill>
                  <a:srgbClr val="243858"/>
                </a:solidFill>
                <a:latin typeface="SVN-Avo"/>
              </a:rPr>
              <a:t> </a:t>
            </a:r>
            <a:r>
              <a:rPr sz="1400" b="1" err="1">
                <a:solidFill>
                  <a:srgbClr val="243858"/>
                </a:solidFill>
                <a:latin typeface="SVN-Avo"/>
              </a:rPr>
              <a:t>cần</a:t>
            </a:r>
            <a:r>
              <a:rPr sz="1400" b="1">
                <a:solidFill>
                  <a:srgbClr val="243858"/>
                </a:solidFill>
                <a:latin typeface="SVN-Avo"/>
              </a:rPr>
              <a:t> </a:t>
            </a:r>
            <a:r>
              <a:rPr sz="1400" b="1" err="1">
                <a:solidFill>
                  <a:srgbClr val="243858"/>
                </a:solidFill>
                <a:latin typeface="SVN-Avo"/>
              </a:rPr>
              <a:t>độ</a:t>
            </a:r>
            <a:r>
              <a:rPr sz="1400" b="1">
                <a:solidFill>
                  <a:srgbClr val="243858"/>
                </a:solidFill>
                <a:latin typeface="SVN-Avo"/>
              </a:rPr>
              <a:t> </a:t>
            </a:r>
            <a:r>
              <a:rPr sz="1400" b="1" err="1">
                <a:solidFill>
                  <a:srgbClr val="243858"/>
                </a:solidFill>
                <a:latin typeface="SVN-Avo"/>
              </a:rPr>
              <a:t>phủ</a:t>
            </a:r>
            <a:r>
              <a:rPr sz="1400" b="1">
                <a:solidFill>
                  <a:srgbClr val="243858"/>
                </a:solidFill>
                <a:latin typeface="SVN-Avo"/>
              </a:rPr>
              <a:t> </a:t>
            </a:r>
            <a:r>
              <a:rPr sz="1400" b="1" err="1">
                <a:solidFill>
                  <a:srgbClr val="243858"/>
                </a:solidFill>
                <a:latin typeface="SVN-Avo"/>
              </a:rPr>
              <a:t>quốc</a:t>
            </a:r>
            <a:r>
              <a:rPr sz="1400" b="1">
                <a:solidFill>
                  <a:srgbClr val="243858"/>
                </a:solidFill>
                <a:latin typeface="SVN-Avo"/>
              </a:rPr>
              <a:t> </a:t>
            </a:r>
            <a:r>
              <a:rPr sz="1400" b="1" err="1">
                <a:solidFill>
                  <a:srgbClr val="243858"/>
                </a:solidFill>
                <a:latin typeface="SVN-Avo"/>
              </a:rPr>
              <a:t>tế</a:t>
            </a:r>
            <a:r>
              <a:rPr sz="1400" b="1">
                <a:solidFill>
                  <a:srgbClr val="243858"/>
                </a:solidFill>
                <a:latin typeface="SVN-Avo"/>
              </a:rPr>
              <a:t> </a:t>
            </a:r>
            <a:r>
              <a:rPr sz="1400" b="1" err="1">
                <a:solidFill>
                  <a:srgbClr val="243858"/>
                </a:solidFill>
                <a:latin typeface="SVN-Avo"/>
              </a:rPr>
              <a:t>hoặc</a:t>
            </a:r>
            <a:r>
              <a:rPr sz="1400" b="1">
                <a:solidFill>
                  <a:srgbClr val="243858"/>
                </a:solidFill>
                <a:latin typeface="SVN-Avo"/>
              </a:rPr>
              <a:t> </a:t>
            </a:r>
            <a:r>
              <a:rPr sz="1400" b="1" err="1">
                <a:solidFill>
                  <a:srgbClr val="243858"/>
                </a:solidFill>
                <a:latin typeface="SVN-Avo"/>
              </a:rPr>
              <a:t>tính</a:t>
            </a:r>
            <a:r>
              <a:rPr sz="1400" b="1">
                <a:solidFill>
                  <a:srgbClr val="243858"/>
                </a:solidFill>
                <a:latin typeface="SVN-Avo"/>
              </a:rPr>
              <a:t> </a:t>
            </a:r>
            <a:r>
              <a:rPr sz="1400" b="1" err="1">
                <a:solidFill>
                  <a:srgbClr val="243858"/>
                </a:solidFill>
                <a:latin typeface="SVN-Avo"/>
              </a:rPr>
              <a:t>năng</a:t>
            </a:r>
            <a:r>
              <a:rPr sz="1400" b="1">
                <a:solidFill>
                  <a:srgbClr val="243858"/>
                </a:solidFill>
                <a:latin typeface="SVN-Avo"/>
              </a:rPr>
              <a:t> </a:t>
            </a:r>
            <a:r>
              <a:rPr sz="1400" b="1" err="1">
                <a:solidFill>
                  <a:srgbClr val="243858"/>
                </a:solidFill>
                <a:latin typeface="SVN-Avo"/>
              </a:rPr>
              <a:t>bản</a:t>
            </a:r>
            <a:r>
              <a:rPr sz="1400" b="1">
                <a:solidFill>
                  <a:srgbClr val="243858"/>
                </a:solidFill>
                <a:latin typeface="SVN-Avo"/>
              </a:rPr>
              <a:t> </a:t>
            </a:r>
            <a:r>
              <a:rPr sz="1400" b="1" err="1">
                <a:solidFill>
                  <a:srgbClr val="243858"/>
                </a:solidFill>
                <a:latin typeface="SVN-Avo"/>
              </a:rPr>
              <a:t>đồ</a:t>
            </a:r>
            <a:r>
              <a:rPr sz="1400" b="1">
                <a:solidFill>
                  <a:srgbClr val="243858"/>
                </a:solidFill>
                <a:latin typeface="SVN-Avo"/>
              </a:rPr>
              <a:t> </a:t>
            </a:r>
            <a:r>
              <a:rPr sz="1400" b="1" err="1">
                <a:solidFill>
                  <a:srgbClr val="243858"/>
                </a:solidFill>
                <a:latin typeface="SVN-Avo"/>
              </a:rPr>
              <a:t>nâng</a:t>
            </a:r>
            <a:r>
              <a:rPr sz="1400" b="1">
                <a:solidFill>
                  <a:srgbClr val="243858"/>
                </a:solidFill>
                <a:latin typeface="SVN-Avo"/>
              </a:rPr>
              <a:t> </a:t>
            </a:r>
            <a:r>
              <a:rPr sz="1400" b="1" err="1">
                <a:solidFill>
                  <a:srgbClr val="243858"/>
                </a:solidFill>
                <a:latin typeface="SVN-Avo"/>
              </a:rPr>
              <a:t>cao</a:t>
            </a:r>
            <a:r>
              <a:rPr sz="1400" b="1">
                <a:solidFill>
                  <a:srgbClr val="243858"/>
                </a:solidFill>
                <a:latin typeface="SVN-Avo"/>
              </a:rPr>
              <a:t>.</a:t>
            </a:r>
          </a:p>
        </p:txBody>
      </p:sp>
    </p:spTree>
    <p:extLst>
      <p:ext uri="{BB962C8B-B14F-4D97-AF65-F5344CB8AC3E}">
        <p14:creationId xmlns:p14="http://schemas.microsoft.com/office/powerpoint/2010/main" val="2254413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32E80E-6BBA-DA46-ABC6-5ABB1FEC8D72}"/>
              </a:ext>
            </a:extLst>
          </p:cNvPr>
          <p:cNvSpPr>
            <a:spLocks noGrp="1"/>
          </p:cNvSpPr>
          <p:nvPr>
            <p:ph type="sldNum" sz="quarter" idx="11"/>
          </p:nvPr>
        </p:nvSpPr>
        <p:spPr/>
        <p:txBody>
          <a:bodyPr anchor="ctr"/>
          <a:lstStyle/>
          <a:p>
            <a:pPr algn="ctr"/>
            <a:r>
              <a:rPr lang="en-US" sz="800" i="1">
                <a:solidFill>
                  <a:srgbClr val="243858"/>
                </a:solidFill>
                <a:latin typeface="SVN-Avo"/>
              </a:rPr>
              <a:t>13</a:t>
            </a:r>
          </a:p>
        </p:txBody>
      </p:sp>
      <p:sp>
        <p:nvSpPr>
          <p:cNvPr id="6" name="Title 5">
            <a:extLst>
              <a:ext uri="{FF2B5EF4-FFF2-40B4-BE49-F238E27FC236}">
                <a16:creationId xmlns:a16="http://schemas.microsoft.com/office/drawing/2014/main" id="{09CEB028-690D-354D-805A-53BF27CACE4B}"/>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sz="2400" b="1">
                <a:solidFill>
                  <a:srgbClr val="355FAC"/>
                </a:solidFill>
                <a:latin typeface="SVN-Avo"/>
              </a:rPr>
              <a:t>SO SÁNH CHI PHÍ NĂM ĐẦU: NỘI BỘ &amp; MOBIWORK</a:t>
            </a:r>
            <a:endParaRPr lang="en-VN">
              <a:latin typeface="SVN-Avo"/>
            </a:endParaRPr>
          </a:p>
        </p:txBody>
      </p:sp>
      <p:pic>
        <p:nvPicPr>
          <p:cNvPr id="9" name="Picture 8">
            <a:extLst>
              <a:ext uri="{FF2B5EF4-FFF2-40B4-BE49-F238E27FC236}">
                <a16:creationId xmlns:a16="http://schemas.microsoft.com/office/drawing/2014/main" id="{CB942165-9386-4571-AEBC-989F7461716A}"/>
              </a:ext>
            </a:extLst>
          </p:cNvPr>
          <p:cNvPicPr>
            <a:picLocks noChangeAspect="1"/>
          </p:cNvPicPr>
          <p:nvPr/>
        </p:nvPicPr>
        <p:blipFill rotWithShape="1">
          <a:blip r:embed="rId3">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graphicFrame>
        <p:nvGraphicFramePr>
          <p:cNvPr id="11" name="DMS cost comparison table"/>
          <p:cNvGraphicFramePr>
            <a:graphicFrameLocks noGrp="1"/>
          </p:cNvGraphicFramePr>
          <p:nvPr>
            <p:extLst>
              <p:ext uri="{D42A27DB-BD31-4B8C-83A1-F6EECF244321}">
                <p14:modId xmlns:p14="http://schemas.microsoft.com/office/powerpoint/2010/main" val="1725416771"/>
              </p:ext>
            </p:extLst>
          </p:nvPr>
        </p:nvGraphicFramePr>
        <p:xfrm>
          <a:off x="468662" y="1022604"/>
          <a:ext cx="11018520" cy="3621024"/>
        </p:xfrm>
        <a:graphic>
          <a:graphicData uri="http://schemas.openxmlformats.org/drawingml/2006/table">
            <a:tbl>
              <a:tblPr firstRow="1">
                <a:tableStyleId>{5C22544A-7EE6-4342-B048-85BDC9FD1C3A}</a:tableStyleId>
              </a:tblPr>
              <a:tblGrid>
                <a:gridCol w="25146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475488">
                <a:tc>
                  <a:txBody>
                    <a:bodyPr/>
                    <a:lstStyle/>
                    <a:p>
                      <a:pPr algn="ctr">
                        <a:lnSpc>
                          <a:spcPct val="100000"/>
                        </a:lnSpc>
                      </a:pPr>
                      <a:r>
                        <a:rPr lang="en-US" sz="1800" b="1">
                          <a:solidFill>
                            <a:srgbClr val="FFFFFF"/>
                          </a:solidFill>
                          <a:latin typeface="SVN-Avo"/>
                        </a:rPr>
                        <a:t>Tiêu chí</a:t>
                      </a:r>
                    </a:p>
                  </a:txBody>
                  <a:tcPr marL="82296" marR="82296" marT="36576" marB="36576" anchor="ctr">
                    <a:solidFill>
                      <a:srgbClr val="43B649"/>
                    </a:solidFill>
                  </a:tcPr>
                </a:tc>
                <a:tc>
                  <a:txBody>
                    <a:bodyPr/>
                    <a:lstStyle/>
                    <a:p>
                      <a:pPr algn="ctr">
                        <a:lnSpc>
                          <a:spcPct val="100000"/>
                        </a:lnSpc>
                      </a:pPr>
                      <a:r>
                        <a:rPr lang="en-US" sz="1800" b="1">
                          <a:solidFill>
                            <a:srgbClr val="FFFFFF"/>
                          </a:solidFill>
                          <a:latin typeface="SVN-Avo"/>
                        </a:rPr>
                        <a:t>DMS nội bộ</a:t>
                      </a:r>
                    </a:p>
                  </a:txBody>
                  <a:tcPr marL="82296" marR="82296" marT="36576" marB="36576" anchor="ctr">
                    <a:solidFill>
                      <a:srgbClr val="43B649"/>
                    </a:solidFill>
                  </a:tcPr>
                </a:tc>
                <a:tc>
                  <a:txBody>
                    <a:bodyPr/>
                    <a:lstStyle/>
                    <a:p>
                      <a:pPr algn="ctr">
                        <a:lnSpc>
                          <a:spcPct val="100000"/>
                        </a:lnSpc>
                      </a:pPr>
                      <a:r>
                        <a:rPr lang="en-US" sz="1800" b="1">
                          <a:solidFill>
                            <a:srgbClr val="FFFFFF"/>
                          </a:solidFill>
                          <a:latin typeface="SVN-Avo"/>
                        </a:rPr>
                        <a:t>Thuê MobiWork</a:t>
                      </a:r>
                    </a:p>
                  </a:txBody>
                  <a:tcPr marL="82296" marR="82296" marT="36576" marB="36576" anchor="ctr">
                    <a:solidFill>
                      <a:srgbClr val="43B649"/>
                    </a:solidFill>
                  </a:tcPr>
                </a:tc>
                <a:tc>
                  <a:txBody>
                    <a:bodyPr/>
                    <a:lstStyle/>
                    <a:p>
                      <a:pPr algn="ctr">
                        <a:lnSpc>
                          <a:spcPct val="100000"/>
                        </a:lnSpc>
                      </a:pPr>
                      <a:r>
                        <a:rPr lang="en-US" sz="1800" b="1">
                          <a:solidFill>
                            <a:srgbClr val="FFFFFF"/>
                          </a:solidFill>
                          <a:latin typeface="SVN-Avo"/>
                        </a:rPr>
                        <a:t>Chênh lệch / ghi chú</a:t>
                      </a:r>
                    </a:p>
                  </a:txBody>
                  <a:tcPr marL="82296" marR="82296" marT="36576" marB="36576" anchor="ctr">
                    <a:solidFill>
                      <a:srgbClr val="43B649"/>
                    </a:solidFill>
                  </a:tcPr>
                </a:tc>
                <a:extLst>
                  <a:ext uri="{0D108BD9-81ED-4DB2-BD59-A6C34878D82A}">
                    <a16:rowId xmlns:a16="http://schemas.microsoft.com/office/drawing/2014/main" val="10000"/>
                  </a:ext>
                </a:extLst>
              </a:tr>
              <a:tr h="768096">
                <a:tc>
                  <a:txBody>
                    <a:bodyPr/>
                    <a:lstStyle/>
                    <a:p>
                      <a:pPr algn="l">
                        <a:lnSpc>
                          <a:spcPct val="100000"/>
                        </a:lnSpc>
                      </a:pPr>
                      <a:r>
                        <a:rPr lang="en-US" sz="1600" b="1">
                          <a:solidFill>
                            <a:srgbClr val="243858"/>
                          </a:solidFill>
                          <a:latin typeface="SVN-Avo"/>
                        </a:rPr>
                        <a:t>Nền tảng / thuê bao</a:t>
                      </a:r>
                    </a:p>
                  </a:txBody>
                  <a:tcPr marL="82296" marR="82296" marT="36576" marB="36576" anchor="ctr">
                    <a:solidFill>
                      <a:srgbClr val="FFFFFF"/>
                    </a:solidFill>
                  </a:tcPr>
                </a:tc>
                <a:tc>
                  <a:txBody>
                    <a:bodyPr/>
                    <a:lstStyle/>
                    <a:p>
                      <a:pPr algn="ctr">
                        <a:lnSpc>
                          <a:spcPct val="100000"/>
                        </a:lnSpc>
                      </a:pPr>
                      <a:r>
                        <a:rPr lang="en-US" sz="1600" b="0">
                          <a:solidFill>
                            <a:srgbClr val="243858"/>
                          </a:solidFill>
                          <a:latin typeface="SVN-Avo"/>
                        </a:rPr>
                        <a:t>5.711.600đ</a:t>
                      </a:r>
                    </a:p>
                  </a:txBody>
                  <a:tcPr marL="82296" marR="82296" marT="36576" marB="36576" anchor="ctr">
                    <a:solidFill>
                      <a:srgbClr val="FFFFFF"/>
                    </a:solidFill>
                  </a:tcPr>
                </a:tc>
                <a:tc>
                  <a:txBody>
                    <a:bodyPr/>
                    <a:lstStyle/>
                    <a:p>
                      <a:pPr algn="ctr">
                        <a:lnSpc>
                          <a:spcPct val="100000"/>
                        </a:lnSpc>
                      </a:pPr>
                      <a:r>
                        <a:rPr lang="en-US" sz="1600" b="0">
                          <a:solidFill>
                            <a:srgbClr val="243858"/>
                          </a:solidFill>
                          <a:latin typeface="SVN-Avo"/>
                        </a:rPr>
                        <a:t>44.100.000đ / năm</a:t>
                      </a:r>
                    </a:p>
                  </a:txBody>
                  <a:tcPr marL="82296" marR="82296" marT="36576" marB="36576" anchor="ctr">
                    <a:solidFill>
                      <a:srgbClr val="FFFFFF"/>
                    </a:solidFill>
                  </a:tcPr>
                </a:tc>
                <a:tc>
                  <a:txBody>
                    <a:bodyPr/>
                    <a:lstStyle/>
                    <a:p>
                      <a:pPr algn="l">
                        <a:lnSpc>
                          <a:spcPct val="100000"/>
                        </a:lnSpc>
                      </a:pPr>
                      <a:r>
                        <a:rPr lang="en-US" sz="1600" b="0">
                          <a:solidFill>
                            <a:srgbClr val="243858"/>
                          </a:solidFill>
                          <a:latin typeface="SVN-Avo"/>
                        </a:rPr>
                        <a:t>MobiWork: 630.000đ × 70 tài khoản</a:t>
                      </a:r>
                    </a:p>
                  </a:txBody>
                  <a:tcPr marL="82296" marR="82296" marT="36576" marB="36576" anchor="ctr">
                    <a:solidFill>
                      <a:srgbClr val="FFFFFF"/>
                    </a:solidFill>
                  </a:tcPr>
                </a:tc>
                <a:extLst>
                  <a:ext uri="{0D108BD9-81ED-4DB2-BD59-A6C34878D82A}">
                    <a16:rowId xmlns:a16="http://schemas.microsoft.com/office/drawing/2014/main" val="10001"/>
                  </a:ext>
                </a:extLst>
              </a:tr>
              <a:tr h="749808">
                <a:tc>
                  <a:txBody>
                    <a:bodyPr/>
                    <a:lstStyle/>
                    <a:p>
                      <a:pPr algn="l">
                        <a:lnSpc>
                          <a:spcPct val="100000"/>
                        </a:lnSpc>
                      </a:pPr>
                      <a:r>
                        <a:rPr lang="en-US" sz="1600" b="1">
                          <a:solidFill>
                            <a:srgbClr val="355FAC"/>
                          </a:solidFill>
                          <a:latin typeface="SVN-Avo"/>
                        </a:rPr>
                        <a:t>Tổng chi phí năm đầu</a:t>
                      </a:r>
                    </a:p>
                  </a:txBody>
                  <a:tcPr marL="82296" marR="82296" marT="36576" marB="36576" anchor="ctr">
                    <a:solidFill>
                      <a:srgbClr val="ECF2FA"/>
                    </a:solidFill>
                  </a:tcPr>
                </a:tc>
                <a:tc>
                  <a:txBody>
                    <a:bodyPr/>
                    <a:lstStyle/>
                    <a:p>
                      <a:pPr algn="ctr">
                        <a:lnSpc>
                          <a:spcPct val="100000"/>
                        </a:lnSpc>
                      </a:pPr>
                      <a:r>
                        <a:rPr lang="en-US" sz="1600" b="1">
                          <a:solidFill>
                            <a:srgbClr val="355FAC"/>
                          </a:solidFill>
                          <a:latin typeface="SVN-Avo"/>
                        </a:rPr>
                        <a:t>5.711.600đ</a:t>
                      </a:r>
                    </a:p>
                  </a:txBody>
                  <a:tcPr marL="82296" marR="82296" marT="36576" marB="36576" anchor="ctr">
                    <a:solidFill>
                      <a:srgbClr val="ECF2FA"/>
                    </a:solidFill>
                  </a:tcPr>
                </a:tc>
                <a:tc>
                  <a:txBody>
                    <a:bodyPr/>
                    <a:lstStyle/>
                    <a:p>
                      <a:pPr algn="ctr">
                        <a:lnSpc>
                          <a:spcPct val="100000"/>
                        </a:lnSpc>
                      </a:pPr>
                      <a:r>
                        <a:rPr lang="en-US" sz="1600" b="1">
                          <a:solidFill>
                            <a:srgbClr val="355FAC"/>
                          </a:solidFill>
                          <a:latin typeface="SVN-Avo"/>
                        </a:rPr>
                        <a:t>44.100.000đ</a:t>
                      </a:r>
                    </a:p>
                  </a:txBody>
                  <a:tcPr marL="82296" marR="82296" marT="36576" marB="36576" anchor="ctr">
                    <a:solidFill>
                      <a:srgbClr val="ECF2FA"/>
                    </a:solidFill>
                  </a:tcPr>
                </a:tc>
                <a:tc>
                  <a:txBody>
                    <a:bodyPr/>
                    <a:lstStyle/>
                    <a:p>
                      <a:pPr algn="l">
                        <a:lnSpc>
                          <a:spcPct val="100000"/>
                        </a:lnSpc>
                      </a:pPr>
                      <a:r>
                        <a:rPr lang="vi-VN" sz="1600" b="1">
                          <a:solidFill>
                            <a:srgbClr val="355FAC"/>
                          </a:solidFill>
                          <a:latin typeface="SVN-Avo"/>
                        </a:rPr>
                        <a:t>Nội bộ thấp hơn 38.388.400đ</a:t>
                      </a:r>
                    </a:p>
                  </a:txBody>
                  <a:tcPr marL="82296" marR="82296" marT="36576" marB="36576" anchor="ctr">
                    <a:solidFill>
                      <a:srgbClr val="ECF2FA"/>
                    </a:solidFill>
                  </a:tcPr>
                </a:tc>
                <a:extLst>
                  <a:ext uri="{0D108BD9-81ED-4DB2-BD59-A6C34878D82A}">
                    <a16:rowId xmlns:a16="http://schemas.microsoft.com/office/drawing/2014/main" val="10003"/>
                  </a:ext>
                </a:extLst>
              </a:tr>
              <a:tr h="749808">
                <a:tc>
                  <a:txBody>
                    <a:bodyPr/>
                    <a:lstStyle/>
                    <a:p>
                      <a:pPr algn="l">
                        <a:lnSpc>
                          <a:spcPct val="100000"/>
                        </a:lnSpc>
                      </a:pPr>
                      <a:r>
                        <a:rPr lang="en-US" sz="1600" b="1">
                          <a:solidFill>
                            <a:srgbClr val="243858"/>
                          </a:solidFill>
                          <a:latin typeface="SVN-Avo"/>
                        </a:rPr>
                        <a:t>Bình quân / tài khoản / năm</a:t>
                      </a:r>
                    </a:p>
                  </a:txBody>
                  <a:tcPr marL="82296" marR="82296" marT="36576" marB="36576" anchor="ctr">
                    <a:solidFill>
                      <a:srgbClr val="F7FAF7"/>
                    </a:solidFill>
                  </a:tcPr>
                </a:tc>
                <a:tc>
                  <a:txBody>
                    <a:bodyPr/>
                    <a:lstStyle/>
                    <a:p>
                      <a:pPr algn="ctr">
                        <a:lnSpc>
                          <a:spcPct val="100000"/>
                        </a:lnSpc>
                      </a:pPr>
                      <a:r>
                        <a:rPr lang="en-US" sz="1600" b="0">
                          <a:solidFill>
                            <a:srgbClr val="243858"/>
                          </a:solidFill>
                          <a:latin typeface="SVN-Avo"/>
                        </a:rPr>
                        <a:t>81.594đ</a:t>
                      </a:r>
                    </a:p>
                  </a:txBody>
                  <a:tcPr marL="82296" marR="82296" marT="36576" marB="36576" anchor="ctr">
                    <a:solidFill>
                      <a:srgbClr val="F7FAF7"/>
                    </a:solidFill>
                  </a:tcPr>
                </a:tc>
                <a:tc>
                  <a:txBody>
                    <a:bodyPr/>
                    <a:lstStyle/>
                    <a:p>
                      <a:pPr algn="ctr">
                        <a:lnSpc>
                          <a:spcPct val="100000"/>
                        </a:lnSpc>
                      </a:pPr>
                      <a:r>
                        <a:rPr lang="en-US" sz="1600" b="0">
                          <a:solidFill>
                            <a:srgbClr val="243858"/>
                          </a:solidFill>
                          <a:latin typeface="SVN-Avo"/>
                        </a:rPr>
                        <a:t>630.000đ</a:t>
                      </a:r>
                    </a:p>
                  </a:txBody>
                  <a:tcPr marL="82296" marR="82296" marT="36576" marB="36576" anchor="ctr">
                    <a:solidFill>
                      <a:srgbClr val="F7FAF7"/>
                    </a:solidFill>
                  </a:tcPr>
                </a:tc>
                <a:tc>
                  <a:txBody>
                    <a:bodyPr/>
                    <a:lstStyle/>
                    <a:p>
                      <a:pPr algn="l">
                        <a:lnSpc>
                          <a:spcPct val="100000"/>
                        </a:lnSpc>
                      </a:pPr>
                      <a:r>
                        <a:rPr lang="vi-VN" sz="1600" b="0">
                          <a:solidFill>
                            <a:srgbClr val="243858"/>
                          </a:solidFill>
                          <a:latin typeface="SVN-Avo"/>
                        </a:rPr>
                        <a:t>Nội bộ thấp hơn 548.406đ / tài khoản</a:t>
                      </a:r>
                    </a:p>
                  </a:txBody>
                  <a:tcPr marL="82296" marR="82296" marT="36576" marB="36576" anchor="ctr">
                    <a:solidFill>
                      <a:srgbClr val="F7FAF7"/>
                    </a:solidFill>
                  </a:tcPr>
                </a:tc>
                <a:extLst>
                  <a:ext uri="{0D108BD9-81ED-4DB2-BD59-A6C34878D82A}">
                    <a16:rowId xmlns:a16="http://schemas.microsoft.com/office/drawing/2014/main" val="10004"/>
                  </a:ext>
                </a:extLst>
              </a:tr>
              <a:tr h="877824">
                <a:tc>
                  <a:txBody>
                    <a:bodyPr/>
                    <a:lstStyle/>
                    <a:p>
                      <a:pPr algn="l">
                        <a:lnSpc>
                          <a:spcPct val="100000"/>
                        </a:lnSpc>
                      </a:pPr>
                      <a:r>
                        <a:rPr lang="en-US" sz="1200" b="1">
                          <a:solidFill>
                            <a:srgbClr val="355FAC"/>
                          </a:solidFill>
                          <a:latin typeface="SVN-Avo"/>
                        </a:rPr>
                        <a:t>Nhận định</a:t>
                      </a:r>
                    </a:p>
                  </a:txBody>
                  <a:tcPr marL="82296" marR="82296" marT="36576" marB="36576" anchor="ctr">
                    <a:solidFill>
                      <a:srgbClr val="E9F6ED"/>
                    </a:solidFill>
                  </a:tcPr>
                </a:tc>
                <a:tc>
                  <a:txBody>
                    <a:bodyPr/>
                    <a:lstStyle/>
                    <a:p>
                      <a:pPr algn="ctr">
                        <a:lnSpc>
                          <a:spcPct val="100000"/>
                        </a:lnSpc>
                      </a:pPr>
                      <a:r>
                        <a:rPr lang="en-US" sz="1200" b="1">
                          <a:solidFill>
                            <a:srgbClr val="355FAC"/>
                          </a:solidFill>
                          <a:latin typeface="SVN-Avo"/>
                        </a:rPr>
                        <a:t>Tiết kiệm 87,0% trong năm đầu</a:t>
                      </a:r>
                    </a:p>
                  </a:txBody>
                  <a:tcPr marL="82296" marR="82296" marT="36576" marB="36576" anchor="ctr">
                    <a:solidFill>
                      <a:srgbClr val="E9F6ED"/>
                    </a:solidFill>
                  </a:tcPr>
                </a:tc>
                <a:tc>
                  <a:txBody>
                    <a:bodyPr/>
                    <a:lstStyle/>
                    <a:p>
                      <a:pPr algn="ctr">
                        <a:lnSpc>
                          <a:spcPct val="100000"/>
                        </a:lnSpc>
                      </a:pPr>
                      <a:r>
                        <a:rPr lang="en-US" sz="1200" b="1" dirty="0" err="1">
                          <a:solidFill>
                            <a:srgbClr val="355FAC"/>
                          </a:solidFill>
                          <a:latin typeface="SVN-Avo"/>
                        </a:rPr>
                        <a:t>Thuê</a:t>
                      </a:r>
                      <a:r>
                        <a:rPr lang="en-US" sz="1200" b="1" dirty="0">
                          <a:solidFill>
                            <a:srgbClr val="355FAC"/>
                          </a:solidFill>
                          <a:latin typeface="SVN-Avo"/>
                        </a:rPr>
                        <a:t> bao </a:t>
                      </a:r>
                      <a:r>
                        <a:rPr lang="en-US" sz="1200" b="1" dirty="0" err="1">
                          <a:solidFill>
                            <a:srgbClr val="355FAC"/>
                          </a:solidFill>
                          <a:latin typeface="SVN-Avo"/>
                        </a:rPr>
                        <a:t>lặp</a:t>
                      </a:r>
                      <a:r>
                        <a:rPr lang="en-US" sz="1200" b="1" dirty="0">
                          <a:solidFill>
                            <a:srgbClr val="355FAC"/>
                          </a:solidFill>
                          <a:latin typeface="SVN-Avo"/>
                        </a:rPr>
                        <a:t> </a:t>
                      </a:r>
                      <a:r>
                        <a:rPr lang="en-US" sz="1200" b="1" dirty="0" err="1">
                          <a:solidFill>
                            <a:srgbClr val="355FAC"/>
                          </a:solidFill>
                          <a:latin typeface="SVN-Avo"/>
                        </a:rPr>
                        <a:t>lại</a:t>
                      </a:r>
                      <a:r>
                        <a:rPr lang="en-US" sz="1200" b="1" dirty="0">
                          <a:solidFill>
                            <a:srgbClr val="355FAC"/>
                          </a:solidFill>
                          <a:latin typeface="SVN-Avo"/>
                        </a:rPr>
                        <a:t> </a:t>
                      </a:r>
                      <a:r>
                        <a:rPr lang="en-US" sz="1200" b="1" dirty="0" err="1">
                          <a:solidFill>
                            <a:srgbClr val="355FAC"/>
                          </a:solidFill>
                          <a:latin typeface="SVN-Avo"/>
                        </a:rPr>
                        <a:t>hằng</a:t>
                      </a:r>
                      <a:r>
                        <a:rPr lang="en-US" sz="1200" b="1" dirty="0">
                          <a:solidFill>
                            <a:srgbClr val="355FAC"/>
                          </a:solidFill>
                          <a:latin typeface="SVN-Avo"/>
                        </a:rPr>
                        <a:t> </a:t>
                      </a:r>
                      <a:r>
                        <a:rPr lang="en-US" sz="1200" b="1" dirty="0" err="1">
                          <a:solidFill>
                            <a:srgbClr val="355FAC"/>
                          </a:solidFill>
                          <a:latin typeface="SVN-Avo"/>
                        </a:rPr>
                        <a:t>năm</a:t>
                      </a:r>
                      <a:endParaRPr lang="en-US" sz="1200" b="1" dirty="0">
                        <a:solidFill>
                          <a:srgbClr val="355FAC"/>
                        </a:solidFill>
                        <a:latin typeface="SVN-Avo"/>
                      </a:endParaRPr>
                    </a:p>
                  </a:txBody>
                  <a:tcPr marL="82296" marR="82296" marT="36576" marB="36576" anchor="ctr">
                    <a:solidFill>
                      <a:srgbClr val="E9F6ED"/>
                    </a:solidFill>
                  </a:tcPr>
                </a:tc>
                <a:tc>
                  <a:txBody>
                    <a:bodyPr/>
                    <a:lstStyle/>
                    <a:p>
                      <a:pPr algn="l">
                        <a:lnSpc>
                          <a:spcPct val="100000"/>
                        </a:lnSpc>
                      </a:pPr>
                      <a:endParaRPr lang="vi-VN" sz="1200" b="1" dirty="0">
                        <a:solidFill>
                          <a:srgbClr val="355FAC"/>
                        </a:solidFill>
                        <a:latin typeface="SVN-Avo"/>
                      </a:endParaRPr>
                    </a:p>
                  </a:txBody>
                  <a:tcPr marL="82296" marR="82296" marT="36576" marB="36576" anchor="ctr">
                    <a:solidFill>
                      <a:srgbClr val="E9F6ED"/>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25987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2ACBC-C1CB-7DEA-7B0A-D2511ED02D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8AC16D-39A8-212D-C987-83DCE7CBF057}"/>
              </a:ext>
            </a:extLst>
          </p:cNvPr>
          <p:cNvSpPr>
            <a:spLocks noGrp="1"/>
          </p:cNvSpPr>
          <p:nvPr>
            <p:ph type="sldNum" sz="quarter" idx="11"/>
          </p:nvPr>
        </p:nvSpPr>
        <p:spPr/>
        <p:txBody>
          <a:bodyPr anchor="ctr"/>
          <a:lstStyle/>
          <a:p>
            <a:pPr algn="ctr"/>
            <a:r>
              <a:rPr lang="en-US" sz="800" i="1">
                <a:solidFill>
                  <a:srgbClr val="243858"/>
                </a:solidFill>
                <a:latin typeface="SVN-Avo"/>
              </a:rPr>
              <a:t>14</a:t>
            </a:r>
          </a:p>
        </p:txBody>
      </p:sp>
      <p:sp>
        <p:nvSpPr>
          <p:cNvPr id="5" name="Title 4">
            <a:extLst>
              <a:ext uri="{FF2B5EF4-FFF2-40B4-BE49-F238E27FC236}">
                <a16:creationId xmlns:a16="http://schemas.microsoft.com/office/drawing/2014/main" id="{3FF33391-B26E-94F6-69E3-67B0C17C677C}"/>
              </a:ext>
            </a:extLst>
          </p:cNvPr>
          <p:cNvSpPr>
            <a:spLocks noGrp="1"/>
          </p:cNvSpPr>
          <p:nvPr>
            <p:ph type="title"/>
          </p:nvPr>
        </p:nvSpPr>
        <p:spPr>
          <a:xfrm>
            <a:off x="475488" y="246888"/>
            <a:ext cx="11155680" cy="438912"/>
          </a:xfrm>
        </p:spPr>
        <p:txBody>
          <a:bodyPr wrap="square" lIns="18288" tIns="0" rIns="18288" bIns="0">
            <a:normAutofit/>
          </a:bodyPr>
          <a:lstStyle/>
          <a:p>
            <a:pPr algn="l">
              <a:spcBef>
                <a:spcPts val="0"/>
              </a:spcBef>
              <a:spcAft>
                <a:spcPts val="0"/>
              </a:spcAft>
            </a:pPr>
            <a:r>
              <a:rPr lang="vi-VN" sz="2400" b="1">
                <a:solidFill>
                  <a:srgbClr val="355FAC"/>
                </a:solidFill>
                <a:latin typeface="SVN-Avo" panose="02040603050506020204"/>
              </a:rPr>
              <a:t>DỰ TOÁN CHI PHÍ NĂM ĐẦU</a:t>
            </a:r>
            <a:endParaRPr lang="en-US">
              <a:latin typeface="SVN-Avo" panose="02040603050506020204"/>
            </a:endParaRPr>
          </a:p>
        </p:txBody>
      </p:sp>
      <p:graphicFrame>
        <p:nvGraphicFramePr>
          <p:cNvPr id="13" name="Table 12">
            <a:extLst>
              <a:ext uri="{FF2B5EF4-FFF2-40B4-BE49-F238E27FC236}">
                <a16:creationId xmlns:a16="http://schemas.microsoft.com/office/drawing/2014/main" id="{D5C7C427-99EE-6D05-2B6F-4747FADBFAA8}"/>
              </a:ext>
            </a:extLst>
          </p:cNvPr>
          <p:cNvGraphicFramePr>
            <a:graphicFrameLocks noGrp="1"/>
          </p:cNvGraphicFramePr>
          <p:nvPr>
            <p:extLst>
              <p:ext uri="{D42A27DB-BD31-4B8C-83A1-F6EECF244321}">
                <p14:modId xmlns:p14="http://schemas.microsoft.com/office/powerpoint/2010/main" val="2084435802"/>
              </p:ext>
            </p:extLst>
          </p:nvPr>
        </p:nvGraphicFramePr>
        <p:xfrm>
          <a:off x="566928" y="932688"/>
          <a:ext cx="11018520" cy="4270248"/>
        </p:xfrm>
        <a:graphic>
          <a:graphicData uri="http://schemas.openxmlformats.org/drawingml/2006/table">
            <a:tbl>
              <a:tblPr firstRow="1" bandRow="1">
                <a:tableStyleId>{93296810-A885-4BE3-A3E7-6D5BEEA58F35}</a:tableStyleId>
              </a:tblPr>
              <a:tblGrid>
                <a:gridCol w="530352">
                  <a:extLst>
                    <a:ext uri="{9D8B030D-6E8A-4147-A177-3AD203B41FA5}">
                      <a16:colId xmlns:a16="http://schemas.microsoft.com/office/drawing/2014/main" val="20000"/>
                    </a:ext>
                  </a:extLst>
                </a:gridCol>
                <a:gridCol w="2889504">
                  <a:extLst>
                    <a:ext uri="{9D8B030D-6E8A-4147-A177-3AD203B41FA5}">
                      <a16:colId xmlns:a16="http://schemas.microsoft.com/office/drawing/2014/main" val="20002"/>
                    </a:ext>
                  </a:extLst>
                </a:gridCol>
                <a:gridCol w="5074920">
                  <a:extLst>
                    <a:ext uri="{9D8B030D-6E8A-4147-A177-3AD203B41FA5}">
                      <a16:colId xmlns:a16="http://schemas.microsoft.com/office/drawing/2014/main" val="20003"/>
                    </a:ext>
                  </a:extLst>
                </a:gridCol>
                <a:gridCol w="2523744">
                  <a:extLst>
                    <a:ext uri="{9D8B030D-6E8A-4147-A177-3AD203B41FA5}">
                      <a16:colId xmlns:a16="http://schemas.microsoft.com/office/drawing/2014/main" val="20004"/>
                    </a:ext>
                  </a:extLst>
                </a:gridCol>
              </a:tblGrid>
              <a:tr h="384048">
                <a:tc>
                  <a:txBody>
                    <a:bodyPr/>
                    <a:lstStyle/>
                    <a:p>
                      <a:pPr algn="ctr">
                        <a:lnSpc>
                          <a:spcPct val="95000"/>
                        </a:lnSpc>
                        <a:spcBef>
                          <a:spcPts val="0"/>
                        </a:spcBef>
                        <a:spcAft>
                          <a:spcPts val="0"/>
                        </a:spcAft>
                      </a:pPr>
                      <a:r>
                        <a:rPr lang="en-US" sz="1600" b="1">
                          <a:solidFill>
                            <a:srgbClr val="FFFFFF"/>
                          </a:solidFill>
                          <a:latin typeface="SVN-Avo" panose="02040603050506020204"/>
                        </a:rPr>
                        <a:t>STT</a:t>
                      </a:r>
                      <a:endParaRPr lang="en-US" sz="1600" b="1" i="0">
                        <a:solidFill>
                          <a:schemeClr val="tx1"/>
                        </a:solidFill>
                        <a:latin typeface="SVN-Avo" panose="02040603050506020204"/>
                        <a:ea typeface="Century Gothic"/>
                        <a:cs typeface="Century Gothic"/>
                      </a:endParaRPr>
                    </a:p>
                  </a:txBody>
                  <a:tcPr marL="64008" marR="64008" marT="27432" marB="27432" anchor="ctr">
                    <a:solidFill>
                      <a:srgbClr val="43B649"/>
                    </a:solidFill>
                  </a:tcPr>
                </a:tc>
                <a:tc>
                  <a:txBody>
                    <a:bodyPr/>
                    <a:lstStyle/>
                    <a:p>
                      <a:pPr algn="ctr">
                        <a:lnSpc>
                          <a:spcPct val="95000"/>
                        </a:lnSpc>
                        <a:spcBef>
                          <a:spcPts val="0"/>
                        </a:spcBef>
                        <a:spcAft>
                          <a:spcPts val="0"/>
                        </a:spcAft>
                      </a:pPr>
                      <a:r>
                        <a:rPr lang="en-US" sz="1600" b="1">
                          <a:solidFill>
                            <a:srgbClr val="FFFFFF"/>
                          </a:solidFill>
                          <a:latin typeface="SVN-Avo" panose="02040603050506020204"/>
                        </a:rPr>
                        <a:t>Loại chi phí</a:t>
                      </a:r>
                      <a:endParaRPr lang="en-US" sz="1600" b="1" i="0" err="1">
                        <a:solidFill>
                          <a:schemeClr val="tx1"/>
                        </a:solidFill>
                        <a:latin typeface="SVN-Avo" panose="02040603050506020204"/>
                        <a:ea typeface="Century Gothic"/>
                        <a:cs typeface="Century Gothic"/>
                      </a:endParaRPr>
                    </a:p>
                  </a:txBody>
                  <a:tcPr marL="64008" marR="64008" marT="27432" marB="27432" anchor="ctr">
                    <a:solidFill>
                      <a:srgbClr val="43B649"/>
                    </a:solidFill>
                  </a:tcPr>
                </a:tc>
                <a:tc>
                  <a:txBody>
                    <a:bodyPr/>
                    <a:lstStyle/>
                    <a:p>
                      <a:pPr algn="ctr">
                        <a:lnSpc>
                          <a:spcPct val="95000"/>
                        </a:lnSpc>
                        <a:spcBef>
                          <a:spcPts val="0"/>
                        </a:spcBef>
                        <a:spcAft>
                          <a:spcPts val="0"/>
                        </a:spcAft>
                      </a:pPr>
                      <a:r>
                        <a:rPr lang="en-US" sz="1600" b="1">
                          <a:solidFill>
                            <a:srgbClr val="FFFFFF"/>
                          </a:solidFill>
                          <a:latin typeface="SVN-Avo" panose="02040603050506020204"/>
                        </a:rPr>
                        <a:t>Thuyết minh</a:t>
                      </a:r>
                      <a:endParaRPr lang="en-US" sz="1600" b="1" i="0" err="1">
                        <a:solidFill>
                          <a:schemeClr val="tx1"/>
                        </a:solidFill>
                        <a:latin typeface="SVN-Avo" panose="02040603050506020204"/>
                        <a:ea typeface="Century Gothic"/>
                        <a:cs typeface="Century Gothic"/>
                      </a:endParaRPr>
                    </a:p>
                  </a:txBody>
                  <a:tcPr marL="64008" marR="64008" marT="27432" marB="27432" anchor="ctr">
                    <a:solidFill>
                      <a:srgbClr val="43B649"/>
                    </a:solidFill>
                  </a:tcPr>
                </a:tc>
                <a:tc>
                  <a:txBody>
                    <a:bodyPr/>
                    <a:lstStyle/>
                    <a:p>
                      <a:pPr algn="ctr">
                        <a:lnSpc>
                          <a:spcPct val="95000"/>
                        </a:lnSpc>
                        <a:spcBef>
                          <a:spcPts val="0"/>
                        </a:spcBef>
                        <a:spcAft>
                          <a:spcPts val="0"/>
                        </a:spcAft>
                      </a:pPr>
                      <a:r>
                        <a:rPr lang="en-US" sz="1600" b="1">
                          <a:solidFill>
                            <a:srgbClr val="FFFFFF"/>
                          </a:solidFill>
                          <a:latin typeface="SVN-Avo" panose="02040603050506020204"/>
                        </a:rPr>
                        <a:t>Giá trị</a:t>
                      </a:r>
                      <a:endParaRPr lang="en-US" sz="1600" b="1" i="0" err="1">
                        <a:solidFill>
                          <a:schemeClr val="tx1"/>
                        </a:solidFill>
                        <a:latin typeface="SVN-Avo" panose="02040603050506020204"/>
                        <a:ea typeface="Century Gothic"/>
                        <a:cs typeface="Century Gothic"/>
                      </a:endParaRPr>
                    </a:p>
                  </a:txBody>
                  <a:tcPr marL="64008" marR="64008" marT="27432" marB="27432" anchor="ctr">
                    <a:solidFill>
                      <a:srgbClr val="43B649"/>
                    </a:solidFill>
                  </a:tcPr>
                </a:tc>
                <a:extLst>
                  <a:ext uri="{0D108BD9-81ED-4DB2-BD59-A6C34878D82A}">
                    <a16:rowId xmlns:a16="http://schemas.microsoft.com/office/drawing/2014/main" val="10000"/>
                  </a:ext>
                </a:extLst>
              </a:tr>
              <a:tr h="530352">
                <a:tc>
                  <a:txBody>
                    <a:bodyPr/>
                    <a:lstStyle/>
                    <a:p>
                      <a:pPr algn="ctr">
                        <a:lnSpc>
                          <a:spcPct val="95000"/>
                        </a:lnSpc>
                        <a:spcBef>
                          <a:spcPts val="0"/>
                        </a:spcBef>
                        <a:spcAft>
                          <a:spcPts val="0"/>
                        </a:spcAft>
                      </a:pPr>
                      <a:r>
                        <a:rPr lang="vi-VN" sz="1400" b="1" i="0">
                          <a:solidFill>
                            <a:srgbClr val="243858"/>
                          </a:solidFill>
                          <a:latin typeface="SVN-Avo" panose="02040603050506020204"/>
                          <a:ea typeface="Century Gothic"/>
                          <a:cs typeface="Century Gothic"/>
                        </a:rPr>
                        <a:t>I</a:t>
                      </a:r>
                      <a:endParaRPr lang="vi-VN" sz="1200" b="1" i="0">
                        <a:solidFill>
                          <a:srgbClr val="1F1F1F"/>
                        </a:solidFill>
                        <a:latin typeface="SVN-Avo" panose="02040603050506020204"/>
                        <a:ea typeface="Century Gothic"/>
                        <a:cs typeface="Century Gothic"/>
                      </a:endParaRPr>
                    </a:p>
                  </a:txBody>
                  <a:tcPr marL="64008" marR="64008" marT="27432" marB="27432" anchor="ctr">
                    <a:solidFill>
                      <a:srgbClr val="E9F6ED"/>
                    </a:solidFill>
                  </a:tcPr>
                </a:tc>
                <a:tc gridSpan="3">
                  <a:txBody>
                    <a:bodyPr/>
                    <a:lstStyle/>
                    <a:p>
                      <a:pPr marL="0" marR="0" lvl="0" indent="0" algn="l" defTabSz="914400" rtl="0" eaLnBrk="1" fontAlgn="auto" latinLnBrk="0" hangingPunct="1">
                        <a:lnSpc>
                          <a:spcPct val="95000"/>
                        </a:lnSpc>
                        <a:spcBef>
                          <a:spcPts val="0"/>
                        </a:spcBef>
                        <a:spcAft>
                          <a:spcPts val="0"/>
                        </a:spcAft>
                        <a:buClrTx/>
                        <a:buSzTx/>
                        <a:buFontTx/>
                        <a:buNone/>
                        <a:tabLst/>
                        <a:defRPr>
                          <a:latin typeface="SVN-Avo"/>
                        </a:defRPr>
                      </a:pPr>
                      <a:r>
                        <a:rPr lang="vi-VN" sz="1400" b="1">
                          <a:solidFill>
                            <a:srgbClr val="243858"/>
                          </a:solidFill>
                          <a:latin typeface="SVN-Avo" panose="02040603050506020204"/>
                        </a:rPr>
                        <a:t>Chi phí nền tảng bên thứ ba (khi gói miễn phí không đáp ứng)</a:t>
                      </a:r>
                      <a:endParaRPr lang="vi-VN" sz="2400">
                        <a:latin typeface="SVN-Avo"/>
                      </a:endParaRPr>
                    </a:p>
                  </a:txBody>
                  <a:tcPr marL="64008" marR="64008" marT="27432" marB="27432" anchor="ctr">
                    <a:solidFill>
                      <a:srgbClr val="E9F6ED"/>
                    </a:solidFill>
                  </a:tcPr>
                </a:tc>
                <a:tc hMerge="1">
                  <a:txBody>
                    <a:bodyPr/>
                    <a:lstStyle/>
                    <a:p>
                      <a:pPr algn="l">
                        <a:lnSpc>
                          <a:spcPct val="95000"/>
                        </a:lnSpc>
                        <a:spcBef>
                          <a:spcPts val="0"/>
                        </a:spcBef>
                        <a:spcAft>
                          <a:spcPts val="0"/>
                        </a:spcAft>
                      </a:pPr>
                      <a:endParaRPr lang="en-US" sz="1200" b="0" i="0">
                        <a:solidFill>
                          <a:srgbClr val="1F1F1F"/>
                        </a:solidFill>
                        <a:latin typeface="SVN-Avo" panose="02040603050506020204"/>
                        <a:ea typeface="Century Gothic"/>
                        <a:cs typeface="Century Gothic"/>
                      </a:endParaRPr>
                    </a:p>
                  </a:txBody>
                  <a:tcPr marL="64008" marR="64008" marT="27432" marB="27432" anchor="ctr">
                    <a:solidFill>
                      <a:srgbClr val="E9F6ED"/>
                    </a:solidFill>
                  </a:tcPr>
                </a:tc>
                <a:tc hMerge="1">
                  <a:txBody>
                    <a:bodyPr/>
                    <a:lstStyle/>
                    <a:p>
                      <a:pPr algn="ctr">
                        <a:lnSpc>
                          <a:spcPct val="95000"/>
                        </a:lnSpc>
                        <a:spcBef>
                          <a:spcPts val="0"/>
                        </a:spcBef>
                        <a:spcAft>
                          <a:spcPts val="0"/>
                        </a:spcAft>
                      </a:pPr>
                      <a:endParaRPr lang="en-US" sz="1200" b="0" i="0">
                        <a:solidFill>
                          <a:srgbClr val="1F1F1F"/>
                        </a:solidFill>
                        <a:latin typeface="SVN-Avo" panose="02040603050506020204"/>
                        <a:ea typeface="Century Gothic"/>
                        <a:cs typeface="Century Gothic"/>
                      </a:endParaRPr>
                    </a:p>
                  </a:txBody>
                  <a:tcPr marL="64008" marR="64008" marT="27432" marB="27432" anchor="ctr">
                    <a:solidFill>
                      <a:srgbClr val="E9F6ED"/>
                    </a:solidFill>
                  </a:tcPr>
                </a:tc>
                <a:extLst>
                  <a:ext uri="{0D108BD9-81ED-4DB2-BD59-A6C34878D82A}">
                    <a16:rowId xmlns:a16="http://schemas.microsoft.com/office/drawing/2014/main" val="3084718022"/>
                  </a:ext>
                </a:extLst>
              </a:tr>
              <a:tr h="475488">
                <a:tc>
                  <a:txBody>
                    <a:bodyPr/>
                    <a:lstStyle/>
                    <a:p>
                      <a:pPr algn="ctr">
                        <a:lnSpc>
                          <a:spcPct val="95000"/>
                        </a:lnSpc>
                        <a:spcBef>
                          <a:spcPts val="0"/>
                        </a:spcBef>
                        <a:spcAft>
                          <a:spcPts val="0"/>
                        </a:spcAft>
                      </a:pPr>
                      <a:r>
                        <a:rPr lang="vi-VN" sz="1200" b="0" i="0">
                          <a:solidFill>
                            <a:srgbClr val="243858"/>
                          </a:solidFill>
                          <a:latin typeface="SVN-Avo"/>
                          <a:ea typeface="Century Gothic"/>
                          <a:cs typeface="Century Gothic"/>
                        </a:rPr>
                        <a:t>1</a:t>
                      </a:r>
                    </a:p>
                  </a:txBody>
                  <a:tcPr marL="64008" marR="64008" marT="27432" marB="27432" anchor="ctr">
                    <a:solidFill>
                      <a:srgbClr val="FFFFFF"/>
                    </a:solidFill>
                  </a:tcPr>
                </a:tc>
                <a:tc>
                  <a:txBody>
                    <a:bodyPr/>
                    <a:lstStyle/>
                    <a:p>
                      <a:pPr algn="l">
                        <a:lnSpc>
                          <a:spcPct val="95000"/>
                        </a:lnSpc>
                        <a:spcBef>
                          <a:spcPts val="0"/>
                        </a:spcBef>
                        <a:spcAft>
                          <a:spcPts val="0"/>
                        </a:spcAft>
                      </a:pPr>
                      <a:r>
                        <a:rPr lang="en-US" sz="1200" b="0">
                          <a:solidFill>
                            <a:srgbClr val="243858"/>
                          </a:solidFill>
                          <a:latin typeface="SVN-Avo" panose="02040603050506020204"/>
                        </a:rPr>
                        <a:t>Tài khoản nhà phát triển Apple</a:t>
                      </a:r>
                      <a:endParaRPr lang="en-US" sz="1200" b="0" i="0">
                        <a:solidFill>
                          <a:srgbClr val="1F1F1F"/>
                        </a:solidFill>
                        <a:latin typeface="SVN-Avo" panose="02040603050506020204"/>
                        <a:ea typeface="Century Gothic"/>
                        <a:cs typeface="Century Gothic"/>
                      </a:endParaRPr>
                    </a:p>
                  </a:txBody>
                  <a:tcPr marL="64008" marR="64008" marT="27432" marB="27432" anchor="ctr">
                    <a:solidFill>
                      <a:srgbClr val="FFFFFF"/>
                    </a:solidFill>
                  </a:tcPr>
                </a:tc>
                <a:tc>
                  <a:txBody>
                    <a:bodyPr/>
                    <a:lstStyle/>
                    <a:p>
                      <a:pPr algn="l">
                        <a:lnSpc>
                          <a:spcPct val="95000"/>
                        </a:lnSpc>
                        <a:spcBef>
                          <a:spcPts val="0"/>
                        </a:spcBef>
                        <a:spcAft>
                          <a:spcPts val="0"/>
                        </a:spcAft>
                      </a:pPr>
                      <a:r>
                        <a:rPr lang="en-US" sz="1200" b="0">
                          <a:solidFill>
                            <a:srgbClr val="243858"/>
                          </a:solidFill>
                          <a:latin typeface="SVN-Avo" panose="02040603050506020204"/>
                        </a:rPr>
                        <a:t>99 USD/năm × 25.900đ</a:t>
                      </a:r>
                      <a:endParaRPr lang="en-US" sz="1200" b="0" i="0">
                        <a:solidFill>
                          <a:srgbClr val="1F1F1F"/>
                        </a:solidFill>
                        <a:latin typeface="SVN-Avo" panose="02040603050506020204"/>
                        <a:ea typeface="Century Gothic"/>
                        <a:cs typeface="Century Gothic"/>
                      </a:endParaRPr>
                    </a:p>
                  </a:txBody>
                  <a:tcPr marL="64008" marR="64008" marT="27432" marB="27432" anchor="ctr">
                    <a:solidFill>
                      <a:srgbClr val="FFFFFF"/>
                    </a:solidFill>
                  </a:tcPr>
                </a:tc>
                <a:tc>
                  <a:txBody>
                    <a:bodyPr/>
                    <a:lstStyle/>
                    <a:p>
                      <a:pPr algn="ctr">
                        <a:lnSpc>
                          <a:spcPct val="95000"/>
                        </a:lnSpc>
                        <a:spcBef>
                          <a:spcPts val="0"/>
                        </a:spcBef>
                        <a:spcAft>
                          <a:spcPts val="0"/>
                        </a:spcAft>
                      </a:pPr>
                      <a:r>
                        <a:rPr lang="vi-VN" sz="1200" b="0">
                          <a:solidFill>
                            <a:srgbClr val="243858"/>
                          </a:solidFill>
                          <a:latin typeface="SVN-Avo" panose="02040603050506020204"/>
                        </a:rPr>
                        <a:t>2.564.100đ/năm</a:t>
                      </a:r>
                      <a:endParaRPr lang="vi-VN" sz="1200" b="0" i="0">
                        <a:solidFill>
                          <a:srgbClr val="1F1F1F"/>
                        </a:solidFill>
                        <a:latin typeface="SVN-Avo" panose="02040603050506020204"/>
                        <a:ea typeface="Century Gothic"/>
                        <a:cs typeface="Century Gothic"/>
                      </a:endParaRPr>
                    </a:p>
                  </a:txBody>
                  <a:tcPr marL="64008" marR="64008" marT="27432" marB="27432" anchor="ctr">
                    <a:solidFill>
                      <a:srgbClr val="FFFFFF"/>
                    </a:solidFill>
                  </a:tcPr>
                </a:tc>
                <a:extLst>
                  <a:ext uri="{0D108BD9-81ED-4DB2-BD59-A6C34878D82A}">
                    <a16:rowId xmlns:a16="http://schemas.microsoft.com/office/drawing/2014/main" val="10003"/>
                  </a:ext>
                </a:extLst>
              </a:tr>
              <a:tr h="475488">
                <a:tc>
                  <a:txBody>
                    <a:bodyPr/>
                    <a:lstStyle/>
                    <a:p>
                      <a:pPr algn="ctr">
                        <a:lnSpc>
                          <a:spcPct val="95000"/>
                        </a:lnSpc>
                        <a:spcBef>
                          <a:spcPts val="0"/>
                        </a:spcBef>
                        <a:spcAft>
                          <a:spcPts val="0"/>
                        </a:spcAft>
                      </a:pPr>
                      <a:r>
                        <a:rPr lang="vi-VN" sz="1200" b="0" i="0">
                          <a:solidFill>
                            <a:srgbClr val="243858"/>
                          </a:solidFill>
                          <a:latin typeface="SVN-Avo"/>
                          <a:ea typeface="Century Gothic"/>
                          <a:cs typeface="Century Gothic"/>
                        </a:rPr>
                        <a:t>2</a:t>
                      </a:r>
                    </a:p>
                  </a:txBody>
                  <a:tcPr marL="64008" marR="64008" marT="27432" marB="27432" anchor="ctr">
                    <a:solidFill>
                      <a:srgbClr val="F7FAF7"/>
                    </a:solidFill>
                  </a:tcPr>
                </a:tc>
                <a:tc>
                  <a:txBody>
                    <a:bodyPr/>
                    <a:lstStyle/>
                    <a:p>
                      <a:pPr algn="l">
                        <a:lnSpc>
                          <a:spcPct val="95000"/>
                        </a:lnSpc>
                        <a:spcBef>
                          <a:spcPts val="0"/>
                        </a:spcBef>
                        <a:spcAft>
                          <a:spcPts val="0"/>
                        </a:spcAft>
                      </a:pPr>
                      <a:r>
                        <a:rPr lang="en-US" sz="1200" b="0">
                          <a:solidFill>
                            <a:srgbClr val="243858"/>
                          </a:solidFill>
                          <a:latin typeface="SVN-Avo" panose="02040603050506020204"/>
                        </a:rPr>
                        <a:t>Tài khoản Google Play</a:t>
                      </a:r>
                      <a:endParaRPr lang="en-US" sz="1200" b="0" i="0">
                        <a:solidFill>
                          <a:srgbClr val="1F1F1F"/>
                        </a:solidFill>
                        <a:latin typeface="SVN-Avo" panose="02040603050506020204"/>
                        <a:ea typeface="Century Gothic"/>
                        <a:cs typeface="Century Gothic"/>
                      </a:endParaRPr>
                    </a:p>
                  </a:txBody>
                  <a:tcPr marL="64008" marR="64008" marT="27432" marB="27432" anchor="ctr">
                    <a:solidFill>
                      <a:srgbClr val="F7FAF7"/>
                    </a:solidFill>
                  </a:tcPr>
                </a:tc>
                <a:tc>
                  <a:txBody>
                    <a:bodyPr/>
                    <a:lstStyle/>
                    <a:p>
                      <a:pPr algn="l">
                        <a:lnSpc>
                          <a:spcPct val="95000"/>
                        </a:lnSpc>
                        <a:spcBef>
                          <a:spcPts val="0"/>
                        </a:spcBef>
                        <a:spcAft>
                          <a:spcPts val="0"/>
                        </a:spcAft>
                      </a:pPr>
                      <a:r>
                        <a:rPr lang="en-US" sz="1200" b="0">
                          <a:solidFill>
                            <a:srgbClr val="243858"/>
                          </a:solidFill>
                          <a:latin typeface="SVN-Avo" panose="02040603050506020204"/>
                        </a:rPr>
                        <a:t>25 USD trả một lần × 25.900đ</a:t>
                      </a:r>
                      <a:endParaRPr lang="en-US" sz="1200" b="0" i="0">
                        <a:solidFill>
                          <a:srgbClr val="1F1F1F"/>
                        </a:solidFill>
                        <a:latin typeface="SVN-Avo" panose="02040603050506020204"/>
                        <a:ea typeface="Century Gothic"/>
                        <a:cs typeface="Century Gothic"/>
                      </a:endParaRPr>
                    </a:p>
                  </a:txBody>
                  <a:tcPr marL="64008" marR="64008" marT="27432" marB="27432" anchor="ctr">
                    <a:solidFill>
                      <a:srgbClr val="F7FAF7"/>
                    </a:solidFill>
                  </a:tcPr>
                </a:tc>
                <a:tc>
                  <a:txBody>
                    <a:bodyPr/>
                    <a:lstStyle/>
                    <a:p>
                      <a:pPr algn="ctr">
                        <a:lnSpc>
                          <a:spcPct val="95000"/>
                        </a:lnSpc>
                        <a:spcBef>
                          <a:spcPts val="0"/>
                        </a:spcBef>
                        <a:spcAft>
                          <a:spcPts val="0"/>
                        </a:spcAft>
                      </a:pPr>
                      <a:r>
                        <a:rPr lang="vi-VN" sz="1200" b="0" i="0">
                          <a:solidFill>
                            <a:srgbClr val="243858"/>
                          </a:solidFill>
                          <a:latin typeface="SVN-Avo" panose="02040603050506020204"/>
                          <a:ea typeface="Century Gothic"/>
                          <a:cs typeface="Century Gothic"/>
                        </a:rPr>
                        <a:t>647.500đ</a:t>
                      </a:r>
                      <a:endParaRPr lang="vi-VN" sz="1200" b="0" i="0">
                        <a:solidFill>
                          <a:srgbClr val="1F1F1F"/>
                        </a:solidFill>
                        <a:latin typeface="SVN-Avo" panose="02040603050506020204"/>
                        <a:ea typeface="Century Gothic"/>
                        <a:cs typeface="Century Gothic"/>
                      </a:endParaRPr>
                    </a:p>
                  </a:txBody>
                  <a:tcPr marL="64008" marR="64008" marT="27432" marB="27432" anchor="ctr">
                    <a:solidFill>
                      <a:srgbClr val="F7FAF7"/>
                    </a:solidFill>
                  </a:tcPr>
                </a:tc>
                <a:extLst>
                  <a:ext uri="{0D108BD9-81ED-4DB2-BD59-A6C34878D82A}">
                    <a16:rowId xmlns:a16="http://schemas.microsoft.com/office/drawing/2014/main" val="10004"/>
                  </a:ext>
                </a:extLst>
              </a:tr>
              <a:tr h="475488">
                <a:tc>
                  <a:txBody>
                    <a:bodyPr/>
                    <a:lstStyle/>
                    <a:p>
                      <a:pPr algn="ctr">
                        <a:lnSpc>
                          <a:spcPct val="95000"/>
                        </a:lnSpc>
                        <a:spcBef>
                          <a:spcPts val="0"/>
                        </a:spcBef>
                        <a:spcAft>
                          <a:spcPts val="0"/>
                        </a:spcAft>
                      </a:pPr>
                      <a:r>
                        <a:rPr lang="vi-VN" sz="1200" b="0" i="0">
                          <a:solidFill>
                            <a:srgbClr val="243858"/>
                          </a:solidFill>
                          <a:latin typeface="SVN-Avo"/>
                          <a:ea typeface="Century Gothic"/>
                          <a:cs typeface="Century Gothic"/>
                        </a:rPr>
                        <a:t>3</a:t>
                      </a:r>
                    </a:p>
                  </a:txBody>
                  <a:tcPr marL="64008" marR="64008" marT="27432" marB="27432" anchor="ctr">
                    <a:solidFill>
                      <a:srgbClr val="FFFFFF"/>
                    </a:solidFill>
                  </a:tcPr>
                </a:tc>
                <a:tc>
                  <a:txBody>
                    <a:bodyPr/>
                    <a:lstStyle/>
                    <a:p>
                      <a:pPr algn="l">
                        <a:lnSpc>
                          <a:spcPct val="95000"/>
                        </a:lnSpc>
                        <a:spcBef>
                          <a:spcPts val="0"/>
                        </a:spcBef>
                        <a:spcAft>
                          <a:spcPts val="0"/>
                        </a:spcAft>
                      </a:pPr>
                      <a:r>
                        <a:rPr lang="en-US" sz="1200" b="0">
                          <a:solidFill>
                            <a:srgbClr val="243858"/>
                          </a:solidFill>
                          <a:latin typeface="SVN-Avo" panose="02040603050506020204"/>
                        </a:rPr>
                        <a:t>Dịch vụ bản đồ Goong Maps</a:t>
                      </a:r>
                      <a:endParaRPr lang="en-US" sz="1200" b="0" i="0">
                        <a:solidFill>
                          <a:srgbClr val="1F1F1F"/>
                        </a:solidFill>
                        <a:latin typeface="SVN-Avo" panose="02040603050506020204"/>
                        <a:ea typeface="Century Gothic"/>
                        <a:cs typeface="Century Gothic"/>
                      </a:endParaRPr>
                    </a:p>
                  </a:txBody>
                  <a:tcPr marL="64008" marR="64008" marT="27432" marB="27432" anchor="ctr">
                    <a:solidFill>
                      <a:srgbClr val="FFFFFF"/>
                    </a:solidFill>
                  </a:tcPr>
                </a:tc>
                <a:tc>
                  <a:txBody>
                    <a:bodyPr/>
                    <a:lstStyle/>
                    <a:p>
                      <a:pPr algn="l">
                        <a:lnSpc>
                          <a:spcPct val="95000"/>
                        </a:lnSpc>
                        <a:spcBef>
                          <a:spcPts val="0"/>
                        </a:spcBef>
                        <a:spcAft>
                          <a:spcPts val="0"/>
                        </a:spcAft>
                      </a:pPr>
                      <a:endParaRPr lang="en-US" sz="1400" b="0" i="0">
                        <a:solidFill>
                          <a:srgbClr val="1F1F1F"/>
                        </a:solidFill>
                        <a:latin typeface="SVN-Avo" panose="02040603050506020204"/>
                        <a:ea typeface="Century Gothic"/>
                        <a:cs typeface="Century Gothic"/>
                      </a:endParaRPr>
                    </a:p>
                  </a:txBody>
                  <a:tcPr marL="64008" marR="64008" marT="27432" marB="27432" anchor="ctr">
                    <a:solidFill>
                      <a:srgbClr val="FFFFFF"/>
                    </a:solidFill>
                  </a:tcPr>
                </a:tc>
                <a:tc>
                  <a:txBody>
                    <a:bodyPr/>
                    <a:lstStyle/>
                    <a:p>
                      <a:pPr algn="ctr">
                        <a:lnSpc>
                          <a:spcPct val="95000"/>
                        </a:lnSpc>
                        <a:spcBef>
                          <a:spcPts val="0"/>
                        </a:spcBef>
                        <a:spcAft>
                          <a:spcPts val="0"/>
                        </a:spcAft>
                      </a:pPr>
                      <a:r>
                        <a:rPr lang="vi-VN" sz="1200" b="0" i="0">
                          <a:solidFill>
                            <a:srgbClr val="243858"/>
                          </a:solidFill>
                          <a:latin typeface="SVN-Avo" panose="02040603050506020204"/>
                          <a:ea typeface="Century Gothic"/>
                          <a:cs typeface="Century Gothic"/>
                        </a:rPr>
                        <a:t>2.500.000đ/năm</a:t>
                      </a:r>
                      <a:endParaRPr lang="vi-VN" sz="1200" b="0" i="0">
                        <a:solidFill>
                          <a:srgbClr val="1F1F1F"/>
                        </a:solidFill>
                        <a:latin typeface="SVN-Avo" panose="02040603050506020204"/>
                        <a:ea typeface="Century Gothic"/>
                        <a:cs typeface="Century Gothic"/>
                      </a:endParaRPr>
                    </a:p>
                  </a:txBody>
                  <a:tcPr marL="64008" marR="64008" marT="27432" marB="27432" anchor="ctr">
                    <a:solidFill>
                      <a:srgbClr val="FFFFFF"/>
                    </a:solidFill>
                  </a:tcPr>
                </a:tc>
                <a:extLst>
                  <a:ext uri="{0D108BD9-81ED-4DB2-BD59-A6C34878D82A}">
                    <a16:rowId xmlns:a16="http://schemas.microsoft.com/office/drawing/2014/main" val="10005"/>
                  </a:ext>
                </a:extLst>
              </a:tr>
              <a:tr h="475488">
                <a:tc>
                  <a:txBody>
                    <a:bodyPr/>
                    <a:lstStyle/>
                    <a:p>
                      <a:pPr algn="ctr">
                        <a:lnSpc>
                          <a:spcPct val="95000"/>
                        </a:lnSpc>
                        <a:spcBef>
                          <a:spcPts val="0"/>
                        </a:spcBef>
                        <a:spcAft>
                          <a:spcPts val="0"/>
                        </a:spcAft>
                      </a:pPr>
                      <a:endParaRPr lang="en-US" sz="1400" b="0" i="0">
                        <a:solidFill>
                          <a:srgbClr val="1F1F1F"/>
                        </a:solidFill>
                        <a:latin typeface="SVN-Avo" panose="02040603050506020204"/>
                        <a:ea typeface="Century Gothic"/>
                        <a:cs typeface="Century Gothic"/>
                      </a:endParaRPr>
                    </a:p>
                  </a:txBody>
                  <a:tcPr marL="64008" marR="64008" marT="27432" marB="27432" anchor="ctr">
                    <a:solidFill>
                      <a:srgbClr val="ECF2FA"/>
                    </a:solidFill>
                  </a:tcPr>
                </a:tc>
                <a:tc>
                  <a:txBody>
                    <a:bodyPr/>
                    <a:lstStyle/>
                    <a:p>
                      <a:pPr marL="0" marR="0" lvl="0" indent="0" algn="l" defTabSz="914400" rtl="0" eaLnBrk="1" fontAlgn="auto" latinLnBrk="0" hangingPunct="1">
                        <a:lnSpc>
                          <a:spcPct val="95000"/>
                        </a:lnSpc>
                        <a:spcBef>
                          <a:spcPts val="0"/>
                        </a:spcBef>
                        <a:spcAft>
                          <a:spcPts val="0"/>
                        </a:spcAft>
                        <a:buClrTx/>
                        <a:buSzTx/>
                        <a:buFontTx/>
                        <a:buNone/>
                        <a:tabLst/>
                        <a:defRPr>
                          <a:latin typeface="SVN-Avo"/>
                        </a:defRPr>
                      </a:pPr>
                      <a:r>
                        <a:rPr lang="en-US" sz="1400" b="1">
                          <a:solidFill>
                            <a:srgbClr val="355FAC"/>
                          </a:solidFill>
                          <a:latin typeface="SVN-Avo" panose="02040603050506020204"/>
                        </a:rPr>
                        <a:t>Tổng chi phí nền tảng năm đầu</a:t>
                      </a:r>
                      <a:endParaRPr lang="en-US" sz="1400" b="1" i="0" err="1">
                        <a:solidFill>
                          <a:srgbClr val="1F1F1F"/>
                        </a:solidFill>
                        <a:latin typeface="SVN-Avo" panose="02040603050506020204"/>
                        <a:ea typeface="Century Gothic"/>
                        <a:cs typeface="Century Gothic"/>
                      </a:endParaRPr>
                    </a:p>
                  </a:txBody>
                  <a:tcPr marL="64008" marR="64008" marT="27432" marB="27432" anchor="ctr">
                    <a:solidFill>
                      <a:srgbClr val="ECF2FA"/>
                    </a:solidFill>
                  </a:tcPr>
                </a:tc>
                <a:tc>
                  <a:txBody>
                    <a:bodyPr/>
                    <a:lstStyle/>
                    <a:p>
                      <a:pPr algn="l">
                        <a:lnSpc>
                          <a:spcPct val="95000"/>
                        </a:lnSpc>
                        <a:spcBef>
                          <a:spcPts val="0"/>
                        </a:spcBef>
                        <a:spcAft>
                          <a:spcPts val="0"/>
                        </a:spcAft>
                      </a:pPr>
                      <a:endParaRPr lang="en-US" sz="1400" b="0" i="0">
                        <a:solidFill>
                          <a:srgbClr val="1F1F1F"/>
                        </a:solidFill>
                        <a:latin typeface="SVN-Avo" panose="02040603050506020204"/>
                        <a:ea typeface="Century Gothic"/>
                        <a:cs typeface="Century Gothic"/>
                      </a:endParaRPr>
                    </a:p>
                  </a:txBody>
                  <a:tcPr marL="64008" marR="64008" marT="27432" marB="27432" anchor="ctr">
                    <a:solidFill>
                      <a:srgbClr val="ECF2FA"/>
                    </a:solidFill>
                  </a:tcPr>
                </a:tc>
                <a:tc>
                  <a:txBody>
                    <a:bodyPr/>
                    <a:lstStyle/>
                    <a:p>
                      <a:pPr algn="ctr">
                        <a:lnSpc>
                          <a:spcPct val="95000"/>
                        </a:lnSpc>
                        <a:spcBef>
                          <a:spcPts val="0"/>
                        </a:spcBef>
                        <a:spcAft>
                          <a:spcPts val="0"/>
                        </a:spcAft>
                      </a:pPr>
                      <a:r>
                        <a:rPr lang="vi-VN" sz="1400" b="1" i="0" dirty="0">
                          <a:solidFill>
                            <a:srgbClr val="355FAC"/>
                          </a:solidFill>
                          <a:latin typeface="SVN-Avo" panose="02040603050506020204"/>
                          <a:ea typeface="Century Gothic"/>
                          <a:cs typeface="Century Gothic"/>
                        </a:rPr>
                        <a:t>5.711.600đ</a:t>
                      </a:r>
                      <a:endParaRPr lang="vi-VN" sz="1400" b="1" i="0" dirty="0">
                        <a:solidFill>
                          <a:srgbClr val="1F1F1F"/>
                        </a:solidFill>
                        <a:latin typeface="SVN-Avo" panose="02040603050506020204"/>
                        <a:ea typeface="Century Gothic"/>
                        <a:cs typeface="Century Gothic"/>
                      </a:endParaRPr>
                    </a:p>
                  </a:txBody>
                  <a:tcPr marL="64008" marR="64008" marT="27432" marB="27432" anchor="ctr">
                    <a:solidFill>
                      <a:srgbClr val="ECF2FA"/>
                    </a:solidFill>
                  </a:tcPr>
                </a:tc>
                <a:extLst>
                  <a:ext uri="{0D108BD9-81ED-4DB2-BD59-A6C34878D82A}">
                    <a16:rowId xmlns:a16="http://schemas.microsoft.com/office/drawing/2014/main" val="1628724508"/>
                  </a:ext>
                </a:extLst>
              </a:tr>
              <a:tr h="502920">
                <a:tc>
                  <a:txBody>
                    <a:bodyPr/>
                    <a:lstStyle/>
                    <a:p>
                      <a:pPr algn="ctr">
                        <a:lnSpc>
                          <a:spcPct val="95000"/>
                        </a:lnSpc>
                        <a:spcBef>
                          <a:spcPts val="0"/>
                        </a:spcBef>
                        <a:spcAft>
                          <a:spcPts val="0"/>
                        </a:spcAft>
                      </a:pPr>
                      <a:r>
                        <a:rPr lang="en-US" sz="1400" b="1">
                          <a:solidFill>
                            <a:srgbClr val="243858"/>
                          </a:solidFill>
                          <a:latin typeface="SVN-Avo" panose="02040603050506020204"/>
                        </a:rPr>
                        <a:t>II</a:t>
                      </a:r>
                      <a:endParaRPr lang="en-US" sz="1400" b="1" i="0">
                        <a:solidFill>
                          <a:srgbClr val="1F1F1F"/>
                        </a:solidFill>
                        <a:latin typeface="SVN-Avo" panose="02040603050506020204"/>
                        <a:ea typeface="Century Gothic"/>
                        <a:cs typeface="Century Gothic"/>
                      </a:endParaRPr>
                    </a:p>
                  </a:txBody>
                  <a:tcPr marL="64008" marR="64008" marT="27432" marB="27432" anchor="ctr">
                    <a:solidFill>
                      <a:srgbClr val="E9F6ED"/>
                    </a:solidFill>
                  </a:tcPr>
                </a:tc>
                <a:tc gridSpan="3">
                  <a:txBody>
                    <a:bodyPr/>
                    <a:lstStyle/>
                    <a:p>
                      <a:pPr algn="l">
                        <a:lnSpc>
                          <a:spcPct val="95000"/>
                        </a:lnSpc>
                        <a:spcBef>
                          <a:spcPts val="0"/>
                        </a:spcBef>
                        <a:spcAft>
                          <a:spcPts val="0"/>
                        </a:spcAft>
                      </a:pPr>
                      <a:r>
                        <a:rPr lang="vi-VN" sz="1400" b="1" i="0" dirty="0">
                          <a:solidFill>
                            <a:srgbClr val="1F1F1F"/>
                          </a:solidFill>
                          <a:latin typeface="SVN-Avo" panose="02040603050506020204"/>
                          <a:ea typeface="Century Gothic"/>
                          <a:cs typeface="Century Gothic"/>
                        </a:rPr>
                        <a:t>Chi phí xây dựng, bảo trì ứng dụng (Nhận 1 lần sau nghiệm thu dự án)</a:t>
                      </a:r>
                    </a:p>
                  </a:txBody>
                  <a:tcPr marL="64008" marR="64008" marT="27432" marB="27432" anchor="ctr">
                    <a:solidFill>
                      <a:srgbClr val="E9F6ED"/>
                    </a:solidFill>
                  </a:tcPr>
                </a:tc>
                <a:tc hMerge="1">
                  <a:txBody>
                    <a:bodyPr/>
                    <a:lstStyle/>
                    <a:p>
                      <a:pPr algn="l">
                        <a:lnSpc>
                          <a:spcPct val="95000"/>
                        </a:lnSpc>
                        <a:spcBef>
                          <a:spcPts val="0"/>
                        </a:spcBef>
                        <a:spcAft>
                          <a:spcPts val="0"/>
                        </a:spcAft>
                      </a:pPr>
                      <a:endParaRPr lang="en-US" sz="1100" b="0" i="0">
                        <a:solidFill>
                          <a:srgbClr val="1F1F1F"/>
                        </a:solidFill>
                        <a:latin typeface="SVN-Avo" panose="02040603050506020204"/>
                        <a:ea typeface="Century Gothic"/>
                        <a:cs typeface="Century Gothic"/>
                      </a:endParaRPr>
                    </a:p>
                  </a:txBody>
                  <a:tcPr marL="64008" marR="64008" marT="27432" marB="27432" anchor="ctr">
                    <a:solidFill>
                      <a:srgbClr val="E9F6ED"/>
                    </a:solidFill>
                  </a:tcPr>
                </a:tc>
                <a:tc hMerge="1">
                  <a:txBody>
                    <a:bodyPr/>
                    <a:lstStyle/>
                    <a:p>
                      <a:pPr algn="ctr">
                        <a:lnSpc>
                          <a:spcPct val="95000"/>
                        </a:lnSpc>
                        <a:spcBef>
                          <a:spcPts val="0"/>
                        </a:spcBef>
                        <a:spcAft>
                          <a:spcPts val="0"/>
                        </a:spcAft>
                      </a:pPr>
                      <a:endParaRPr lang="en-US" sz="1100" b="0" i="0">
                        <a:solidFill>
                          <a:srgbClr val="1F1F1F"/>
                        </a:solidFill>
                        <a:latin typeface="SVN-Avo" panose="02040603050506020204"/>
                        <a:ea typeface="Century Gothic"/>
                        <a:cs typeface="Century Gothic"/>
                      </a:endParaRPr>
                    </a:p>
                  </a:txBody>
                  <a:tcPr marL="64008" marR="64008" marT="27432" marB="27432" anchor="ctr">
                    <a:solidFill>
                      <a:srgbClr val="E9F6ED"/>
                    </a:solidFill>
                  </a:tcPr>
                </a:tc>
                <a:extLst>
                  <a:ext uri="{0D108BD9-81ED-4DB2-BD59-A6C34878D82A}">
                    <a16:rowId xmlns:a16="http://schemas.microsoft.com/office/drawing/2014/main" val="10006"/>
                  </a:ext>
                </a:extLst>
              </a:tr>
              <a:tr h="475488">
                <a:tc>
                  <a:txBody>
                    <a:bodyPr/>
                    <a:lstStyle/>
                    <a:p>
                      <a:pPr algn="ctr">
                        <a:lnSpc>
                          <a:spcPct val="95000"/>
                        </a:lnSpc>
                        <a:spcBef>
                          <a:spcPts val="0"/>
                        </a:spcBef>
                        <a:spcAft>
                          <a:spcPts val="0"/>
                        </a:spcAft>
                      </a:pPr>
                      <a:r>
                        <a:rPr lang="vi-VN" sz="1200" b="0" i="0">
                          <a:solidFill>
                            <a:srgbClr val="243858"/>
                          </a:solidFill>
                          <a:latin typeface="SVN-Avo" panose="02040603050506020204"/>
                          <a:ea typeface="Century Gothic"/>
                          <a:cs typeface="Century Gothic"/>
                        </a:rPr>
                        <a:t>4</a:t>
                      </a:r>
                      <a:endParaRPr lang="vi-VN" sz="1200" b="0" i="0">
                        <a:solidFill>
                          <a:srgbClr val="1F1F1F"/>
                        </a:solidFill>
                        <a:latin typeface="SVN-Avo" panose="02040603050506020204"/>
                        <a:ea typeface="Century Gothic"/>
                        <a:cs typeface="Century Gothic"/>
                      </a:endParaRPr>
                    </a:p>
                  </a:txBody>
                  <a:tcPr marL="64008" marR="64008" marT="27432" marB="27432" anchor="ctr">
                    <a:solidFill>
                      <a:srgbClr val="F7FAF7"/>
                    </a:solidFill>
                  </a:tcPr>
                </a:tc>
                <a:tc>
                  <a:txBody>
                    <a:bodyPr/>
                    <a:lstStyle/>
                    <a:p>
                      <a:pPr algn="l">
                        <a:lnSpc>
                          <a:spcPct val="95000"/>
                        </a:lnSpc>
                        <a:spcBef>
                          <a:spcPts val="0"/>
                        </a:spcBef>
                        <a:spcAft>
                          <a:spcPts val="0"/>
                        </a:spcAft>
                      </a:pPr>
                      <a:r>
                        <a:rPr lang="en-US" sz="1200" b="0">
                          <a:solidFill>
                            <a:srgbClr val="243858"/>
                          </a:solidFill>
                          <a:latin typeface="SVN-Avo" panose="02040603050506020204"/>
                        </a:rPr>
                        <a:t>Chi phí nghiệm thu và bàn giao</a:t>
                      </a:r>
                      <a:endParaRPr lang="en-US" sz="1200" b="0" err="1">
                        <a:solidFill>
                          <a:srgbClr val="243858"/>
                        </a:solidFill>
                        <a:latin typeface="SVN-Avo" panose="02040603050506020204"/>
                      </a:endParaRPr>
                    </a:p>
                  </a:txBody>
                  <a:tcPr marL="64008" marR="64008" marT="27432" marB="27432" anchor="ctr">
                    <a:solidFill>
                      <a:srgbClr val="F7FAF7"/>
                    </a:solidFill>
                  </a:tcPr>
                </a:tc>
                <a:tc>
                  <a:txBody>
                    <a:bodyPr/>
                    <a:lstStyle/>
                    <a:p>
                      <a:pPr algn="l">
                        <a:lnSpc>
                          <a:spcPct val="95000"/>
                        </a:lnSpc>
                        <a:spcBef>
                          <a:spcPts val="0"/>
                        </a:spcBef>
                        <a:spcAft>
                          <a:spcPts val="0"/>
                        </a:spcAft>
                      </a:pPr>
                      <a:r>
                        <a:rPr lang="vi-VN" sz="1200" b="0" dirty="0">
                          <a:solidFill>
                            <a:srgbClr val="243858"/>
                          </a:solidFill>
                          <a:latin typeface="SVN-Avo" panose="02040603050506020204"/>
                        </a:rPr>
                        <a:t>Chi phí khen thưởng thi đua</a:t>
                      </a:r>
                    </a:p>
                  </a:txBody>
                  <a:tcPr marL="64008" marR="64008" marT="27432" marB="27432" anchor="ctr">
                    <a:solidFill>
                      <a:srgbClr val="F7FAF7"/>
                    </a:solidFill>
                  </a:tcPr>
                </a:tc>
                <a:tc>
                  <a:txBody>
                    <a:bodyPr/>
                    <a:lstStyle/>
                    <a:p>
                      <a:pPr marL="0" marR="0" lvl="0" indent="0" algn="ctr" defTabSz="914400" rtl="0" eaLnBrk="1" fontAlgn="auto" latinLnBrk="0" hangingPunct="1">
                        <a:lnSpc>
                          <a:spcPct val="95000"/>
                        </a:lnSpc>
                        <a:spcBef>
                          <a:spcPts val="0"/>
                        </a:spcBef>
                        <a:spcAft>
                          <a:spcPts val="0"/>
                        </a:spcAft>
                        <a:buClrTx/>
                        <a:buSzTx/>
                        <a:buFontTx/>
                        <a:buNone/>
                        <a:tabLst/>
                        <a:defRPr>
                          <a:latin typeface="SVN-Avo"/>
                        </a:defRPr>
                      </a:pPr>
                      <a:r>
                        <a:rPr lang="vi-VN" sz="1200" b="0" i="0" dirty="0">
                          <a:solidFill>
                            <a:srgbClr val="243858"/>
                          </a:solidFill>
                          <a:latin typeface="SVN-Avo"/>
                        </a:rPr>
                        <a:t>25.000.000đ</a:t>
                      </a:r>
                      <a:endParaRPr lang="vi-VN" sz="2400" dirty="0">
                        <a:latin typeface="SVN-Avo"/>
                      </a:endParaRPr>
                    </a:p>
                  </a:txBody>
                  <a:tcPr marL="64008" marR="64008" marT="27432" marB="27432" anchor="ctr">
                    <a:solidFill>
                      <a:srgbClr val="F7FAF7"/>
                    </a:solidFill>
                  </a:tcPr>
                </a:tc>
                <a:extLst>
                  <a:ext uri="{0D108BD9-81ED-4DB2-BD59-A6C34878D82A}">
                    <a16:rowId xmlns:a16="http://schemas.microsoft.com/office/drawing/2014/main" val="10007"/>
                  </a:ext>
                </a:extLst>
              </a:tr>
              <a:tr h="475488">
                <a:tc>
                  <a:txBody>
                    <a:bodyPr/>
                    <a:lstStyle/>
                    <a:p>
                      <a:pPr algn="ctr">
                        <a:lnSpc>
                          <a:spcPct val="95000"/>
                        </a:lnSpc>
                        <a:spcBef>
                          <a:spcPts val="0"/>
                        </a:spcBef>
                        <a:spcAft>
                          <a:spcPts val="0"/>
                        </a:spcAft>
                      </a:pPr>
                      <a:endParaRPr lang="en-US" sz="2800">
                        <a:latin typeface="SVN-Avo" panose="02040603050506020204"/>
                      </a:endParaRPr>
                    </a:p>
                  </a:txBody>
                  <a:tcPr marL="64008" marR="64008" marT="27432" marB="27432" anchor="ctr">
                    <a:solidFill>
                      <a:srgbClr val="ECF2FA"/>
                    </a:solidFill>
                  </a:tcPr>
                </a:tc>
                <a:tc>
                  <a:txBody>
                    <a:bodyPr/>
                    <a:lstStyle/>
                    <a:p>
                      <a:pPr algn="l">
                        <a:lnSpc>
                          <a:spcPct val="95000"/>
                        </a:lnSpc>
                        <a:spcBef>
                          <a:spcPts val="0"/>
                        </a:spcBef>
                        <a:spcAft>
                          <a:spcPts val="0"/>
                        </a:spcAft>
                      </a:pPr>
                      <a:r>
                        <a:rPr lang="en-US" sz="1400" b="1">
                          <a:solidFill>
                            <a:srgbClr val="355FAC"/>
                          </a:solidFill>
                          <a:latin typeface="SVN-Avo" panose="02040603050506020204"/>
                        </a:rPr>
                        <a:t>Tổng​</a:t>
                      </a:r>
                      <a:endParaRPr lang="en-US" sz="1400" b="1" i="0">
                        <a:solidFill>
                          <a:srgbClr val="1F1F1F"/>
                        </a:solidFill>
                        <a:latin typeface="SVN-Avo" panose="02040603050506020204"/>
                        <a:ea typeface="Century Gothic"/>
                        <a:cs typeface="Century Gothic"/>
                      </a:endParaRPr>
                    </a:p>
                  </a:txBody>
                  <a:tcPr marL="64008" marR="64008" marT="27432" marB="27432" anchor="ctr">
                    <a:solidFill>
                      <a:srgbClr val="ECF2FA"/>
                    </a:solidFill>
                  </a:tcPr>
                </a:tc>
                <a:tc>
                  <a:txBody>
                    <a:bodyPr/>
                    <a:lstStyle/>
                    <a:p>
                      <a:pPr algn="l">
                        <a:lnSpc>
                          <a:spcPct val="95000"/>
                        </a:lnSpc>
                        <a:spcBef>
                          <a:spcPts val="0"/>
                        </a:spcBef>
                        <a:spcAft>
                          <a:spcPts val="0"/>
                        </a:spcAft>
                      </a:pPr>
                      <a:endParaRPr lang="en-US" sz="1400" b="1" i="0">
                        <a:solidFill>
                          <a:srgbClr val="1F1F1F"/>
                        </a:solidFill>
                        <a:latin typeface="SVN-Avo" panose="02040603050506020204"/>
                        <a:ea typeface="Century Gothic"/>
                        <a:cs typeface="Century Gothic"/>
                      </a:endParaRPr>
                    </a:p>
                  </a:txBody>
                  <a:tcPr marL="64008" marR="64008" marT="27432" marB="27432" anchor="ctr">
                    <a:solidFill>
                      <a:srgbClr val="ECF2FA"/>
                    </a:solidFill>
                  </a:tcPr>
                </a:tc>
                <a:tc>
                  <a:txBody>
                    <a:bodyPr/>
                    <a:lstStyle/>
                    <a:p>
                      <a:pPr algn="ctr">
                        <a:lnSpc>
                          <a:spcPct val="95000"/>
                        </a:lnSpc>
                        <a:spcBef>
                          <a:spcPts val="0"/>
                        </a:spcBef>
                        <a:spcAft>
                          <a:spcPts val="0"/>
                        </a:spcAft>
                      </a:pPr>
                      <a:r>
                        <a:rPr lang="vi-VN" sz="1400" b="1" dirty="0">
                          <a:solidFill>
                            <a:srgbClr val="355FAC"/>
                          </a:solidFill>
                          <a:latin typeface="SVN-Avo" panose="02040603050506020204"/>
                        </a:rPr>
                        <a:t>25.000.000đ</a:t>
                      </a:r>
                      <a:endParaRPr lang="vi-VN" sz="1400" b="1" i="0" dirty="0">
                        <a:solidFill>
                          <a:srgbClr val="1F1F1F"/>
                        </a:solidFill>
                        <a:latin typeface="SVN-Avo" panose="02040603050506020204"/>
                        <a:ea typeface="Century Gothic"/>
                        <a:cs typeface="Century Gothic"/>
                      </a:endParaRPr>
                    </a:p>
                  </a:txBody>
                  <a:tcPr marL="64008" marR="64008" marT="27432" marB="27432" anchor="ctr">
                    <a:solidFill>
                      <a:srgbClr val="ECF2FA"/>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60403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07B2A2B-1DEB-234D-9924-8492A6681879}"/>
              </a:ext>
            </a:extLst>
          </p:cNvPr>
          <p:cNvPicPr>
            <a:picLocks noChangeAspect="1"/>
          </p:cNvPicPr>
          <p:nvPr/>
        </p:nvPicPr>
        <p:blipFill>
          <a:blip r:embed="rId2"/>
          <a:stretch>
            <a:fillRect/>
          </a:stretch>
        </p:blipFill>
        <p:spPr>
          <a:xfrm>
            <a:off x="0" y="0"/>
            <a:ext cx="12192000" cy="6862164"/>
          </a:xfrm>
          <a:prstGeom prst="rect">
            <a:avLst/>
          </a:prstGeom>
        </p:spPr>
      </p:pic>
      <p:pic>
        <p:nvPicPr>
          <p:cNvPr id="31" name="Picture 30">
            <a:extLst>
              <a:ext uri="{FF2B5EF4-FFF2-40B4-BE49-F238E27FC236}">
                <a16:creationId xmlns:a16="http://schemas.microsoft.com/office/drawing/2014/main" id="{E2A62318-BEF2-7249-B4EC-282F6AB493C4}"/>
              </a:ext>
            </a:extLst>
          </p:cNvPr>
          <p:cNvPicPr>
            <a:picLocks noChangeAspect="1"/>
          </p:cNvPicPr>
          <p:nvPr/>
        </p:nvPicPr>
        <p:blipFill>
          <a:blip r:embed="rId3"/>
          <a:stretch>
            <a:fillRect/>
          </a:stretch>
        </p:blipFill>
        <p:spPr>
          <a:xfrm>
            <a:off x="4483100" y="1667976"/>
            <a:ext cx="3225800" cy="3522047"/>
          </a:xfrm>
          <a:prstGeom prst="rect">
            <a:avLst/>
          </a:prstGeom>
        </p:spPr>
      </p:pic>
      <p:sp>
        <p:nvSpPr>
          <p:cNvPr id="34" name="Polish closing thank you"/>
          <p:cNvSpPr txBox="1"/>
          <p:nvPr/>
        </p:nvSpPr>
        <p:spPr>
          <a:xfrm>
            <a:off x="3657600" y="5321808"/>
            <a:ext cx="4873752" cy="384048"/>
          </a:xfrm>
          <a:prstGeom prst="rect">
            <a:avLst/>
          </a:prstGeom>
          <a:noFill/>
        </p:spPr>
        <p:txBody>
          <a:bodyPr wrap="square" lIns="0" tIns="0" rIns="0" bIns="0">
            <a:spAutoFit/>
          </a:bodyPr>
          <a:lstStyle/>
          <a:p>
            <a:pPr algn="ctr"/>
            <a:r>
              <a:rPr sz="1800" b="1">
                <a:solidFill>
                  <a:srgbClr val="FFFFFF"/>
                </a:solidFill>
                <a:latin typeface="SVN-Avo"/>
              </a:rPr>
              <a:t>TRÂN TRỌNG CẢM ƠN</a:t>
            </a:r>
          </a:p>
        </p:txBody>
      </p:sp>
    </p:spTree>
    <p:extLst>
      <p:ext uri="{BB962C8B-B14F-4D97-AF65-F5344CB8AC3E}">
        <p14:creationId xmlns:p14="http://schemas.microsoft.com/office/powerpoint/2010/main" val="2724815737"/>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3175"/>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lides Template VTHM" id="{3319E795-6A11-3E4E-82BE-29C8994999E1}" vid="{C38FF34D-B292-1B40-84A0-4DFD3DFFDD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DD996A4-D94C-4CBB-8C4A-329A82DFC254}">
  <we:reference id="wa200005107" version="1.1.0.0" store="en-US" storeType="OMEX"/>
  <we:alternateReferences>
    <we:reference id="wa200005107" version="1.1.0.0" store="wa20000510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FF99F9E1301E44B337A1F1E5C2B352" ma:contentTypeVersion="14" ma:contentTypeDescription="Create a new document." ma:contentTypeScope="" ma:versionID="1ddf07b49928109ac161caedb18fecd8">
  <xsd:schema xmlns:xsd="http://www.w3.org/2001/XMLSchema" xmlns:xs="http://www.w3.org/2001/XMLSchema" xmlns:p="http://schemas.microsoft.com/office/2006/metadata/properties" xmlns:ns2="667dc3eb-8274-4440-b682-8c8edf255aa2" xmlns:ns3="cc930991-13d4-4e71-a3f0-c3d82580556e" targetNamespace="http://schemas.microsoft.com/office/2006/metadata/properties" ma:root="true" ma:fieldsID="1a739dbe90fff63f93c1daf6debbbfb1" ns2:_="" ns3:_="">
    <xsd:import namespace="667dc3eb-8274-4440-b682-8c8edf255aa2"/>
    <xsd:import namespace="cc930991-13d4-4e71-a3f0-c3d82580556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2:MediaServiceGenerationTime" minOccurs="0"/>
                <xsd:element ref="ns2:MediaServiceEventHashCode" minOccurs="0"/>
                <xsd:element ref="ns3:SharedWithUsers" minOccurs="0"/>
                <xsd:element ref="ns3:SharedWithDetails" minOccurs="0"/>
                <xsd:element ref="ns2:MediaServiceOCR"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7dc3eb-8274-4440-b682-8c8edf255a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3dde26f-ad56-4a27-894f-2aa9242a74a8"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930991-13d4-4e71-a3f0-c3d82580556e"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67dc3eb-8274-4440-b682-8c8edf255aa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898A633-A31D-4B34-99E4-D0F0224EDBBC}">
  <ds:schemaRefs>
    <ds:schemaRef ds:uri="667dc3eb-8274-4440-b682-8c8edf255aa2"/>
    <ds:schemaRef ds:uri="cc930991-13d4-4e71-a3f0-c3d82580556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7B38E9C-53F4-45B7-BB77-8539BB7040F8}">
  <ds:schemaRefs>
    <ds:schemaRef ds:uri="http://schemas.microsoft.com/sharepoint/v3/contenttype/forms"/>
  </ds:schemaRefs>
</ds:datastoreItem>
</file>

<file path=customXml/itemProps3.xml><?xml version="1.0" encoding="utf-8"?>
<ds:datastoreItem xmlns:ds="http://schemas.openxmlformats.org/officeDocument/2006/customXml" ds:itemID="{0E111B19-7283-4751-B1F8-E7CC95678A87}">
  <ds:schemaRefs>
    <ds:schemaRef ds:uri="667dc3eb-8274-4440-b682-8c8edf255aa2"/>
    <ds:schemaRef ds:uri="76aba3a4-d161-46ff-a8bc-4fbccd4605a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Slides Template VTHM</Template>
  <TotalTime>2</TotalTime>
  <Words>1480</Words>
  <Application>Microsoft Office PowerPoint</Application>
  <PresentationFormat>Widescreen</PresentationFormat>
  <Paragraphs>194</Paragraphs>
  <Slides>16</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SVN-Avo</vt:lpstr>
      <vt:lpstr>Arial</vt:lpstr>
      <vt:lpstr>Calibri</vt:lpstr>
      <vt:lpstr>Corbel</vt:lpstr>
      <vt:lpstr>Office Theme</vt:lpstr>
      <vt:lpstr>DỰ ÁN DMS VTHM</vt:lpstr>
      <vt:lpstr>HIỆN TRẠNG &amp; ĐỊNH HƯỚNG THAY ĐỔI</vt:lpstr>
      <vt:lpstr>MÔ-ĐUN CHẤM CÔNG</vt:lpstr>
      <vt:lpstr>BIỂU MẪU</vt:lpstr>
      <vt:lpstr>NHẬP LIỆU BẰNG GIỌNG NÓI</vt:lpstr>
      <vt:lpstr>CHẤM ĐIỂM TRƯNG BÀY</vt:lpstr>
      <vt:lpstr>RỦI RO VỀ DỮ LIỆU</vt:lpstr>
      <vt:lpstr>GIAO DIỆN</vt:lpstr>
      <vt:lpstr>ƯU, NHƯỢC ĐIỂM CỦA DMS MOBIWORK</vt:lpstr>
      <vt:lpstr>ƯU, NHƯỢC ĐIỂM CỦA APP DMS NỘI BỘ</vt:lpstr>
      <vt:lpstr>PHƯƠNG ÁN TRIỂN KHAI GIAI ĐOẠN 1</vt:lpstr>
      <vt:lpstr>LỘ TRÌNH TRIỂN KHAI</vt:lpstr>
      <vt:lpstr>SO SÁNH TỔNG THỂ DỊCH VỤ BẢN ĐỒ</vt:lpstr>
      <vt:lpstr>SO SÁNH CHI PHÍ NĂM ĐẦU: NỘI BỘ &amp; MOBIWORK</vt:lpstr>
      <vt:lpstr>DỰ TOÁN CHI PHÍ NĂM ĐẦU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 CUỘC HỌP</dc:title>
  <dc:creator>Nguyen Quang Truong</dc:creator>
  <cp:lastModifiedBy>Nguyễn Xuân Quyết</cp:lastModifiedBy>
  <cp:revision>1</cp:revision>
  <cp:lastPrinted>2021-08-11T04:33:02Z</cp:lastPrinted>
  <dcterms:created xsi:type="dcterms:W3CDTF">2021-08-02T04:53:35Z</dcterms:created>
  <dcterms:modified xsi:type="dcterms:W3CDTF">2026-09-11T08:00:59Z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0x010100A6FF99F9E1301E44B337A1F1E5C2B352</vt:lpwstr>
  </property>
  <property fmtid="{D5CDD505-2E9C-101B-9397-08002B2CF9AE}" pid="3" name="MediaServiceImageTags">
    <vt:lpwstr/>
  </property>
</Properties>
</file>