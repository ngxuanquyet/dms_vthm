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autoCompressPictures="0">
  <p:sldMasterIdLst>
    <p:sldMasterId id="2147483648" r:id="rId4"/>
  </p:sldMasterIdLst>
  <p:notesMasterIdLst>
    <p:notesMasterId r:id="rId21"/>
  </p:notesMasterIdLst>
  <p:handoutMasterIdLst>
    <p:handoutMasterId r:id="rId22"/>
  </p:handoutMasterIdLst>
  <p:sldIdLst>
    <p:sldId id="256" r:id="rId14"/>
    <p:sldId id="257" r:id="rId15"/>
    <p:sldId id="258" r:id="rId16"/>
    <p:sldId id="259" r:id="rId17"/>
    <p:sldId id="260" r:id="rId18"/>
    <p:sldId id="261" r:id="rId19"/>
    <p:sldId id="262" r:id="rId20"/>
    <p:sldId id="263" r:id="rId13"/>
    <p:sldId id="264" r:id="rId12"/>
    <p:sldId id="265" r:id="rId11"/>
    <p:sldId id="266" r:id="rId10"/>
    <p:sldId id="267" r:id="rId9"/>
    <p:sldId id="268" r:id="rId8"/>
    <p:sldId id="269" r:id="rId7"/>
    <p:sldId id="270" r:id="rId6"/>
    <p:sldId id="271" r:id="rId5"/>
    <p:sldId id="272" r:id="rId30"/>
    <p:sldId id="273" r:id="rId31"/>
    <p:sldId id="274" r:id="rId32"/>
    <p:sldId id="275" r:id="rId33"/>
    <p:sldId id="276" r:id="rId34"/>
    <p:sldId id="277" r:id="rId35"/>
    <p:sldId id="278" r:id="rId36"/>
    <p:sldId id="279" r:id="rId37"/>
    <p:sldId id="280" r:id="rId38"/>
    <p:sldId id="281" r:id="rId39"/>
    <p:sldId id="282" r:id="rId40"/>
    <p:sldId id="283" r:id="rId41"/>
    <p:sldId id="284" r:id="rId42"/>
    <p:sldId id="285" r:id="rId43"/>
    <p:sldId id="286" r:id="rId44"/>
    <p:sldId id="287" r:id="rId45"/>
    <p:sldId id="288" r:id="rId46"/>
    <p:sldId id="289" r:id="rId47"/>
    <p:sldId id="290" r:id="rId48"/>
    <p:sldId id="291" r:id="rId49"/>
    <p:sldId id="292" r:id="rId50"/>
    <p:sldId id="293" r:id="rId51"/>
    <p:sldId id="294" r:id="rId52"/>
    <p:sldId id="295" r:id="rId53"/>
    <p:sldId id="296" r:id="rId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hái VITTO.Lê Hoàng" initials="TVH" lastIdx="1" clrIdx="0">
    <p:extLst>
      <p:ext uri="{19B8F6BF-5375-455C-9EA6-DF929625EA0E}">
        <p15:presenceInfo xmlns:p15="http://schemas.microsoft.com/office/powerpoint/2012/main" userId="S::thailh.vitto@symper.vn::c06815dc-3bc2-4af7-9d5f-edb2b0e6fecd"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55FAC"/>
    <a:srgbClr val="00B05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D8192C-7DB9-4B37-BE7F-5CF28BB4B168}" v="5766" dt="2026-09-11T08:00:58.877"/>
    <p1510:client id="{5EF0D343-A772-D770-784F-84FC401BEDEB}" v="134" dt="2026-09-11T02:42:12.528"/>
    <p1510:client id="{F6346F6B-E901-C80B-E828-E3F04CB95E91}" v="37" dt="2026-09-11T02:47:28.290"/>
  </p1510:revLst>
</p1510:revInfo>
</file>

<file path=ppt/tableStyles.xml><?xml version="1.0" encoding="utf-8"?>
<a:tblStyleLst xmlns:a="http://schemas.openxmlformats.org/drawingml/2006/main" def="{073A0DAA-6AF3-43AB-8588-CEC1D06C72B9}">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6.xml"/><Relationship Id="rId6" Type="http://schemas.openxmlformats.org/officeDocument/2006/relationships/slide" Target="slides/slide15.xml"/><Relationship Id="rId7" Type="http://schemas.openxmlformats.org/officeDocument/2006/relationships/slide" Target="slides/slide14.xml"/><Relationship Id="rId8" Type="http://schemas.openxmlformats.org/officeDocument/2006/relationships/slide" Target="slides/slide13.xml"/><Relationship Id="rId9" Type="http://schemas.openxmlformats.org/officeDocument/2006/relationships/slide" Target="slides/slide12.xml"/><Relationship Id="rId10" Type="http://schemas.openxmlformats.org/officeDocument/2006/relationships/slide" Target="slides/slide11.xml"/><Relationship Id="rId11" Type="http://schemas.openxmlformats.org/officeDocument/2006/relationships/slide" Target="slides/slide10.xml"/><Relationship Id="rId12" Type="http://schemas.openxmlformats.org/officeDocument/2006/relationships/slide" Target="slides/slide9.xml"/><Relationship Id="rId13" Type="http://schemas.openxmlformats.org/officeDocument/2006/relationships/slide" Target="slides/slide8.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notesMaster" Target="notesMasters/notesMaster1.xml"/><Relationship Id="rId22" Type="http://schemas.openxmlformats.org/officeDocument/2006/relationships/handoutMaster" Target="handoutMasters/handoutMaster1.xml"/><Relationship Id="rId23" Type="http://schemas.openxmlformats.org/officeDocument/2006/relationships/commentAuthors" Target="commentAuthors.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 Id="rId28" Type="http://schemas.microsoft.com/office/2016/11/relationships/changesInfo" Target="changesInfos/changesInfo1.xml"/><Relationship Id="rId29" Type="http://schemas.microsoft.com/office/2015/10/relationships/revisionInfo" Target="revisionInfo.xml"/><Relationship Id="rId30" Type="http://schemas.openxmlformats.org/officeDocument/2006/relationships/slide" Target="slides/slide17.xml"/><Relationship Id="rId31" Type="http://schemas.openxmlformats.org/officeDocument/2006/relationships/slide" Target="slides/slide18.xml"/><Relationship Id="rId32" Type="http://schemas.openxmlformats.org/officeDocument/2006/relationships/slide" Target="slides/slide19.xml"/><Relationship Id="rId33" Type="http://schemas.openxmlformats.org/officeDocument/2006/relationships/slide" Target="slides/slide20.xml"/><Relationship Id="rId34" Type="http://schemas.openxmlformats.org/officeDocument/2006/relationships/slide" Target="slides/slide21.xml"/><Relationship Id="rId35" Type="http://schemas.openxmlformats.org/officeDocument/2006/relationships/slide" Target="slides/slide22.xml"/><Relationship Id="rId36" Type="http://schemas.openxmlformats.org/officeDocument/2006/relationships/slide" Target="slides/slide23.xml"/><Relationship Id="rId37" Type="http://schemas.openxmlformats.org/officeDocument/2006/relationships/slide" Target="slides/slide24.xml"/><Relationship Id="rId38" Type="http://schemas.openxmlformats.org/officeDocument/2006/relationships/slide" Target="slides/slide25.xml"/><Relationship Id="rId39" Type="http://schemas.openxmlformats.org/officeDocument/2006/relationships/slide" Target="slides/slide26.xml"/><Relationship Id="rId40" Type="http://schemas.openxmlformats.org/officeDocument/2006/relationships/slide" Target="slides/slide27.xml"/><Relationship Id="rId41" Type="http://schemas.openxmlformats.org/officeDocument/2006/relationships/slide" Target="slides/slide28.xml"/><Relationship Id="rId42" Type="http://schemas.openxmlformats.org/officeDocument/2006/relationships/slide" Target="slides/slide29.xml"/><Relationship Id="rId43" Type="http://schemas.openxmlformats.org/officeDocument/2006/relationships/slide" Target="slides/slide30.xml"/><Relationship Id="rId44" Type="http://schemas.openxmlformats.org/officeDocument/2006/relationships/slide" Target="slides/slide31.xml"/><Relationship Id="rId45" Type="http://schemas.openxmlformats.org/officeDocument/2006/relationships/slide" Target="slides/slide32.xml"/><Relationship Id="rId46" Type="http://schemas.openxmlformats.org/officeDocument/2006/relationships/slide" Target="slides/slide33.xml"/><Relationship Id="rId47" Type="http://schemas.openxmlformats.org/officeDocument/2006/relationships/slide" Target="slides/slide34.xml"/><Relationship Id="rId48" Type="http://schemas.openxmlformats.org/officeDocument/2006/relationships/slide" Target="slides/slide35.xml"/><Relationship Id="rId49" Type="http://schemas.openxmlformats.org/officeDocument/2006/relationships/slide" Target="slides/slide36.xml"/><Relationship Id="rId50" Type="http://schemas.openxmlformats.org/officeDocument/2006/relationships/slide" Target="slides/slide37.xml"/><Relationship Id="rId51" Type="http://schemas.openxmlformats.org/officeDocument/2006/relationships/slide" Target="slides/slide38.xml"/><Relationship Id="rId52" Type="http://schemas.openxmlformats.org/officeDocument/2006/relationships/slide" Target="slides/slide39.xml"/><Relationship Id="rId53" Type="http://schemas.openxmlformats.org/officeDocument/2006/relationships/slide" Target="slides/slide40.xml"/><Relationship Id="rId54" Type="http://schemas.openxmlformats.org/officeDocument/2006/relationships/slide" Target="slides/slide4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guyễn Xuân Quyết" userId="S::quyetnx@vthmgroup.vn::6f9fc323-a13a-4b00-81e7-c14d17e156e8" providerId="AD" clId="Web-{5EF0D343-A772-D770-784F-84FC401BEDEB}"/>
    <pc:docChg chg="modSld">
      <pc:chgData name="Nguyễn Xuân Quyết" userId="S::quyetnx@vthmgroup.vn::6f9fc323-a13a-4b00-81e7-c14d17e156e8" providerId="AD" clId="Web-{5EF0D343-A772-D770-784F-84FC401BEDEB}" dt="2026-09-11T02:42:10.263" v="105"/>
      <pc:docMkLst>
        <pc:docMk/>
      </pc:docMkLst>
      <pc:sldChg chg="modSp">
        <pc:chgData name="Nguyễn Xuân Quyết" userId="S::quyetnx@vthmgroup.vn::6f9fc323-a13a-4b00-81e7-c14d17e156e8" providerId="AD" clId="Web-{5EF0D343-A772-D770-784F-84FC401BEDEB}" dt="2026-09-11T02:42:10.263" v="105"/>
        <pc:sldMkLst>
          <pc:docMk/>
          <pc:sldMk cId="3960403681" sldId="8085"/>
        </pc:sldMkLst>
        <pc:graphicFrameChg chg="mod modGraphic">
          <ac:chgData name="Nguyễn Xuân Quyết" userId="S::quyetnx@vthmgroup.vn::6f9fc323-a13a-4b00-81e7-c14d17e156e8" providerId="AD" clId="Web-{5EF0D343-A772-D770-784F-84FC401BEDEB}" dt="2026-09-11T02:42:10.263" v="105"/>
          <ac:graphicFrameMkLst>
            <pc:docMk/>
            <pc:sldMk cId="3960403681" sldId="8085"/>
            <ac:graphicFrameMk id="13" creationId="{D5C7C427-99EE-6D05-2B6F-4747FADBFAA8}"/>
          </ac:graphicFrameMkLst>
        </pc:graphicFrameChg>
      </pc:sldChg>
    </pc:docChg>
  </pc:docChgLst>
  <pc:docChgLst>
    <pc:chgData name="Nguyễn Xuân Quyết" userId="6f9fc323-a13a-4b00-81e7-c14d17e156e8" providerId="ADAL" clId="{BC5A91BD-F674-4571-8086-39DB491CC505}"/>
    <pc:docChg chg="undo custSel addSld delSld modSld sldOrd addMainMaster delMainMaster modMainMaster modNotesMaster">
      <pc:chgData name="Nguyễn Xuân Quyết" userId="6f9fc323-a13a-4b00-81e7-c14d17e156e8" providerId="ADAL" clId="{BC5A91BD-F674-4571-8086-39DB491CC505}" dt="2026-09-11T08:00:58.877" v="10668"/>
      <pc:docMkLst>
        <pc:docMk/>
      </pc:docMkLst>
      <pc:sldChg chg="addSp delSp modSp mod modClrScheme chgLayout">
        <pc:chgData name="Nguyễn Xuân Quyết" userId="6f9fc323-a13a-4b00-81e7-c14d17e156e8" providerId="ADAL" clId="{BC5A91BD-F674-4571-8086-39DB491CC505}" dt="2026-09-11T07:20:36.089" v="10654" actId="404"/>
        <pc:sldMkLst>
          <pc:docMk/>
          <pc:sldMk cId="1625242893" sldId="299"/>
        </pc:sldMkLst>
        <pc:spChg chg="mod">
          <ac:chgData name="Nguyễn Xuân Quyết" userId="6f9fc323-a13a-4b00-81e7-c14d17e156e8" providerId="ADAL" clId="{BC5A91BD-F674-4571-8086-39DB491CC505}" dt="2026-09-11T06:55:57.477" v="10379" actId="403"/>
          <ac:spMkLst>
            <pc:docMk/>
            <pc:sldMk cId="1625242893" sldId="299"/>
            <ac:spMk id="2" creationId="{673A13F1-B437-489C-B4AE-9A908EB15A36}"/>
          </ac:spMkLst>
        </pc:spChg>
        <pc:spChg chg="add">
          <ac:chgData name="Nguyễn Xuân Quyết" userId="6f9fc323-a13a-4b00-81e7-c14d17e156e8" providerId="ADAL" clId="{BC5A91BD-F674-4571-8086-39DB491CC505}" dt="2026-09-10T03:16:09.368" v="6772" actId="26606"/>
          <ac:spMkLst>
            <pc:docMk/>
            <pc:sldMk cId="1625242893" sldId="299"/>
            <ac:spMk id="3" creationId="{00000000-0000-0000-0000-000000000000}"/>
          </ac:spMkLst>
        </pc:spChg>
        <pc:spChg chg="add mod">
          <ac:chgData name="Nguyễn Xuân Quyết" userId="6f9fc323-a13a-4b00-81e7-c14d17e156e8" providerId="ADAL" clId="{BC5A91BD-F674-4571-8086-39DB491CC505}" dt="2026-09-11T06:55:24.230" v="10373" actId="404"/>
          <ac:spMkLst>
            <pc:docMk/>
            <pc:sldMk cId="1625242893" sldId="299"/>
            <ac:spMk id="4" creationId="{00000000-0000-0000-0000-000000000000}"/>
          </ac:spMkLst>
        </pc:spChg>
        <pc:spChg chg="add mod">
          <ac:chgData name="Nguyễn Xuân Quyết" userId="6f9fc323-a13a-4b00-81e7-c14d17e156e8" providerId="ADAL" clId="{BC5A91BD-F674-4571-8086-39DB491CC505}" dt="2026-09-11T07:08:15.080" v="10651" actId="1076"/>
          <ac:spMkLst>
            <pc:docMk/>
            <pc:sldMk cId="1625242893" sldId="299"/>
            <ac:spMk id="5" creationId="{00000000-0000-0000-0000-000000000000}"/>
          </ac:spMkLst>
        </pc:spChg>
        <pc:spChg chg="add mod">
          <ac:chgData name="Nguyễn Xuân Quyết" userId="6f9fc323-a13a-4b00-81e7-c14d17e156e8" providerId="ADAL" clId="{BC5A91BD-F674-4571-8086-39DB491CC505}" dt="2026-09-11T06:55:46.024" v="10375" actId="207"/>
          <ac:spMkLst>
            <pc:docMk/>
            <pc:sldMk cId="1625242893" sldId="299"/>
            <ac:spMk id="6" creationId="{00000000-0000-0000-0000-000000000000}"/>
          </ac:spMkLst>
        </pc:spChg>
        <pc:spChg chg="add mod">
          <ac:chgData name="Nguyễn Xuân Quyết" userId="6f9fc323-a13a-4b00-81e7-c14d17e156e8" providerId="ADAL" clId="{BC5A91BD-F674-4571-8086-39DB491CC505}" dt="2026-09-11T07:20:36.089" v="10654" actId="404"/>
          <ac:spMkLst>
            <pc:docMk/>
            <pc:sldMk cId="1625242893" sldId="299"/>
            <ac:spMk id="7" creationId="{00000000-0000-0000-0000-000000000000}"/>
          </ac:spMkLst>
        </pc:spChg>
        <pc:spChg chg="add del mod">
          <ac:chgData name="Nguyễn Xuân Quyết" userId="6f9fc323-a13a-4b00-81e7-c14d17e156e8" providerId="ADAL" clId="{BC5A91BD-F674-4571-8086-39DB491CC505}" dt="2026-09-11T06:44:44.236" v="10052" actId="478"/>
          <ac:spMkLst>
            <pc:docMk/>
            <pc:sldMk cId="1625242893" sldId="299"/>
            <ac:spMk id="8" creationId="{00000000-0000-0000-0000-000000000000}"/>
          </ac:spMkLst>
        </pc:spChg>
        <pc:spChg chg="add del mod">
          <ac:chgData name="Nguyễn Xuân Quyết" userId="6f9fc323-a13a-4b00-81e7-c14d17e156e8" providerId="ADAL" clId="{BC5A91BD-F674-4571-8086-39DB491CC505}" dt="2026-09-11T06:44:41.809" v="10051" actId="478"/>
          <ac:spMkLst>
            <pc:docMk/>
            <pc:sldMk cId="1625242893" sldId="299"/>
            <ac:spMk id="9" creationId="{00000000-0000-0000-0000-000000000000}"/>
          </ac:spMkLst>
        </pc:spChg>
        <pc:spChg chg="add del">
          <ac:chgData name="Nguyễn Xuân Quyết" userId="6f9fc323-a13a-4b00-81e7-c14d17e156e8" providerId="ADAL" clId="{BC5A91BD-F674-4571-8086-39DB491CC505}" dt="2026-09-11T06:44:44.236" v="10052" actId="478"/>
          <ac:spMkLst>
            <pc:docMk/>
            <pc:sldMk cId="1625242893" sldId="299"/>
            <ac:spMk id="10" creationId="{00000000-0000-0000-0000-000000000000}"/>
          </ac:spMkLst>
        </pc:spChg>
        <pc:spChg chg="add del mod">
          <ac:chgData name="Nguyễn Xuân Quyết" userId="6f9fc323-a13a-4b00-81e7-c14d17e156e8" providerId="ADAL" clId="{BC5A91BD-F674-4571-8086-39DB491CC505}" dt="2026-09-11T06:44:40.826" v="10050" actId="478"/>
          <ac:spMkLst>
            <pc:docMk/>
            <pc:sldMk cId="1625242893" sldId="299"/>
            <ac:spMk id="11" creationId="{00000000-0000-0000-0000-000000000000}"/>
          </ac:spMkLst>
        </pc:spChg>
        <pc:spChg chg="add del">
          <ac:chgData name="Nguyễn Xuân Quyết" userId="6f9fc323-a13a-4b00-81e7-c14d17e156e8" providerId="ADAL" clId="{BC5A91BD-F674-4571-8086-39DB491CC505}" dt="2026-09-11T06:44:44.236" v="10052" actId="478"/>
          <ac:spMkLst>
            <pc:docMk/>
            <pc:sldMk cId="1625242893" sldId="299"/>
            <ac:spMk id="12" creationId="{00000000-0000-0000-0000-000000000000}"/>
          </ac:spMkLst>
        </pc:spChg>
        <pc:spChg chg="add del mod">
          <ac:chgData name="Nguyễn Xuân Quyết" userId="6f9fc323-a13a-4b00-81e7-c14d17e156e8" providerId="ADAL" clId="{BC5A91BD-F674-4571-8086-39DB491CC505}" dt="2026-09-11T06:44:39.366" v="10049" actId="478"/>
          <ac:spMkLst>
            <pc:docMk/>
            <pc:sldMk cId="1625242893" sldId="299"/>
            <ac:spMk id="13" creationId="{00000000-0000-0000-0000-000000000000}"/>
          </ac:spMkLst>
        </pc:spChg>
        <pc:spChg chg="del">
          <ac:chgData name="Nguyễn Xuân Quyết" userId="6f9fc323-a13a-4b00-81e7-c14d17e156e8" providerId="ADAL" clId="{BC5A91BD-F674-4571-8086-39DB491CC505}" dt="2026-09-11T06:44:44.236" v="10052" actId="478"/>
          <ac:spMkLst>
            <pc:docMk/>
            <pc:sldMk cId="1625242893" sldId="299"/>
            <ac:spMk id="14" creationId="{00000000-0000-0000-0000-000000000000}"/>
          </ac:spMkLst>
        </pc:spChg>
        <pc:spChg chg="add del mod">
          <ac:chgData name="Nguyễn Xuân Quyết" userId="6f9fc323-a13a-4b00-81e7-c14d17e156e8" providerId="ADAL" clId="{BC5A91BD-F674-4571-8086-39DB491CC505}" dt="2026-09-11T06:44:44.236" v="10052" actId="478"/>
          <ac:spMkLst>
            <pc:docMk/>
            <pc:sldMk cId="1625242893" sldId="299"/>
            <ac:spMk id="15" creationId="{00000000-0000-0000-0000-000000000000}"/>
          </ac:spMkLst>
        </pc:spChg>
        <pc:spChg chg="add del">
          <ac:chgData name="Nguyễn Xuân Quyết" userId="6f9fc323-a13a-4b00-81e7-c14d17e156e8" providerId="ADAL" clId="{BC5A91BD-F674-4571-8086-39DB491CC505}" dt="2026-09-11T06:30:23.237" v="9886" actId="478"/>
          <ac:spMkLst>
            <pc:docMk/>
            <pc:sldMk cId="1625242893" sldId="299"/>
            <ac:spMk id="16" creationId="{00000000-0000-0000-0000-000000000000}"/>
          </ac:spMkLst>
        </pc:spChg>
        <pc:spChg chg="add del">
          <ac:chgData name="Nguyễn Xuân Quyết" userId="6f9fc323-a13a-4b00-81e7-c14d17e156e8" providerId="ADAL" clId="{BC5A91BD-F674-4571-8086-39DB491CC505}" dt="2026-09-11T06:30:17.396" v="9885" actId="478"/>
          <ac:spMkLst>
            <pc:docMk/>
            <pc:sldMk cId="1625242893" sldId="299"/>
            <ac:spMk id="17" creationId="{00000000-0000-0000-0000-000000000000}"/>
          </ac:spMkLst>
        </pc:spChg>
        <pc:spChg chg="del mod">
          <ac:chgData name="Nguyễn Xuân Quyết" userId="6f9fc323-a13a-4b00-81e7-c14d17e156e8" providerId="ADAL" clId="{BC5A91BD-F674-4571-8086-39DB491CC505}" dt="2026-09-11T06:29:35.982" v="9884" actId="478"/>
          <ac:spMkLst>
            <pc:docMk/>
            <pc:sldMk cId="1625242893" sldId="299"/>
            <ac:spMk id="18" creationId="{00000000-0000-0000-0000-000000000000}"/>
          </ac:spMkLst>
        </pc:spChg>
        <pc:spChg chg="del mod">
          <ac:chgData name="Nguyễn Xuân Quyết" userId="6f9fc323-a13a-4b00-81e7-c14d17e156e8" providerId="ADAL" clId="{BC5A91BD-F674-4571-8086-39DB491CC505}" dt="2026-09-11T06:29:32.009" v="9882" actId="478"/>
          <ac:spMkLst>
            <pc:docMk/>
            <pc:sldMk cId="1625242893" sldId="299"/>
            <ac:spMk id="19" creationId="{00000000-0000-0000-0000-000000000000}"/>
          </ac:spMkLst>
        </pc:spChg>
        <pc:spChg chg="add del mod">
          <ac:chgData name="Nguyễn Xuân Quyết" userId="6f9fc323-a13a-4b00-81e7-c14d17e156e8" providerId="ADAL" clId="{BC5A91BD-F674-4571-8086-39DB491CC505}" dt="2026-09-11T06:44:44.236" v="10052" actId="478"/>
          <ac:spMkLst>
            <pc:docMk/>
            <pc:sldMk cId="1625242893" sldId="299"/>
            <ac:spMk id="20" creationId="{0850DFE1-7D69-9430-4897-5B55E3A61B0D}"/>
          </ac:spMkLst>
        </pc:spChg>
        <pc:spChg chg="add del mod">
          <ac:chgData name="Nguyễn Xuân Quyết" userId="6f9fc323-a13a-4b00-81e7-c14d17e156e8" providerId="ADAL" clId="{BC5A91BD-F674-4571-8086-39DB491CC505}" dt="2026-09-11T06:44:44.236" v="10052" actId="478"/>
          <ac:spMkLst>
            <pc:docMk/>
            <pc:sldMk cId="1625242893" sldId="299"/>
            <ac:spMk id="21" creationId="{223CF110-B6BD-A605-653D-11E3E24CA71D}"/>
          </ac:spMkLst>
        </pc:spChg>
      </pc:sldChg>
      <pc:sldChg chg="addSp delSp modSp mod modClrScheme chgLayout">
        <pc:chgData name="Nguyễn Xuân Quyết" userId="6f9fc323-a13a-4b00-81e7-c14d17e156e8" providerId="ADAL" clId="{BC5A91BD-F674-4571-8086-39DB491CC505}" dt="2026-09-11T03:49:30.885" v="9868" actId="478"/>
        <pc:sldMkLst>
          <pc:docMk/>
          <pc:sldMk cId="2724815737" sldId="337"/>
        </pc:sldMkLst>
        <pc:spChg chg="add del mod">
          <ac:chgData name="Nguyễn Xuân Quyết" userId="6f9fc323-a13a-4b00-81e7-c14d17e156e8" providerId="ADAL" clId="{BC5A91BD-F674-4571-8086-39DB491CC505}" dt="2026-09-11T03:49:30.885" v="9868" actId="478"/>
          <ac:spMkLst>
            <pc:docMk/>
            <pc:sldMk cId="2724815737" sldId="337"/>
            <ac:spMk id="32" creationId="{00000000-0000-0000-0000-000000000000}"/>
          </ac:spMkLst>
        </pc:spChg>
        <pc:spChg chg="add del mod">
          <ac:chgData name="Nguyễn Xuân Quyết" userId="6f9fc323-a13a-4b00-81e7-c14d17e156e8" providerId="ADAL" clId="{BC5A91BD-F674-4571-8086-39DB491CC505}" dt="2026-09-11T03:49:28.855" v="9867" actId="478"/>
          <ac:spMkLst>
            <pc:docMk/>
            <pc:sldMk cId="2724815737" sldId="337"/>
            <ac:spMk id="33" creationId="{00000000-0000-0000-0000-000000000000}"/>
          </ac:spMkLst>
        </pc:spChg>
        <pc:spChg chg="add">
          <ac:chgData name="Nguyễn Xuân Quyết" userId="6f9fc323-a13a-4b00-81e7-c14d17e156e8" providerId="ADAL" clId="{BC5A91BD-F674-4571-8086-39DB491CC505}" dt="2026-09-10T09:57:19.009" v="9699" actId="26606"/>
          <ac:spMkLst>
            <pc:docMk/>
            <pc:sldMk cId="2724815737" sldId="337"/>
            <ac:spMk id="34" creationId="{00000000-0000-0000-0000-000000000000}"/>
          </ac:spMkLst>
        </pc:spChg>
      </pc:sldChg>
      <pc:sldChg chg="addSp delSp modSp mod modClrScheme delAnim modAnim chgLayout modNotes modNotesTx">
        <pc:chgData name="Nguyễn Xuân Quyết" userId="6f9fc323-a13a-4b00-81e7-c14d17e156e8" providerId="ADAL" clId="{BC5A91BD-F674-4571-8086-39DB491CC505}" dt="2026-09-11T03:31:17.694" v="9751" actId="404"/>
        <pc:sldMkLst>
          <pc:docMk/>
          <pc:sldMk cId="949573725" sldId="339"/>
        </pc:sldMkLst>
        <pc:spChg chg="mod">
          <ac:chgData name="Nguyễn Xuân Quyết" userId="6f9fc323-a13a-4b00-81e7-c14d17e156e8" providerId="ADAL" clId="{BC5A91BD-F674-4571-8086-39DB491CC505}" dt="2026-09-10T09:57:19.009" v="9699" actId="26606"/>
          <ac:spMkLst>
            <pc:docMk/>
            <pc:sldMk cId="949573725" sldId="339"/>
            <ac:spMk id="4" creationId="{2232E80E-6BBA-DA46-ABC6-5ABB1FEC8D72}"/>
          </ac:spMkLst>
        </pc:spChg>
        <pc:spChg chg="mod">
          <ac:chgData name="Nguyễn Xuân Quyết" userId="6f9fc323-a13a-4b00-81e7-c14d17e156e8" providerId="ADAL" clId="{BC5A91BD-F674-4571-8086-39DB491CC505}" dt="2026-09-10T09:57:19.009" v="9699" actId="26606"/>
          <ac:spMkLst>
            <pc:docMk/>
            <pc:sldMk cId="949573725" sldId="339"/>
            <ac:spMk id="6" creationId="{09CEB028-690D-354D-805A-53BF27CACE4B}"/>
          </ac:spMkLst>
        </pc:spChg>
        <pc:spChg chg="mod">
          <ac:chgData name="Nguyễn Xuân Quyết" userId="6f9fc323-a13a-4b00-81e7-c14d17e156e8" providerId="ADAL" clId="{BC5A91BD-F674-4571-8086-39DB491CC505}" dt="2026-09-11T03:31:13.007" v="9750" actId="403"/>
          <ac:spMkLst>
            <pc:docMk/>
            <pc:sldMk cId="949573725" sldId="339"/>
            <ac:spMk id="8" creationId="{5F81A77D-AE31-FDE8-1558-1721DF8529CF}"/>
          </ac:spMkLst>
        </pc:spChg>
        <pc:spChg chg="add mod">
          <ac:chgData name="Nguyễn Xuân Quyết" userId="6f9fc323-a13a-4b00-81e7-c14d17e156e8" providerId="ADAL" clId="{BC5A91BD-F674-4571-8086-39DB491CC505}" dt="2026-09-11T03:31:17.694" v="9751" actId="404"/>
          <ac:spMkLst>
            <pc:docMk/>
            <pc:sldMk cId="949573725" sldId="339"/>
            <ac:spMk id="13" creationId="{F6B6BE15-15A8-FA0A-B366-ECB215E6EA63}"/>
          </ac:spMkLst>
        </pc:spChg>
        <pc:spChg chg="add mod">
          <ac:chgData name="Nguyễn Xuân Quyết" userId="6f9fc323-a13a-4b00-81e7-c14d17e156e8" providerId="ADAL" clId="{BC5A91BD-F674-4571-8086-39DB491CC505}" dt="2026-09-10T03:16:09.368" v="6772" actId="26606"/>
          <ac:spMkLst>
            <pc:docMk/>
            <pc:sldMk cId="949573725" sldId="339"/>
            <ac:spMk id="15" creationId="{00000000-0000-0000-0000-000000000000}"/>
          </ac:spMkLst>
        </pc:spChg>
        <pc:spChg chg="add mod">
          <ac:chgData name="Nguyễn Xuân Quyết" userId="6f9fc323-a13a-4b00-81e7-c14d17e156e8" providerId="ADAL" clId="{BC5A91BD-F674-4571-8086-39DB491CC505}" dt="2026-09-10T03:16:09.368" v="6772" actId="26606"/>
          <ac:spMkLst>
            <pc:docMk/>
            <pc:sldMk cId="949573725" sldId="339"/>
            <ac:spMk id="16" creationId="{00000000-0000-0000-0000-000000000000}"/>
          </ac:spMkLst>
        </pc:spChg>
        <pc:spChg chg="add mod">
          <ac:chgData name="Nguyễn Xuân Quyết" userId="6f9fc323-a13a-4b00-81e7-c14d17e156e8" providerId="ADAL" clId="{BC5A91BD-F674-4571-8086-39DB491CC505}" dt="2026-09-10T03:16:09.368" v="6772" actId="26606"/>
          <ac:spMkLst>
            <pc:docMk/>
            <pc:sldMk cId="949573725" sldId="339"/>
            <ac:spMk id="17" creationId="{00000000-0000-0000-0000-000000000000}"/>
          </ac:spMkLst>
        </pc:spChg>
        <pc:spChg chg="add mod">
          <ac:chgData name="Nguyễn Xuân Quyết" userId="6f9fc323-a13a-4b00-81e7-c14d17e156e8" providerId="ADAL" clId="{BC5A91BD-F674-4571-8086-39DB491CC505}" dt="2026-09-10T09:57:19.009" v="9699" actId="26606"/>
          <ac:spMkLst>
            <pc:docMk/>
            <pc:sldMk cId="949573725" sldId="339"/>
            <ac:spMk id="18" creationId="{00000000-0000-0000-0000-000000000000}"/>
          </ac:spMkLst>
        </pc:spChg>
        <pc:spChg chg="add mod">
          <ac:chgData name="Nguyễn Xuân Quyết" userId="6f9fc323-a13a-4b00-81e7-c14d17e156e8" providerId="ADAL" clId="{BC5A91BD-F674-4571-8086-39DB491CC505}" dt="2026-09-10T03:06:48.069" v="6770" actId="26606"/>
          <ac:spMkLst>
            <pc:docMk/>
            <pc:sldMk cId="949573725" sldId="339"/>
            <ac:spMk id="19" creationId="{00000000-0000-0000-0000-000000000000}"/>
          </ac:spMkLst>
        </pc:spChg>
        <pc:spChg chg="add mod">
          <ac:chgData name="Nguyễn Xuân Quyết" userId="6f9fc323-a13a-4b00-81e7-c14d17e156e8" providerId="ADAL" clId="{BC5A91BD-F674-4571-8086-39DB491CC505}" dt="2026-09-10T03:06:48.069" v="6770" actId="26606"/>
          <ac:spMkLst>
            <pc:docMk/>
            <pc:sldMk cId="949573725" sldId="339"/>
            <ac:spMk id="20" creationId="{00000000-0000-0000-0000-000000000000}"/>
          </ac:spMkLst>
        </pc:spChg>
        <pc:spChg chg="add">
          <ac:chgData name="Nguyễn Xuân Quyết" userId="6f9fc323-a13a-4b00-81e7-c14d17e156e8" providerId="ADAL" clId="{BC5A91BD-F674-4571-8086-39DB491CC505}" dt="2026-09-10T03:16:09.368" v="6772" actId="26606"/>
          <ac:spMkLst>
            <pc:docMk/>
            <pc:sldMk cId="949573725" sldId="339"/>
            <ac:spMk id="21" creationId="{00000000-0000-0000-0000-000000000000}"/>
          </ac:spMkLst>
        </pc:spChg>
        <pc:picChg chg="add mod">
          <ac:chgData name="Nguyễn Xuân Quyết" userId="6f9fc323-a13a-4b00-81e7-c14d17e156e8" providerId="ADAL" clId="{BC5A91BD-F674-4571-8086-39DB491CC505}" dt="2026-09-10T03:01:38.811" v="6768" actId="26606"/>
          <ac:picMkLst>
            <pc:docMk/>
            <pc:sldMk cId="949573725" sldId="339"/>
            <ac:picMk id="3" creationId="{4CAF8480-1CBE-B8DA-0C8A-7AB42520FC1D}"/>
          </ac:picMkLst>
        </pc:picChg>
        <pc:picChg chg="add mod">
          <ac:chgData name="Nguyễn Xuân Quyết" userId="6f9fc323-a13a-4b00-81e7-c14d17e156e8" providerId="ADAL" clId="{BC5A91BD-F674-4571-8086-39DB491CC505}" dt="2026-09-09T09:16:51.358" v="1364" actId="14100"/>
          <ac:picMkLst>
            <pc:docMk/>
            <pc:sldMk cId="949573725" sldId="339"/>
            <ac:picMk id="10" creationId="{3B14CBCA-7D0E-117A-C4F1-B6CFF90E9DC4}"/>
          </ac:picMkLst>
        </pc:picChg>
      </pc:sldChg>
      <pc:sldChg chg="addSp delSp modSp mod modClrScheme chgLayout modNotes">
        <pc:chgData name="Nguyễn Xuân Quyết" userId="6f9fc323-a13a-4b00-81e7-c14d17e156e8" providerId="ADAL" clId="{BC5A91BD-F674-4571-8086-39DB491CC505}" dt="2026-09-11T04:10:27.660" v="9880" actId="14100"/>
        <pc:sldMkLst>
          <pc:docMk/>
          <pc:sldMk cId="844069016" sldId="344"/>
        </pc:sldMkLst>
        <pc:spChg chg="mod">
          <ac:chgData name="Nguyễn Xuân Quyết" userId="6f9fc323-a13a-4b00-81e7-c14d17e156e8" providerId="ADAL" clId="{BC5A91BD-F674-4571-8086-39DB491CC505}" dt="2026-09-10T09:57:19.009" v="9699" actId="26606"/>
          <ac:spMkLst>
            <pc:docMk/>
            <pc:sldMk cId="844069016" sldId="344"/>
            <ac:spMk id="4" creationId="{2232E80E-6BBA-DA46-ABC6-5ABB1FEC8D72}"/>
          </ac:spMkLst>
        </pc:spChg>
        <pc:spChg chg="mod">
          <ac:chgData name="Nguyễn Xuân Quyết" userId="6f9fc323-a13a-4b00-81e7-c14d17e156e8" providerId="ADAL" clId="{BC5A91BD-F674-4571-8086-39DB491CC505}" dt="2026-09-10T09:57:19.009" v="9699" actId="26606"/>
          <ac:spMkLst>
            <pc:docMk/>
            <pc:sldMk cId="844069016" sldId="344"/>
            <ac:spMk id="6" creationId="{09CEB028-690D-354D-805A-53BF27CACE4B}"/>
          </ac:spMkLst>
        </pc:spChg>
        <pc:spChg chg="add">
          <ac:chgData name="Nguyễn Xuân Quyết" userId="6f9fc323-a13a-4b00-81e7-c14d17e156e8" providerId="ADAL" clId="{BC5A91BD-F674-4571-8086-39DB491CC505}" dt="2026-09-10T03:16:09.368" v="6772" actId="26606"/>
          <ac:spMkLst>
            <pc:docMk/>
            <pc:sldMk cId="844069016" sldId="344"/>
            <ac:spMk id="10" creationId="{00000000-0000-0000-0000-000000000000}"/>
          </ac:spMkLst>
        </pc:spChg>
        <pc:spChg chg="add del mod">
          <ac:chgData name="Nguyễn Xuân Quyết" userId="6f9fc323-a13a-4b00-81e7-c14d17e156e8" providerId="ADAL" clId="{BC5A91BD-F674-4571-8086-39DB491CC505}" dt="2026-09-10T02:57:31.149" v="6756" actId="26606"/>
          <ac:spMkLst>
            <pc:docMk/>
            <pc:sldMk cId="844069016" sldId="344"/>
            <ac:spMk id="14" creationId="{7F5A38A3-A100-7DAD-B02F-00A395043F46}"/>
          </ac:spMkLst>
        </pc:spChg>
        <pc:spChg chg="del mod">
          <ac:chgData name="Nguyễn Xuân Quyết" userId="6f9fc323-a13a-4b00-81e7-c14d17e156e8" providerId="ADAL" clId="{BC5A91BD-F674-4571-8086-39DB491CC505}" dt="2026-09-10T02:14:16.877" v="6261" actId="478"/>
          <ac:spMkLst>
            <pc:docMk/>
            <pc:sldMk cId="844069016" sldId="344"/>
            <ac:spMk id="15" creationId="{BA788F9B-689C-444B-EE9C-14CCF61FDD83}"/>
          </ac:spMkLst>
        </pc:spChg>
        <pc:spChg chg="add del mod">
          <ac:chgData name="Nguyễn Xuân Quyết" userId="6f9fc323-a13a-4b00-81e7-c14d17e156e8" providerId="ADAL" clId="{BC5A91BD-F674-4571-8086-39DB491CC505}" dt="2026-09-10T02:57:31.149" v="6756" actId="26606"/>
          <ac:spMkLst>
            <pc:docMk/>
            <pc:sldMk cId="844069016" sldId="344"/>
            <ac:spMk id="16" creationId="{17B61421-FF38-58B2-E742-7AC78D02B984}"/>
          </ac:spMkLst>
        </pc:spChg>
        <pc:spChg chg="add del mod">
          <ac:chgData name="Nguyễn Xuân Quyết" userId="6f9fc323-a13a-4b00-81e7-c14d17e156e8" providerId="ADAL" clId="{BC5A91BD-F674-4571-8086-39DB491CC505}" dt="2026-09-10T02:57:31.149" v="6756" actId="26606"/>
          <ac:spMkLst>
            <pc:docMk/>
            <pc:sldMk cId="844069016" sldId="344"/>
            <ac:spMk id="18" creationId="{7E6FB49B-CABF-4FED-2413-16E39835AC00}"/>
          </ac:spMkLst>
        </pc:spChg>
        <pc:spChg chg="add del mod">
          <ac:chgData name="Nguyễn Xuân Quyết" userId="6f9fc323-a13a-4b00-81e7-c14d17e156e8" providerId="ADAL" clId="{BC5A91BD-F674-4571-8086-39DB491CC505}" dt="2026-09-10T02:57:31.149" v="6756" actId="26606"/>
          <ac:spMkLst>
            <pc:docMk/>
            <pc:sldMk cId="844069016" sldId="344"/>
            <ac:spMk id="20" creationId="{CF1665D2-7B1F-FAFD-E453-6BDB4412D6D3}"/>
          </ac:spMkLst>
        </pc:spChg>
        <pc:picChg chg="add del mod">
          <ac:chgData name="Nguyễn Xuân Quyết" userId="6f9fc323-a13a-4b00-81e7-c14d17e156e8" providerId="ADAL" clId="{BC5A91BD-F674-4571-8086-39DB491CC505}" dt="2026-09-11T04:09:28.794" v="9869" actId="478"/>
          <ac:picMkLst>
            <pc:docMk/>
            <pc:sldMk cId="844069016" sldId="344"/>
            <ac:picMk id="3" creationId="{16E6AB6C-C974-0793-DEFA-9CAC65416A11}"/>
          </ac:picMkLst>
        </pc:picChg>
        <pc:picChg chg="add del mod">
          <ac:chgData name="Nguyễn Xuân Quyết" userId="6f9fc323-a13a-4b00-81e7-c14d17e156e8" providerId="ADAL" clId="{BC5A91BD-F674-4571-8086-39DB491CC505}" dt="2026-09-10T02:57:18.339" v="6753" actId="478"/>
          <ac:picMkLst>
            <pc:docMk/>
            <pc:sldMk cId="844069016" sldId="344"/>
            <ac:picMk id="3" creationId="{CBA66E44-21F2-B9DF-02C4-5AFD26568CF8}"/>
          </ac:picMkLst>
        </pc:picChg>
        <pc:picChg chg="add del mod">
          <ac:chgData name="Nguyễn Xuân Quyết" userId="6f9fc323-a13a-4b00-81e7-c14d17e156e8" providerId="ADAL" clId="{BC5A91BD-F674-4571-8086-39DB491CC505}" dt="2026-09-11T04:10:12.661" v="9875" actId="478"/>
          <ac:picMkLst>
            <pc:docMk/>
            <pc:sldMk cId="844069016" sldId="344"/>
            <ac:picMk id="7" creationId="{0C033B26-5761-A9ED-6CFA-9ACB70E52764}"/>
          </ac:picMkLst>
        </pc:picChg>
        <pc:picChg chg="del mod">
          <ac:chgData name="Nguyễn Xuân Quyết" userId="6f9fc323-a13a-4b00-81e7-c14d17e156e8" providerId="ADAL" clId="{BC5A91BD-F674-4571-8086-39DB491CC505}" dt="2026-09-10T02:32:03.292" v="6269" actId="478"/>
          <ac:picMkLst>
            <pc:docMk/>
            <pc:sldMk cId="844069016" sldId="344"/>
            <ac:picMk id="7" creationId="{69630C5A-A8EB-DBD8-E91D-279F92F2AB8A}"/>
          </ac:picMkLst>
        </pc:picChg>
        <pc:picChg chg="add del mod ord">
          <ac:chgData name="Nguyễn Xuân Quyết" userId="6f9fc323-a13a-4b00-81e7-c14d17e156e8" providerId="ADAL" clId="{BC5A91BD-F674-4571-8086-39DB491CC505}" dt="2026-09-11T03:11:00.804" v="9718" actId="478"/>
          <ac:picMkLst>
            <pc:docMk/>
            <pc:sldMk cId="844069016" sldId="344"/>
            <ac:picMk id="8" creationId="{B7094662-83E9-499D-A398-BEB63F541ACC}"/>
          </ac:picMkLst>
        </pc:picChg>
        <pc:picChg chg="mod">
          <ac:chgData name="Nguyễn Xuân Quyết" userId="6f9fc323-a13a-4b00-81e7-c14d17e156e8" providerId="ADAL" clId="{BC5A91BD-F674-4571-8086-39DB491CC505}" dt="2026-09-10T02:57:44.284" v="6758" actId="26606"/>
          <ac:picMkLst>
            <pc:docMk/>
            <pc:sldMk cId="844069016" sldId="344"/>
            <ac:picMk id="9" creationId="{CB942165-9386-4571-AEBC-989F7461716A}"/>
          </ac:picMkLst>
        </pc:picChg>
        <pc:picChg chg="add mod">
          <ac:chgData name="Nguyễn Xuân Quyết" userId="6f9fc323-a13a-4b00-81e7-c14d17e156e8" providerId="ADAL" clId="{BC5A91BD-F674-4571-8086-39DB491CC505}" dt="2026-09-11T04:10:27.660" v="9880" actId="14100"/>
          <ac:picMkLst>
            <pc:docMk/>
            <pc:sldMk cId="844069016" sldId="344"/>
            <ac:picMk id="12" creationId="{E686B25B-F1AD-34D5-CA5A-791917FCF87E}"/>
          </ac:picMkLst>
        </pc:picChg>
      </pc:sldChg>
      <pc:sldChg chg="addSp delSp modSp mod modClrScheme chgLayout modNotes">
        <pc:chgData name="Nguyễn Xuân Quyết" userId="6f9fc323-a13a-4b00-81e7-c14d17e156e8" providerId="ADAL" clId="{BC5A91BD-F674-4571-8086-39DB491CC505}" dt="2026-09-11T07:05:27.868" v="10546" actId="20577"/>
        <pc:sldMkLst>
          <pc:docMk/>
          <pc:sldMk cId="3225987985" sldId="345"/>
        </pc:sldMkLst>
        <pc:spChg chg="mod">
          <ac:chgData name="Nguyễn Xuân Quyết" userId="6f9fc323-a13a-4b00-81e7-c14d17e156e8" providerId="ADAL" clId="{BC5A91BD-F674-4571-8086-39DB491CC505}" dt="2026-09-10T09:57:19.009" v="9699" actId="26606"/>
          <ac:spMkLst>
            <pc:docMk/>
            <pc:sldMk cId="3225987985" sldId="345"/>
            <ac:spMk id="4" creationId="{2232E80E-6BBA-DA46-ABC6-5ABB1FEC8D72}"/>
          </ac:spMkLst>
        </pc:spChg>
        <pc:spChg chg="add del mod">
          <ac:chgData name="Nguyễn Xuân Quyết" userId="6f9fc323-a13a-4b00-81e7-c14d17e156e8" providerId="ADAL" clId="{BC5A91BD-F674-4571-8086-39DB491CC505}" dt="2026-09-10T09:40:40.964" v="9680"/>
          <ac:spMkLst>
            <pc:docMk/>
            <pc:sldMk cId="3225987985" sldId="345"/>
            <ac:spMk id="5" creationId="{B0AC2AA3-7ADF-E84A-7176-032ADB96A6D4}"/>
          </ac:spMkLst>
        </pc:spChg>
        <pc:spChg chg="mod">
          <ac:chgData name="Nguyễn Xuân Quyết" userId="6f9fc323-a13a-4b00-81e7-c14d17e156e8" providerId="ADAL" clId="{BC5A91BD-F674-4571-8086-39DB491CC505}" dt="2026-09-10T09:57:19.009" v="9699" actId="26606"/>
          <ac:spMkLst>
            <pc:docMk/>
            <pc:sldMk cId="3225987985" sldId="345"/>
            <ac:spMk id="6" creationId="{09CEB028-690D-354D-805A-53BF27CACE4B}"/>
          </ac:spMkLst>
        </pc:spChg>
        <pc:spChg chg="add del mod">
          <ac:chgData name="Nguyễn Xuân Quyết" userId="6f9fc323-a13a-4b00-81e7-c14d17e156e8" providerId="ADAL" clId="{BC5A91BD-F674-4571-8086-39DB491CC505}" dt="2026-09-10T09:40:40.963" v="9678" actId="478"/>
          <ac:spMkLst>
            <pc:docMk/>
            <pc:sldMk cId="3225987985" sldId="345"/>
            <ac:spMk id="10" creationId="{E1007562-30F4-59D5-80B3-3AE67A7DE00C}"/>
          </ac:spMkLst>
        </pc:spChg>
        <pc:spChg chg="add del">
          <ac:chgData name="Nguyễn Xuân Quyết" userId="6f9fc323-a13a-4b00-81e7-c14d17e156e8" providerId="ADAL" clId="{BC5A91BD-F674-4571-8086-39DB491CC505}" dt="2026-09-10T03:17:13.425" v="6789" actId="478"/>
          <ac:spMkLst>
            <pc:docMk/>
            <pc:sldMk cId="3225987985" sldId="345"/>
            <ac:spMk id="11" creationId="{00000000-0000-0000-0000-000000000000}"/>
          </ac:spMkLst>
        </pc:spChg>
        <pc:graphicFrameChg chg="del">
          <ac:chgData name="Nguyễn Xuân Quyết" userId="6f9fc323-a13a-4b00-81e7-c14d17e156e8" providerId="ADAL" clId="{BC5A91BD-F674-4571-8086-39DB491CC505}" dt="2026-09-10T02:34:20.577" v="6277" actId="478"/>
          <ac:graphicFrameMkLst>
            <pc:docMk/>
            <pc:sldMk cId="3225987985" sldId="345"/>
            <ac:graphicFrameMk id="7" creationId="{35812481-3C99-DC1B-029A-CBF11057B612}"/>
          </ac:graphicFrameMkLst>
        </pc:graphicFrameChg>
        <pc:graphicFrameChg chg="add mod modGraphic">
          <ac:chgData name="Nguyễn Xuân Quyết" userId="6f9fc323-a13a-4b00-81e7-c14d17e156e8" providerId="ADAL" clId="{BC5A91BD-F674-4571-8086-39DB491CC505}" dt="2026-09-11T07:05:27.868" v="10546" actId="20577"/>
          <ac:graphicFrameMkLst>
            <pc:docMk/>
            <pc:sldMk cId="3225987985" sldId="345"/>
            <ac:graphicFrameMk id="11" creationId="{00000000-0000-0000-0000-000000000000}"/>
          </ac:graphicFrameMkLst>
        </pc:graphicFrameChg>
        <pc:picChg chg="add del mod">
          <ac:chgData name="Nguyễn Xuân Quyết" userId="6f9fc323-a13a-4b00-81e7-c14d17e156e8" providerId="ADAL" clId="{BC5A91BD-F674-4571-8086-39DB491CC505}" dt="2026-09-10T09:32:03.758" v="9651" actId="26606"/>
          <ac:picMkLst>
            <pc:docMk/>
            <pc:sldMk cId="3225987985" sldId="345"/>
            <ac:picMk id="3" creationId="{1545A508-35A7-4FFB-F81D-49E079A3ECA1}"/>
          </ac:picMkLst>
        </pc:picChg>
      </pc:sldChg>
      <pc:sldChg chg="addSp modSp mod modClrScheme chgLayout">
        <pc:chgData name="Nguyễn Xuân Quyết" userId="6f9fc323-a13a-4b00-81e7-c14d17e156e8" providerId="ADAL" clId="{BC5A91BD-F674-4571-8086-39DB491CC505}" dt="2026-09-11T07:04:31.327" v="10545"/>
        <pc:sldMkLst>
          <pc:docMk/>
          <pc:sldMk cId="1427725847" sldId="350"/>
        </pc:sldMkLst>
        <pc:spChg chg="mod">
          <ac:chgData name="Nguyễn Xuân Quyết" userId="6f9fc323-a13a-4b00-81e7-c14d17e156e8" providerId="ADAL" clId="{BC5A91BD-F674-4571-8086-39DB491CC505}" dt="2026-09-10T09:57:19.009" v="9699" actId="26606"/>
          <ac:spMkLst>
            <pc:docMk/>
            <pc:sldMk cId="1427725847" sldId="350"/>
            <ac:spMk id="2" creationId="{673A13F1-B437-489C-B4AE-9A908EB15A36}"/>
          </ac:spMkLst>
        </pc:spChg>
        <pc:spChg chg="add mod">
          <ac:chgData name="Nguyễn Xuân Quyết" userId="6f9fc323-a13a-4b00-81e7-c14d17e156e8" providerId="ADAL" clId="{BC5A91BD-F674-4571-8086-39DB491CC505}" dt="2026-09-11T07:04:31.327" v="10545"/>
          <ac:spMkLst>
            <pc:docMk/>
            <pc:sldMk cId="1427725847" sldId="350"/>
            <ac:spMk id="3" creationId="{00000000-0000-0000-0000-000000000000}"/>
          </ac:spMkLst>
        </pc:spChg>
        <pc:spChg chg="add">
          <ac:chgData name="Nguyễn Xuân Quyết" userId="6f9fc323-a13a-4b00-81e7-c14d17e156e8" providerId="ADAL" clId="{BC5A91BD-F674-4571-8086-39DB491CC505}" dt="2026-09-10T03:16:09.368" v="6772" actId="26606"/>
          <ac:spMkLst>
            <pc:docMk/>
            <pc:sldMk cId="1427725847" sldId="350"/>
            <ac:spMk id="4" creationId="{00000000-0000-0000-0000-000000000000}"/>
          </ac:spMkLst>
        </pc:spChg>
        <pc:spChg chg="add">
          <ac:chgData name="Nguyễn Xuân Quyết" userId="6f9fc323-a13a-4b00-81e7-c14d17e156e8" providerId="ADAL" clId="{BC5A91BD-F674-4571-8086-39DB491CC505}" dt="2026-09-10T03:16:09.368" v="6772" actId="26606"/>
          <ac:spMkLst>
            <pc:docMk/>
            <pc:sldMk cId="1427725847" sldId="350"/>
            <ac:spMk id="5" creationId="{00000000-0000-0000-0000-000000000000}"/>
          </ac:spMkLst>
        </pc:spChg>
      </pc:sldChg>
      <pc:sldChg chg="addSp modSp mod modClrScheme chgLayout">
        <pc:chgData name="Nguyễn Xuân Quyết" userId="6f9fc323-a13a-4b00-81e7-c14d17e156e8" providerId="ADAL" clId="{BC5A91BD-F674-4571-8086-39DB491CC505}" dt="2026-09-10T09:57:19.009" v="9699" actId="26606"/>
        <pc:sldMkLst>
          <pc:docMk/>
          <pc:sldMk cId="1251866938" sldId="354"/>
        </pc:sldMkLst>
        <pc:spChg chg="mod">
          <ac:chgData name="Nguyễn Xuân Quyết" userId="6f9fc323-a13a-4b00-81e7-c14d17e156e8" providerId="ADAL" clId="{BC5A91BD-F674-4571-8086-39DB491CC505}" dt="2026-09-10T09:57:19.009" v="9699" actId="26606"/>
          <ac:spMkLst>
            <pc:docMk/>
            <pc:sldMk cId="1251866938" sldId="354"/>
            <ac:spMk id="2" creationId="{673A13F1-B437-489C-B4AE-9A908EB15A36}"/>
          </ac:spMkLst>
        </pc:spChg>
        <pc:spChg chg="add">
          <ac:chgData name="Nguyễn Xuân Quyết" userId="6f9fc323-a13a-4b00-81e7-c14d17e156e8" providerId="ADAL" clId="{BC5A91BD-F674-4571-8086-39DB491CC505}" dt="2026-09-10T03:16:09.368" v="6772" actId="26606"/>
          <ac:spMkLst>
            <pc:docMk/>
            <pc:sldMk cId="1251866938" sldId="354"/>
            <ac:spMk id="3" creationId="{00000000-0000-0000-0000-000000000000}"/>
          </ac:spMkLst>
        </pc:spChg>
        <pc:spChg chg="add">
          <ac:chgData name="Nguyễn Xuân Quyết" userId="6f9fc323-a13a-4b00-81e7-c14d17e156e8" providerId="ADAL" clId="{BC5A91BD-F674-4571-8086-39DB491CC505}" dt="2026-09-10T03:16:09.368" v="6772" actId="26606"/>
          <ac:spMkLst>
            <pc:docMk/>
            <pc:sldMk cId="1251866938" sldId="354"/>
            <ac:spMk id="4" creationId="{00000000-0000-0000-0000-000000000000}"/>
          </ac:spMkLst>
        </pc:spChg>
      </pc:sldChg>
      <pc:sldChg chg="addSp delSp modSp mod modClrScheme modAnim chgLayout modNotes modNotesTx">
        <pc:chgData name="Nguyễn Xuân Quyết" userId="6f9fc323-a13a-4b00-81e7-c14d17e156e8" providerId="ADAL" clId="{BC5A91BD-F674-4571-8086-39DB491CC505}" dt="2026-09-11T03:31:45.303" v="9755" actId="403"/>
        <pc:sldMkLst>
          <pc:docMk/>
          <pc:sldMk cId="2269119437" sldId="8080"/>
        </pc:sldMkLst>
        <pc:spChg chg="add mod">
          <ac:chgData name="Nguyễn Xuân Quyết" userId="6f9fc323-a13a-4b00-81e7-c14d17e156e8" providerId="ADAL" clId="{BC5A91BD-F674-4571-8086-39DB491CC505}" dt="2026-09-10T09:57:19.009" v="9699" actId="26606"/>
          <ac:spMkLst>
            <pc:docMk/>
            <pc:sldMk cId="2269119437" sldId="8080"/>
            <ac:spMk id="2" creationId="{DC25E018-6A72-7F74-1D35-7F6621A28696}"/>
          </ac:spMkLst>
        </pc:spChg>
        <pc:spChg chg="mod">
          <ac:chgData name="Nguyễn Xuân Quyết" userId="6f9fc323-a13a-4b00-81e7-c14d17e156e8" providerId="ADAL" clId="{BC5A91BD-F674-4571-8086-39DB491CC505}" dt="2026-09-10T09:57:19.009" v="9699" actId="26606"/>
          <ac:spMkLst>
            <pc:docMk/>
            <pc:sldMk cId="2269119437" sldId="8080"/>
            <ac:spMk id="4" creationId="{DD455968-4E62-D7BA-C985-ACC0BFC2CC3D}"/>
          </ac:spMkLst>
        </pc:spChg>
        <pc:spChg chg="add mod">
          <ac:chgData name="Nguyễn Xuân Quyết" userId="6f9fc323-a13a-4b00-81e7-c14d17e156e8" providerId="ADAL" clId="{BC5A91BD-F674-4571-8086-39DB491CC505}" dt="2026-09-10T03:16:09.368" v="6772" actId="26606"/>
          <ac:spMkLst>
            <pc:docMk/>
            <pc:sldMk cId="2269119437" sldId="8080"/>
            <ac:spMk id="5" creationId="{136856FC-872B-C751-9FEC-903ADADA9D03}"/>
          </ac:spMkLst>
        </pc:spChg>
        <pc:spChg chg="mod">
          <ac:chgData name="Nguyễn Xuân Quyết" userId="6f9fc323-a13a-4b00-81e7-c14d17e156e8" providerId="ADAL" clId="{BC5A91BD-F674-4571-8086-39DB491CC505}" dt="2026-09-10T03:16:09.481" v="6782" actId="27636"/>
          <ac:spMkLst>
            <pc:docMk/>
            <pc:sldMk cId="2269119437" sldId="8080"/>
            <ac:spMk id="6" creationId="{0C4A2A9C-E579-931A-19A1-3F03FC1B7A7E}"/>
          </ac:spMkLst>
        </pc:spChg>
        <pc:spChg chg="add mod">
          <ac:chgData name="Nguyễn Xuân Quyết" userId="6f9fc323-a13a-4b00-81e7-c14d17e156e8" providerId="ADAL" clId="{BC5A91BD-F674-4571-8086-39DB491CC505}" dt="2026-09-10T03:16:09.368" v="6772" actId="26606"/>
          <ac:spMkLst>
            <pc:docMk/>
            <pc:sldMk cId="2269119437" sldId="8080"/>
            <ac:spMk id="8" creationId="{18610F0C-5772-5992-A2E2-6C1B10A25BF4}"/>
          </ac:spMkLst>
        </pc:spChg>
        <pc:spChg chg="add mod">
          <ac:chgData name="Nguyễn Xuân Quyết" userId="6f9fc323-a13a-4b00-81e7-c14d17e156e8" providerId="ADAL" clId="{BC5A91BD-F674-4571-8086-39DB491CC505}" dt="2026-09-10T03:16:09.368" v="6772" actId="26606"/>
          <ac:spMkLst>
            <pc:docMk/>
            <pc:sldMk cId="2269119437" sldId="8080"/>
            <ac:spMk id="11" creationId="{C3C4B706-09D2-40DD-B629-C7EBB688C8EB}"/>
          </ac:spMkLst>
        </pc:spChg>
        <pc:spChg chg="add mod">
          <ac:chgData name="Nguyễn Xuân Quyết" userId="6f9fc323-a13a-4b00-81e7-c14d17e156e8" providerId="ADAL" clId="{BC5A91BD-F674-4571-8086-39DB491CC505}" dt="2026-09-11T03:31:45.303" v="9755" actId="403"/>
          <ac:spMkLst>
            <pc:docMk/>
            <pc:sldMk cId="2269119437" sldId="8080"/>
            <ac:spMk id="23" creationId="{614EBC39-F02C-BC34-B685-0A336AA48E2C}"/>
          </ac:spMkLst>
        </pc:spChg>
        <pc:spChg chg="add mod">
          <ac:chgData name="Nguyễn Xuân Quyết" userId="6f9fc323-a13a-4b00-81e7-c14d17e156e8" providerId="ADAL" clId="{BC5A91BD-F674-4571-8086-39DB491CC505}" dt="2026-09-11T03:31:45.303" v="9755" actId="403"/>
          <ac:spMkLst>
            <pc:docMk/>
            <pc:sldMk cId="2269119437" sldId="8080"/>
            <ac:spMk id="24" creationId="{EE5E3518-4810-F689-E32E-2601471D7999}"/>
          </ac:spMkLst>
        </pc:spChg>
        <pc:spChg chg="add">
          <ac:chgData name="Nguyễn Xuân Quyết" userId="6f9fc323-a13a-4b00-81e7-c14d17e156e8" providerId="ADAL" clId="{BC5A91BD-F674-4571-8086-39DB491CC505}" dt="2026-09-10T03:16:09.368" v="6772" actId="26606"/>
          <ac:spMkLst>
            <pc:docMk/>
            <pc:sldMk cId="2269119437" sldId="8080"/>
            <ac:spMk id="25" creationId="{00000000-0000-0000-0000-000000000000}"/>
          </ac:spMkLst>
        </pc:spChg>
        <pc:spChg chg="add">
          <ac:chgData name="Nguyễn Xuân Quyết" userId="6f9fc323-a13a-4b00-81e7-c14d17e156e8" providerId="ADAL" clId="{BC5A91BD-F674-4571-8086-39DB491CC505}" dt="2026-09-10T03:16:09.368" v="6772" actId="26606"/>
          <ac:spMkLst>
            <pc:docMk/>
            <pc:sldMk cId="2269119437" sldId="8080"/>
            <ac:spMk id="26" creationId="{00000000-0000-0000-0000-000000000000}"/>
          </ac:spMkLst>
        </pc:spChg>
        <pc:spChg chg="add">
          <ac:chgData name="Nguyễn Xuân Quyết" userId="6f9fc323-a13a-4b00-81e7-c14d17e156e8" providerId="ADAL" clId="{BC5A91BD-F674-4571-8086-39DB491CC505}" dt="2026-09-10T03:16:09.368" v="6772" actId="26606"/>
          <ac:spMkLst>
            <pc:docMk/>
            <pc:sldMk cId="2269119437" sldId="8080"/>
            <ac:spMk id="27" creationId="{00000000-0000-0000-0000-000000000000}"/>
          </ac:spMkLst>
        </pc:spChg>
        <pc:spChg chg="add mod">
          <ac:chgData name="Nguyễn Xuân Quyết" userId="6f9fc323-a13a-4b00-81e7-c14d17e156e8" providerId="ADAL" clId="{BC5A91BD-F674-4571-8086-39DB491CC505}" dt="2026-09-11T03:31:45.303" v="9755" actId="403"/>
          <ac:spMkLst>
            <pc:docMk/>
            <pc:sldMk cId="2269119437" sldId="8080"/>
            <ac:spMk id="28" creationId="{00000000-0000-0000-0000-000000000000}"/>
          </ac:spMkLst>
        </pc:spChg>
        <pc:spChg chg="mod">
          <ac:chgData name="Nguyễn Xuân Quyết" userId="6f9fc323-a13a-4b00-81e7-c14d17e156e8" providerId="ADAL" clId="{BC5A91BD-F674-4571-8086-39DB491CC505}" dt="2026-09-11T03:31:45.303" v="9755" actId="403"/>
          <ac:spMkLst>
            <pc:docMk/>
            <pc:sldMk cId="2269119437" sldId="8080"/>
            <ac:spMk id="29" creationId="{00000000-0000-0000-0000-000000000000}"/>
          </ac:spMkLst>
        </pc:spChg>
      </pc:sldChg>
      <pc:sldChg chg="addSp delSp modSp mod modClrScheme modAnim chgLayout">
        <pc:chgData name="Nguyễn Xuân Quyết" userId="6f9fc323-a13a-4b00-81e7-c14d17e156e8" providerId="ADAL" clId="{BC5A91BD-F674-4571-8086-39DB491CC505}" dt="2026-09-11T03:31:50.853" v="9756" actId="403"/>
        <pc:sldMkLst>
          <pc:docMk/>
          <pc:sldMk cId="1042608255" sldId="8081"/>
        </pc:sldMkLst>
        <pc:spChg chg="mod">
          <ac:chgData name="Nguyễn Xuân Quyết" userId="6f9fc323-a13a-4b00-81e7-c14d17e156e8" providerId="ADAL" clId="{BC5A91BD-F674-4571-8086-39DB491CC505}" dt="2026-09-10T09:57:19.009" v="9699" actId="26606"/>
          <ac:spMkLst>
            <pc:docMk/>
            <pc:sldMk cId="1042608255" sldId="8081"/>
            <ac:spMk id="4" creationId="{D9A54FA9-EDF7-EE22-345F-E6B01DC1CE18}"/>
          </ac:spMkLst>
        </pc:spChg>
        <pc:spChg chg="mod">
          <ac:chgData name="Nguyễn Xuân Quyết" userId="6f9fc323-a13a-4b00-81e7-c14d17e156e8" providerId="ADAL" clId="{BC5A91BD-F674-4571-8086-39DB491CC505}" dt="2026-09-10T03:16:09.386" v="6773" actId="27636"/>
          <ac:spMkLst>
            <pc:docMk/>
            <pc:sldMk cId="1042608255" sldId="8081"/>
            <ac:spMk id="5" creationId="{5BC63F28-E14C-C2F2-2705-7381C8780611}"/>
          </ac:spMkLst>
        </pc:spChg>
        <pc:spChg chg="add mod">
          <ac:chgData name="Nguyễn Xuân Quyết" userId="6f9fc323-a13a-4b00-81e7-c14d17e156e8" providerId="ADAL" clId="{BC5A91BD-F674-4571-8086-39DB491CC505}" dt="2026-09-11T03:31:50.853" v="9756" actId="403"/>
          <ac:spMkLst>
            <pc:docMk/>
            <pc:sldMk cId="1042608255" sldId="8081"/>
            <ac:spMk id="11" creationId="{4BDDBA5B-B488-7D37-86E8-8B6C7E76CAD9}"/>
          </ac:spMkLst>
        </pc:spChg>
        <pc:spChg chg="add mod">
          <ac:chgData name="Nguyễn Xuân Quyết" userId="6f9fc323-a13a-4b00-81e7-c14d17e156e8" providerId="ADAL" clId="{BC5A91BD-F674-4571-8086-39DB491CC505}" dt="2026-09-11T03:31:50.853" v="9756" actId="403"/>
          <ac:spMkLst>
            <pc:docMk/>
            <pc:sldMk cId="1042608255" sldId="8081"/>
            <ac:spMk id="19" creationId="{AF560A11-B4DA-94B9-6E08-4FEB4798206E}"/>
          </ac:spMkLst>
        </pc:spChg>
        <pc:spChg chg="add mod">
          <ac:chgData name="Nguyễn Xuân Quyết" userId="6f9fc323-a13a-4b00-81e7-c14d17e156e8" providerId="ADAL" clId="{BC5A91BD-F674-4571-8086-39DB491CC505}" dt="2026-09-11T03:31:50.853" v="9756" actId="403"/>
          <ac:spMkLst>
            <pc:docMk/>
            <pc:sldMk cId="1042608255" sldId="8081"/>
            <ac:spMk id="20" creationId="{00000000-0000-0000-0000-000000000000}"/>
          </ac:spMkLst>
        </pc:spChg>
        <pc:spChg chg="add mod">
          <ac:chgData name="Nguyễn Xuân Quyết" userId="6f9fc323-a13a-4b00-81e7-c14d17e156e8" providerId="ADAL" clId="{BC5A91BD-F674-4571-8086-39DB491CC505}" dt="2026-09-11T03:31:50.853" v="9756" actId="403"/>
          <ac:spMkLst>
            <pc:docMk/>
            <pc:sldMk cId="1042608255" sldId="8081"/>
            <ac:spMk id="21" creationId="{00000000-0000-0000-0000-000000000000}"/>
          </ac:spMkLst>
        </pc:spChg>
        <pc:spChg chg="add">
          <ac:chgData name="Nguyễn Xuân Quyết" userId="6f9fc323-a13a-4b00-81e7-c14d17e156e8" providerId="ADAL" clId="{BC5A91BD-F674-4571-8086-39DB491CC505}" dt="2026-09-10T03:16:09.368" v="6772" actId="26606"/>
          <ac:spMkLst>
            <pc:docMk/>
            <pc:sldMk cId="1042608255" sldId="8081"/>
            <ac:spMk id="22" creationId="{00000000-0000-0000-0000-000000000000}"/>
          </ac:spMkLst>
        </pc:spChg>
        <pc:spChg chg="add del">
          <ac:chgData name="Nguyễn Xuân Quyết" userId="6f9fc323-a13a-4b00-81e7-c14d17e156e8" providerId="ADAL" clId="{BC5A91BD-F674-4571-8086-39DB491CC505}" dt="2026-09-10T03:16:24.108" v="6783" actId="478"/>
          <ac:spMkLst>
            <pc:docMk/>
            <pc:sldMk cId="1042608255" sldId="8081"/>
            <ac:spMk id="23" creationId="{00000000-0000-0000-0000-000000000000}"/>
          </ac:spMkLst>
        </pc:spChg>
        <pc:picChg chg="add mod">
          <ac:chgData name="Nguyễn Xuân Quyết" userId="6f9fc323-a13a-4b00-81e7-c14d17e156e8" providerId="ADAL" clId="{BC5A91BD-F674-4571-8086-39DB491CC505}" dt="2026-09-10T01:07:48.337" v="4207" actId="1076"/>
          <ac:picMkLst>
            <pc:docMk/>
            <pc:sldMk cId="1042608255" sldId="8081"/>
            <ac:picMk id="3" creationId="{D32D8587-2BA2-C4C1-0EC0-FC6B326824ED}"/>
          </ac:picMkLst>
        </pc:picChg>
        <pc:picChg chg="add mod">
          <ac:chgData name="Nguyễn Xuân Quyết" userId="6f9fc323-a13a-4b00-81e7-c14d17e156e8" providerId="ADAL" clId="{BC5A91BD-F674-4571-8086-39DB491CC505}" dt="2026-09-10T03:16:09.368" v="6772" actId="26606"/>
          <ac:picMkLst>
            <pc:docMk/>
            <pc:sldMk cId="1042608255" sldId="8081"/>
            <ac:picMk id="8" creationId="{0AE86EF9-F647-F5AB-9C67-0880B0B4D445}"/>
          </ac:picMkLst>
        </pc:picChg>
        <pc:picChg chg="add mod">
          <ac:chgData name="Nguyễn Xuân Quyết" userId="6f9fc323-a13a-4b00-81e7-c14d17e156e8" providerId="ADAL" clId="{BC5A91BD-F674-4571-8086-39DB491CC505}" dt="2026-09-09T14:08:42.181" v="2685" actId="1076"/>
          <ac:picMkLst>
            <pc:docMk/>
            <pc:sldMk cId="1042608255" sldId="8081"/>
            <ac:picMk id="10" creationId="{C2B1C7BB-B25A-7C0B-B814-456A9AB2D89E}"/>
          </ac:picMkLst>
        </pc:picChg>
        <pc:picChg chg="add mod">
          <ac:chgData name="Nguyễn Xuân Quyết" userId="6f9fc323-a13a-4b00-81e7-c14d17e156e8" providerId="ADAL" clId="{BC5A91BD-F674-4571-8086-39DB491CC505}" dt="2026-09-10T03:16:09.368" v="6772" actId="26606"/>
          <ac:picMkLst>
            <pc:docMk/>
            <pc:sldMk cId="1042608255" sldId="8081"/>
            <ac:picMk id="14" creationId="{7A26460D-97EF-9C56-7F58-9FBE3C7B4E30}"/>
          </ac:picMkLst>
        </pc:picChg>
        <pc:picChg chg="add mod">
          <ac:chgData name="Nguyễn Xuân Quyết" userId="6f9fc323-a13a-4b00-81e7-c14d17e156e8" providerId="ADAL" clId="{BC5A91BD-F674-4571-8086-39DB491CC505}" dt="2026-09-09T14:12:11.659" v="2877" actId="1076"/>
          <ac:picMkLst>
            <pc:docMk/>
            <pc:sldMk cId="1042608255" sldId="8081"/>
            <ac:picMk id="16" creationId="{F43B2085-D3E1-85A1-37FB-658405145CCA}"/>
          </ac:picMkLst>
        </pc:picChg>
        <pc:picChg chg="add mod">
          <ac:chgData name="Nguyễn Xuân Quyết" userId="6f9fc323-a13a-4b00-81e7-c14d17e156e8" providerId="ADAL" clId="{BC5A91BD-F674-4571-8086-39DB491CC505}" dt="2026-09-10T03:16:09.368" v="6772" actId="26606"/>
          <ac:picMkLst>
            <pc:docMk/>
            <pc:sldMk cId="1042608255" sldId="8081"/>
            <ac:picMk id="18" creationId="{E0664048-A7D8-C7CF-5228-439FAB4912D9}"/>
          </ac:picMkLst>
        </pc:picChg>
      </pc:sldChg>
      <pc:sldChg chg="addSp delSp modSp mod modClrScheme chgLayout modNotes">
        <pc:chgData name="Nguyễn Xuân Quyết" userId="6f9fc323-a13a-4b00-81e7-c14d17e156e8" providerId="ADAL" clId="{BC5A91BD-F674-4571-8086-39DB491CC505}" dt="2026-09-11T03:32:11.738" v="9762" actId="403"/>
        <pc:sldMkLst>
          <pc:docMk/>
          <pc:sldMk cId="4085075449" sldId="8084"/>
        </pc:sldMkLst>
        <pc:spChg chg="mod">
          <ac:chgData name="Nguyễn Xuân Quyết" userId="6f9fc323-a13a-4b00-81e7-c14d17e156e8" providerId="ADAL" clId="{BC5A91BD-F674-4571-8086-39DB491CC505}" dt="2026-09-10T09:57:19.009" v="9699" actId="26606"/>
          <ac:spMkLst>
            <pc:docMk/>
            <pc:sldMk cId="4085075449" sldId="8084"/>
            <ac:spMk id="4" creationId="{245DA909-B3D6-6802-7D58-0259D15AF234}"/>
          </ac:spMkLst>
        </pc:spChg>
        <pc:spChg chg="mod">
          <ac:chgData name="Nguyễn Xuân Quyết" userId="6f9fc323-a13a-4b00-81e7-c14d17e156e8" providerId="ADAL" clId="{BC5A91BD-F674-4571-8086-39DB491CC505}" dt="2026-09-10T09:57:19.009" v="9699" actId="26606"/>
          <ac:spMkLst>
            <pc:docMk/>
            <pc:sldMk cId="4085075449" sldId="8084"/>
            <ac:spMk id="5" creationId="{C3142D9C-849D-79ED-0C11-64F6D426A0C5}"/>
          </ac:spMkLst>
        </pc:spChg>
        <pc:spChg chg="add del mod">
          <ac:chgData name="Nguyễn Xuân Quyết" userId="6f9fc323-a13a-4b00-81e7-c14d17e156e8" providerId="ADAL" clId="{BC5A91BD-F674-4571-8086-39DB491CC505}" dt="2026-09-10T03:16:09.368" v="6772" actId="26606"/>
          <ac:spMkLst>
            <pc:docMk/>
            <pc:sldMk cId="4085075449" sldId="8084"/>
            <ac:spMk id="9" creationId="{2EC988F3-A836-E529-6571-80578D5E1A6B}"/>
          </ac:spMkLst>
        </pc:spChg>
        <pc:spChg chg="add del mod">
          <ac:chgData name="Nguyễn Xuân Quyết" userId="6f9fc323-a13a-4b00-81e7-c14d17e156e8" providerId="ADAL" clId="{BC5A91BD-F674-4571-8086-39DB491CC505}" dt="2026-09-10T03:16:09.368" v="6772" actId="26606"/>
          <ac:spMkLst>
            <pc:docMk/>
            <pc:sldMk cId="4085075449" sldId="8084"/>
            <ac:spMk id="11" creationId="{6D600724-D812-62E3-8CE2-E87F4A41A317}"/>
          </ac:spMkLst>
        </pc:spChg>
        <pc:spChg chg="add mod">
          <ac:chgData name="Nguyễn Xuân Quyết" userId="6f9fc323-a13a-4b00-81e7-c14d17e156e8" providerId="ADAL" clId="{BC5A91BD-F674-4571-8086-39DB491CC505}" dt="2026-09-10T09:57:19.009" v="9699" actId="26606"/>
          <ac:spMkLst>
            <pc:docMk/>
            <pc:sldMk cId="4085075449" sldId="8084"/>
            <ac:spMk id="15" creationId="{A8F056CA-2204-ECA8-9A14-AC780D327E71}"/>
          </ac:spMkLst>
        </pc:spChg>
        <pc:spChg chg="add mod">
          <ac:chgData name="Nguyễn Xuân Quyết" userId="6f9fc323-a13a-4b00-81e7-c14d17e156e8" providerId="ADAL" clId="{BC5A91BD-F674-4571-8086-39DB491CC505}" dt="2026-09-11T03:32:11.738" v="9762" actId="403"/>
          <ac:spMkLst>
            <pc:docMk/>
            <pc:sldMk cId="4085075449" sldId="8084"/>
            <ac:spMk id="17" creationId="{4C68DE05-385D-ECE5-524A-50A41E4B042E}"/>
          </ac:spMkLst>
        </pc:spChg>
        <pc:spChg chg="mod">
          <ac:chgData name="Nguyễn Xuân Quyết" userId="6f9fc323-a13a-4b00-81e7-c14d17e156e8" providerId="ADAL" clId="{BC5A91BD-F674-4571-8086-39DB491CC505}" dt="2026-09-11T03:32:11.738" v="9762" actId="403"/>
          <ac:spMkLst>
            <pc:docMk/>
            <pc:sldMk cId="4085075449" sldId="8084"/>
            <ac:spMk id="19" creationId="{1641C8AD-4B06-605C-59E7-D55F31ED6091}"/>
          </ac:spMkLst>
        </pc:spChg>
        <pc:spChg chg="add mod">
          <ac:chgData name="Nguyễn Xuân Quyết" userId="6f9fc323-a13a-4b00-81e7-c14d17e156e8" providerId="ADAL" clId="{BC5A91BD-F674-4571-8086-39DB491CC505}" dt="2026-09-11T03:32:11.738" v="9762" actId="403"/>
          <ac:spMkLst>
            <pc:docMk/>
            <pc:sldMk cId="4085075449" sldId="8084"/>
            <ac:spMk id="21" creationId="{814A0242-E16F-6342-BF35-DB2E4F22E7FC}"/>
          </ac:spMkLst>
        </pc:spChg>
        <pc:spChg chg="add mod">
          <ac:chgData name="Nguyễn Xuân Quyết" userId="6f9fc323-a13a-4b00-81e7-c14d17e156e8" providerId="ADAL" clId="{BC5A91BD-F674-4571-8086-39DB491CC505}" dt="2026-09-11T03:32:11.738" v="9762" actId="403"/>
          <ac:spMkLst>
            <pc:docMk/>
            <pc:sldMk cId="4085075449" sldId="8084"/>
            <ac:spMk id="23" creationId="{427A670B-F93A-1346-BF8D-3E309760E939}"/>
          </ac:spMkLst>
        </pc:spChg>
        <pc:spChg chg="add mod">
          <ac:chgData name="Nguyễn Xuân Quyết" userId="6f9fc323-a13a-4b00-81e7-c14d17e156e8" providerId="ADAL" clId="{BC5A91BD-F674-4571-8086-39DB491CC505}" dt="2026-09-10T09:57:19.009" v="9699" actId="26606"/>
          <ac:spMkLst>
            <pc:docMk/>
            <pc:sldMk cId="4085075449" sldId="8084"/>
            <ac:spMk id="27" creationId="{0461B0BD-D9DE-6BDD-6959-6A02C0B22AAD}"/>
          </ac:spMkLst>
        </pc:spChg>
        <pc:spChg chg="mod">
          <ac:chgData name="Nguyễn Xuân Quyết" userId="6f9fc323-a13a-4b00-81e7-c14d17e156e8" providerId="ADAL" clId="{BC5A91BD-F674-4571-8086-39DB491CC505}" dt="2026-09-11T03:32:11.738" v="9762" actId="403"/>
          <ac:spMkLst>
            <pc:docMk/>
            <pc:sldMk cId="4085075449" sldId="8084"/>
            <ac:spMk id="29" creationId="{F080DD03-C443-D415-DA78-C155C13091DF}"/>
          </ac:spMkLst>
        </pc:spChg>
        <pc:spChg chg="add mod">
          <ac:chgData name="Nguyễn Xuân Quyết" userId="6f9fc323-a13a-4b00-81e7-c14d17e156e8" providerId="ADAL" clId="{BC5A91BD-F674-4571-8086-39DB491CC505}" dt="2026-09-11T03:32:11.738" v="9762" actId="403"/>
          <ac:spMkLst>
            <pc:docMk/>
            <pc:sldMk cId="4085075449" sldId="8084"/>
            <ac:spMk id="31" creationId="{25606168-B184-CECE-2D6D-54545652FBEB}"/>
          </ac:spMkLst>
        </pc:spChg>
        <pc:spChg chg="add del mod">
          <ac:chgData name="Nguyễn Xuân Quyết" userId="6f9fc323-a13a-4b00-81e7-c14d17e156e8" providerId="ADAL" clId="{BC5A91BD-F674-4571-8086-39DB491CC505}" dt="2026-09-10T02:01:38.718" v="5963"/>
          <ac:spMkLst>
            <pc:docMk/>
            <pc:sldMk cId="4085075449" sldId="8084"/>
            <ac:spMk id="33" creationId="{CB877647-1FCA-DB4C-0FAB-8F34A3B04DF8}"/>
          </ac:spMkLst>
        </pc:spChg>
        <pc:spChg chg="add del mod">
          <ac:chgData name="Nguyễn Xuân Quyết" userId="6f9fc323-a13a-4b00-81e7-c14d17e156e8" providerId="ADAL" clId="{BC5A91BD-F674-4571-8086-39DB491CC505}" dt="2026-09-10T02:01:38.719" v="5965"/>
          <ac:spMkLst>
            <pc:docMk/>
            <pc:sldMk cId="4085075449" sldId="8084"/>
            <ac:spMk id="35" creationId="{712B62A1-866A-84BC-C3EE-428788467B94}"/>
          </ac:spMkLst>
        </pc:spChg>
        <pc:spChg chg="mod">
          <ac:chgData name="Nguyễn Xuân Quyết" userId="6f9fc323-a13a-4b00-81e7-c14d17e156e8" providerId="ADAL" clId="{BC5A91BD-F674-4571-8086-39DB491CC505}" dt="2026-09-11T03:32:11.738" v="9762" actId="403"/>
          <ac:spMkLst>
            <pc:docMk/>
            <pc:sldMk cId="4085075449" sldId="8084"/>
            <ac:spMk id="52" creationId="{00000000-0000-0000-0000-000000000000}"/>
          </ac:spMkLst>
        </pc:spChg>
        <pc:spChg chg="add mod">
          <ac:chgData name="Nguyễn Xuân Quyết" userId="6f9fc323-a13a-4b00-81e7-c14d17e156e8" providerId="ADAL" clId="{BC5A91BD-F674-4571-8086-39DB491CC505}" dt="2026-09-11T03:32:11.738" v="9762" actId="403"/>
          <ac:spMkLst>
            <pc:docMk/>
            <pc:sldMk cId="4085075449" sldId="8084"/>
            <ac:spMk id="53" creationId="{00000000-0000-0000-0000-000000000000}"/>
          </ac:spMkLst>
        </pc:spChg>
        <pc:spChg chg="add">
          <ac:chgData name="Nguyễn Xuân Quyết" userId="6f9fc323-a13a-4b00-81e7-c14d17e156e8" providerId="ADAL" clId="{BC5A91BD-F674-4571-8086-39DB491CC505}" dt="2026-09-10T03:16:09.368" v="6772" actId="26606"/>
          <ac:spMkLst>
            <pc:docMk/>
            <pc:sldMk cId="4085075449" sldId="8084"/>
            <ac:spMk id="54" creationId="{00000000-0000-0000-0000-000000000000}"/>
          </ac:spMkLst>
        </pc:spChg>
        <pc:picChg chg="mod">
          <ac:chgData name="Nguyễn Xuân Quyết" userId="6f9fc323-a13a-4b00-81e7-c14d17e156e8" providerId="ADAL" clId="{BC5A91BD-F674-4571-8086-39DB491CC505}" dt="2026-09-10T03:01:38.811" v="6768" actId="26606"/>
          <ac:picMkLst>
            <pc:docMk/>
            <pc:sldMk cId="4085075449" sldId="8084"/>
            <ac:picMk id="3" creationId="{F99E7D9C-E732-0D3B-99F9-1DAC0D9CE7E7}"/>
          </ac:picMkLst>
        </pc:picChg>
        <pc:picChg chg="mod">
          <ac:chgData name="Nguyễn Xuân Quyết" userId="6f9fc323-a13a-4b00-81e7-c14d17e156e8" providerId="ADAL" clId="{BC5A91BD-F674-4571-8086-39DB491CC505}" dt="2026-09-10T03:01:38.811" v="6768" actId="26606"/>
          <ac:picMkLst>
            <pc:docMk/>
            <pc:sldMk cId="4085075449" sldId="8084"/>
            <ac:picMk id="7" creationId="{E2BD3451-97B5-1515-0615-0C16266E3205}"/>
          </ac:picMkLst>
        </pc:picChg>
        <pc:picChg chg="mod">
          <ac:chgData name="Nguyễn Xuân Quyết" userId="6f9fc323-a13a-4b00-81e7-c14d17e156e8" providerId="ADAL" clId="{BC5A91BD-F674-4571-8086-39DB491CC505}" dt="2026-09-10T03:16:38.512" v="6784" actId="1076"/>
          <ac:picMkLst>
            <pc:docMk/>
            <pc:sldMk cId="4085075449" sldId="8084"/>
            <ac:picMk id="37" creationId="{FDBC3946-E386-F6BA-CCCA-281309259A8B}"/>
          </ac:picMkLst>
        </pc:picChg>
        <pc:picChg chg="mod">
          <ac:chgData name="Nguyễn Xuân Quyết" userId="6f9fc323-a13a-4b00-81e7-c14d17e156e8" providerId="ADAL" clId="{BC5A91BD-F674-4571-8086-39DB491CC505}" dt="2026-09-10T01:57:12.957" v="5539" actId="1076"/>
          <ac:picMkLst>
            <pc:docMk/>
            <pc:sldMk cId="4085075449" sldId="8084"/>
            <ac:picMk id="41" creationId="{0A8C6CC7-06BA-EEBC-61C9-145313A58911}"/>
          </ac:picMkLst>
        </pc:picChg>
        <pc:picChg chg="mod">
          <ac:chgData name="Nguyễn Xuân Quyết" userId="6f9fc323-a13a-4b00-81e7-c14d17e156e8" providerId="ADAL" clId="{BC5A91BD-F674-4571-8086-39DB491CC505}" dt="2026-09-10T01:56:59.632" v="5538" actId="1076"/>
          <ac:picMkLst>
            <pc:docMk/>
            <pc:sldMk cId="4085075449" sldId="8084"/>
            <ac:picMk id="43" creationId="{DAEDB47E-D4EA-0AA5-00F3-E6B9FD6330D9}"/>
          </ac:picMkLst>
        </pc:picChg>
        <pc:picChg chg="mod">
          <ac:chgData name="Nguyễn Xuân Quyết" userId="6f9fc323-a13a-4b00-81e7-c14d17e156e8" providerId="ADAL" clId="{BC5A91BD-F674-4571-8086-39DB491CC505}" dt="2026-09-10T01:44:36.645" v="5014" actId="1076"/>
          <ac:picMkLst>
            <pc:docMk/>
            <pc:sldMk cId="4085075449" sldId="8084"/>
            <ac:picMk id="45" creationId="{2FCF9C01-F362-C537-48F0-AC2E8C0E8656}"/>
          </ac:picMkLst>
        </pc:picChg>
        <pc:picChg chg="mod">
          <ac:chgData name="Nguyễn Xuân Quyết" userId="6f9fc323-a13a-4b00-81e7-c14d17e156e8" providerId="ADAL" clId="{BC5A91BD-F674-4571-8086-39DB491CC505}" dt="2026-09-10T03:16:48.168" v="6785" actId="1076"/>
          <ac:picMkLst>
            <pc:docMk/>
            <pc:sldMk cId="4085075449" sldId="8084"/>
            <ac:picMk id="47" creationId="{921E5F84-AC48-8705-163E-014B754A4C27}"/>
          </ac:picMkLst>
        </pc:picChg>
        <pc:picChg chg="mod">
          <ac:chgData name="Nguyễn Xuân Quyết" userId="6f9fc323-a13a-4b00-81e7-c14d17e156e8" providerId="ADAL" clId="{BC5A91BD-F674-4571-8086-39DB491CC505}" dt="2026-09-10T01:44:03.014" v="5008" actId="1076"/>
          <ac:picMkLst>
            <pc:docMk/>
            <pc:sldMk cId="4085075449" sldId="8084"/>
            <ac:picMk id="51" creationId="{4E56CA35-5618-5BD8-599D-F41027B18985}"/>
          </ac:picMkLst>
        </pc:picChg>
        <pc:picChg chg="del mod">
          <ac:chgData name="Nguyễn Xuân Quyết" userId="6f9fc323-a13a-4b00-81e7-c14d17e156e8" providerId="ADAL" clId="{BC5A91BD-F674-4571-8086-39DB491CC505}" dt="2026-09-10T02:01:39.912" v="5966" actId="478"/>
          <ac:picMkLst>
            <pc:docMk/>
            <pc:sldMk cId="4085075449" sldId="8084"/>
            <ac:picMk id="53" creationId="{7898EDC5-2DB5-45F0-1859-2C98AC562E1D}"/>
          </ac:picMkLst>
        </pc:picChg>
        <pc:picChg chg="del mod">
          <ac:chgData name="Nguyễn Xuân Quyết" userId="6f9fc323-a13a-4b00-81e7-c14d17e156e8" providerId="ADAL" clId="{BC5A91BD-F674-4571-8086-39DB491CC505}" dt="2026-09-10T02:01:38.715" v="5961" actId="478"/>
          <ac:picMkLst>
            <pc:docMk/>
            <pc:sldMk cId="4085075449" sldId="8084"/>
            <ac:picMk id="55" creationId="{2F64E9A0-D667-87B0-9D7F-53956C80E6AA}"/>
          </ac:picMkLst>
        </pc:picChg>
      </pc:sldChg>
      <pc:sldChg chg="addSp delSp modSp mod ord modClrScheme chgLayout">
        <pc:chgData name="Nguyễn Xuân Quyết" userId="6f9fc323-a13a-4b00-81e7-c14d17e156e8" providerId="ADAL" clId="{BC5A91BD-F674-4571-8086-39DB491CC505}" dt="2026-09-11T08:00:58.877" v="10668"/>
        <pc:sldMkLst>
          <pc:docMk/>
          <pc:sldMk cId="3960403681" sldId="8085"/>
        </pc:sldMkLst>
        <pc:spChg chg="mod">
          <ac:chgData name="Nguyễn Xuân Quyết" userId="6f9fc323-a13a-4b00-81e7-c14d17e156e8" providerId="ADAL" clId="{BC5A91BD-F674-4571-8086-39DB491CC505}" dt="2026-09-10T09:57:19.009" v="9699" actId="26606"/>
          <ac:spMkLst>
            <pc:docMk/>
            <pc:sldMk cId="3960403681" sldId="8085"/>
            <ac:spMk id="4" creationId="{B38AC16D-39A8-212D-C987-83DCE7CBF057}"/>
          </ac:spMkLst>
        </pc:spChg>
        <pc:spChg chg="mod">
          <ac:chgData name="Nguyễn Xuân Quyết" userId="6f9fc323-a13a-4b00-81e7-c14d17e156e8" providerId="ADAL" clId="{BC5A91BD-F674-4571-8086-39DB491CC505}" dt="2026-09-10T09:57:19.009" v="9699" actId="26606"/>
          <ac:spMkLst>
            <pc:docMk/>
            <pc:sldMk cId="3960403681" sldId="8085"/>
            <ac:spMk id="5" creationId="{3FF33391-B26E-94F6-69E3-67B0C17C677C}"/>
          </ac:spMkLst>
        </pc:spChg>
        <pc:graphicFrameChg chg="add mod modGraphic">
          <ac:chgData name="Nguyễn Xuân Quyết" userId="6f9fc323-a13a-4b00-81e7-c14d17e156e8" providerId="ADAL" clId="{BC5A91BD-F674-4571-8086-39DB491CC505}" dt="2026-09-11T08:00:58.877" v="10668"/>
          <ac:graphicFrameMkLst>
            <pc:docMk/>
            <pc:sldMk cId="3960403681" sldId="8085"/>
            <ac:graphicFrameMk id="13" creationId="{D5C7C427-99EE-6D05-2B6F-4747FADBFAA8}"/>
          </ac:graphicFrameMkLst>
        </pc:graphicFrameChg>
      </pc:sldChg>
      <pc:sldChg chg="addSp delSp modSp mod modClrScheme chgLayout">
        <pc:chgData name="Nguyễn Xuân Quyết" userId="6f9fc323-a13a-4b00-81e7-c14d17e156e8" providerId="ADAL" clId="{BC5A91BD-F674-4571-8086-39DB491CC505}" dt="2026-09-11T07:13:12.471" v="10653" actId="207"/>
        <pc:sldMkLst>
          <pc:docMk/>
          <pc:sldMk cId="3912017126" sldId="8086"/>
        </pc:sldMkLst>
        <pc:spChg chg="add del mod">
          <ac:chgData name="Nguyễn Xuân Quyết" userId="6f9fc323-a13a-4b00-81e7-c14d17e156e8" providerId="ADAL" clId="{BC5A91BD-F674-4571-8086-39DB491CC505}" dt="2026-09-10T02:03:30.893" v="5981" actId="478"/>
          <ac:spMkLst>
            <pc:docMk/>
            <pc:sldMk cId="3912017126" sldId="8086"/>
            <ac:spMk id="2" creationId="{39CD19BF-FAA0-3AF9-2422-F9F1B61EB8C7}"/>
          </ac:spMkLst>
        </pc:spChg>
        <pc:spChg chg="mod">
          <ac:chgData name="Nguyễn Xuân Quyết" userId="6f9fc323-a13a-4b00-81e7-c14d17e156e8" providerId="ADAL" clId="{BC5A91BD-F674-4571-8086-39DB491CC505}" dt="2026-09-10T09:57:19.009" v="9699" actId="26606"/>
          <ac:spMkLst>
            <pc:docMk/>
            <pc:sldMk cId="3912017126" sldId="8086"/>
            <ac:spMk id="4" creationId="{2B249E29-2C98-5103-C17E-12751A9FF3F2}"/>
          </ac:spMkLst>
        </pc:spChg>
        <pc:spChg chg="mod">
          <ac:chgData name="Nguyễn Xuân Quyết" userId="6f9fc323-a13a-4b00-81e7-c14d17e156e8" providerId="ADAL" clId="{BC5A91BD-F674-4571-8086-39DB491CC505}" dt="2026-09-10T09:57:19.009" v="9699" actId="26606"/>
          <ac:spMkLst>
            <pc:docMk/>
            <pc:sldMk cId="3912017126" sldId="8086"/>
            <ac:spMk id="5" creationId="{88481C6E-FA7B-1AA0-CDBF-619D42D90A00}"/>
          </ac:spMkLst>
        </pc:spChg>
        <pc:spChg chg="add mod">
          <ac:chgData name="Nguyễn Xuân Quyết" userId="6f9fc323-a13a-4b00-81e7-c14d17e156e8" providerId="ADAL" clId="{BC5A91BD-F674-4571-8086-39DB491CC505}" dt="2026-09-10T02:03:17.861" v="5978" actId="571"/>
          <ac:spMkLst>
            <pc:docMk/>
            <pc:sldMk cId="3912017126" sldId="8086"/>
            <ac:spMk id="6" creationId="{1F0414F8-4107-F3B7-4F80-1560A240BA25}"/>
          </ac:spMkLst>
        </pc:spChg>
        <pc:spChg chg="add del mod">
          <ac:chgData name="Nguyễn Xuân Quyết" userId="6f9fc323-a13a-4b00-81e7-c14d17e156e8" providerId="ADAL" clId="{BC5A91BD-F674-4571-8086-39DB491CC505}" dt="2026-09-10T02:03:30.359" v="5980" actId="478"/>
          <ac:spMkLst>
            <pc:docMk/>
            <pc:sldMk cId="3912017126" sldId="8086"/>
            <ac:spMk id="7" creationId="{28A96ABA-71A6-A5C8-5DBC-D7922706DE0C}"/>
          </ac:spMkLst>
        </pc:spChg>
        <pc:spChg chg="add mod">
          <ac:chgData name="Nguyễn Xuân Quyết" userId="6f9fc323-a13a-4b00-81e7-c14d17e156e8" providerId="ADAL" clId="{BC5A91BD-F674-4571-8086-39DB491CC505}" dt="2026-09-11T03:31:59.666" v="9760" actId="404"/>
          <ac:spMkLst>
            <pc:docMk/>
            <pc:sldMk cId="3912017126" sldId="8086"/>
            <ac:spMk id="31" creationId="{F89F9AB0-AD54-FA8B-C3CE-E15329E0944B}"/>
          </ac:spMkLst>
        </pc:spChg>
        <pc:spChg chg="mod">
          <ac:chgData name="Nguyễn Xuân Quyết" userId="6f9fc323-a13a-4b00-81e7-c14d17e156e8" providerId="ADAL" clId="{BC5A91BD-F674-4571-8086-39DB491CC505}" dt="2026-09-10T09:57:19.009" v="9699" actId="26606"/>
          <ac:spMkLst>
            <pc:docMk/>
            <pc:sldMk cId="3912017126" sldId="8086"/>
            <ac:spMk id="33" creationId="{3398E894-4717-8DC5-BDEE-9649AFDC3BE2}"/>
          </ac:spMkLst>
        </pc:spChg>
        <pc:spChg chg="add mod">
          <ac:chgData name="Nguyễn Xuân Quyết" userId="6f9fc323-a13a-4b00-81e7-c14d17e156e8" providerId="ADAL" clId="{BC5A91BD-F674-4571-8086-39DB491CC505}" dt="2026-09-10T03:16:09.368" v="6772" actId="26606"/>
          <ac:spMkLst>
            <pc:docMk/>
            <pc:sldMk cId="3912017126" sldId="8086"/>
            <ac:spMk id="35" creationId="{18C808F1-5D01-C12F-43A4-6F3F8C13A77C}"/>
          </ac:spMkLst>
        </pc:spChg>
        <pc:spChg chg="add mod">
          <ac:chgData name="Nguyễn Xuân Quyết" userId="6f9fc323-a13a-4b00-81e7-c14d17e156e8" providerId="ADAL" clId="{BC5A91BD-F674-4571-8086-39DB491CC505}" dt="2026-09-11T03:31:59.666" v="9760" actId="404"/>
          <ac:spMkLst>
            <pc:docMk/>
            <pc:sldMk cId="3912017126" sldId="8086"/>
            <ac:spMk id="39" creationId="{FC980CF2-7276-FF01-036C-C86D30EF2464}"/>
          </ac:spMkLst>
        </pc:spChg>
        <pc:spChg chg="mod">
          <ac:chgData name="Nguyễn Xuân Quyết" userId="6f9fc323-a13a-4b00-81e7-c14d17e156e8" providerId="ADAL" clId="{BC5A91BD-F674-4571-8086-39DB491CC505}" dt="2026-09-10T09:57:19.009" v="9699" actId="26606"/>
          <ac:spMkLst>
            <pc:docMk/>
            <pc:sldMk cId="3912017126" sldId="8086"/>
            <ac:spMk id="41" creationId="{5A8FB043-64AB-9084-CC8C-27EE104C597D}"/>
          </ac:spMkLst>
        </pc:spChg>
        <pc:spChg chg="add mod">
          <ac:chgData name="Nguyễn Xuân Quyết" userId="6f9fc323-a13a-4b00-81e7-c14d17e156e8" providerId="ADAL" clId="{BC5A91BD-F674-4571-8086-39DB491CC505}" dt="2026-09-11T03:31:59.666" v="9760" actId="404"/>
          <ac:spMkLst>
            <pc:docMk/>
            <pc:sldMk cId="3912017126" sldId="8086"/>
            <ac:spMk id="43" creationId="{4556923F-1991-92A7-CDF6-AE36A1E5FEC8}"/>
          </ac:spMkLst>
        </pc:spChg>
        <pc:spChg chg="add mod">
          <ac:chgData name="Nguyễn Xuân Quyết" userId="6f9fc323-a13a-4b00-81e7-c14d17e156e8" providerId="ADAL" clId="{BC5A91BD-F674-4571-8086-39DB491CC505}" dt="2026-09-10T03:06:48.069" v="6770" actId="26606"/>
          <ac:spMkLst>
            <pc:docMk/>
            <pc:sldMk cId="3912017126" sldId="8086"/>
            <ac:spMk id="47" creationId="{4DE6ECC8-A60E-7403-2414-0FAF846E0092}"/>
          </ac:spMkLst>
        </pc:spChg>
        <pc:spChg chg="add mod">
          <ac:chgData name="Nguyễn Xuân Quyết" userId="6f9fc323-a13a-4b00-81e7-c14d17e156e8" providerId="ADAL" clId="{BC5A91BD-F674-4571-8086-39DB491CC505}" dt="2026-09-11T03:31:59.666" v="9760" actId="404"/>
          <ac:spMkLst>
            <pc:docMk/>
            <pc:sldMk cId="3912017126" sldId="8086"/>
            <ac:spMk id="49" creationId="{9FE77299-171B-CD3C-7D61-8FF3188708C2}"/>
          </ac:spMkLst>
        </pc:spChg>
        <pc:spChg chg="add mod">
          <ac:chgData name="Nguyễn Xuân Quyết" userId="6f9fc323-a13a-4b00-81e7-c14d17e156e8" providerId="ADAL" clId="{BC5A91BD-F674-4571-8086-39DB491CC505}" dt="2026-09-11T03:31:59.666" v="9760" actId="404"/>
          <ac:spMkLst>
            <pc:docMk/>
            <pc:sldMk cId="3912017126" sldId="8086"/>
            <ac:spMk id="51" creationId="{A52DE013-BA25-B86A-B82A-034BCA041CD1}"/>
          </ac:spMkLst>
        </pc:spChg>
        <pc:spChg chg="add mod">
          <ac:chgData name="Nguyễn Xuân Quyết" userId="6f9fc323-a13a-4b00-81e7-c14d17e156e8" providerId="ADAL" clId="{BC5A91BD-F674-4571-8086-39DB491CC505}" dt="2026-09-10T02:04:09.674" v="5995" actId="113"/>
          <ac:spMkLst>
            <pc:docMk/>
            <pc:sldMk cId="3912017126" sldId="8086"/>
            <ac:spMk id="55" creationId="{6058713B-D310-EE8E-370C-7F57799943F1}"/>
          </ac:spMkLst>
        </pc:spChg>
        <pc:spChg chg="mod">
          <ac:chgData name="Nguyễn Xuân Quyết" userId="6f9fc323-a13a-4b00-81e7-c14d17e156e8" providerId="ADAL" clId="{BC5A91BD-F674-4571-8086-39DB491CC505}" dt="2026-09-11T03:31:59.666" v="9760" actId="404"/>
          <ac:spMkLst>
            <pc:docMk/>
            <pc:sldMk cId="3912017126" sldId="8086"/>
            <ac:spMk id="57" creationId="{A5EE1153-4277-4B7F-D376-929941F14F16}"/>
          </ac:spMkLst>
        </pc:spChg>
        <pc:spChg chg="mod">
          <ac:chgData name="Nguyễn Xuân Quyết" userId="6f9fc323-a13a-4b00-81e7-c14d17e156e8" providerId="ADAL" clId="{BC5A91BD-F674-4571-8086-39DB491CC505}" dt="2026-09-11T07:13:12.471" v="10653" actId="207"/>
          <ac:spMkLst>
            <pc:docMk/>
            <pc:sldMk cId="3912017126" sldId="8086"/>
            <ac:spMk id="59" creationId="{F68647FD-CADB-44E6-A4FF-AD716C2917B0}"/>
          </ac:spMkLst>
        </pc:spChg>
        <pc:spChg chg="mod">
          <ac:chgData name="Nguyễn Xuân Quyết" userId="6f9fc323-a13a-4b00-81e7-c14d17e156e8" providerId="ADAL" clId="{BC5A91BD-F674-4571-8086-39DB491CC505}" dt="2026-09-11T03:31:59.666" v="9760" actId="404"/>
          <ac:spMkLst>
            <pc:docMk/>
            <pc:sldMk cId="3912017126" sldId="8086"/>
            <ac:spMk id="63" creationId="{41137106-D5A1-A120-7F57-FC14BAC78CB8}"/>
          </ac:spMkLst>
        </pc:spChg>
        <pc:spChg chg="mod">
          <ac:chgData name="Nguyễn Xuân Quyết" userId="6f9fc323-a13a-4b00-81e7-c14d17e156e8" providerId="ADAL" clId="{BC5A91BD-F674-4571-8086-39DB491CC505}" dt="2026-09-10T09:57:19.009" v="9699" actId="26606"/>
          <ac:spMkLst>
            <pc:docMk/>
            <pc:sldMk cId="3912017126" sldId="8086"/>
            <ac:spMk id="65" creationId="{AA40BD6E-FAC9-7D70-6121-D8B18ED327A1}"/>
          </ac:spMkLst>
        </pc:spChg>
        <pc:spChg chg="mod">
          <ac:chgData name="Nguyễn Xuân Quyết" userId="6f9fc323-a13a-4b00-81e7-c14d17e156e8" providerId="ADAL" clId="{BC5A91BD-F674-4571-8086-39DB491CC505}" dt="2026-09-11T03:31:59.666" v="9760" actId="404"/>
          <ac:spMkLst>
            <pc:docMk/>
            <pc:sldMk cId="3912017126" sldId="8086"/>
            <ac:spMk id="71" creationId="{9F3A8EA2-2BA5-85CF-8C85-6C6E026A7C28}"/>
          </ac:spMkLst>
        </pc:spChg>
        <pc:spChg chg="add mod">
          <ac:chgData name="Nguyễn Xuân Quyết" userId="6f9fc323-a13a-4b00-81e7-c14d17e156e8" providerId="ADAL" clId="{BC5A91BD-F674-4571-8086-39DB491CC505}" dt="2026-09-11T03:31:59.666" v="9760" actId="404"/>
          <ac:spMkLst>
            <pc:docMk/>
            <pc:sldMk cId="3912017126" sldId="8086"/>
            <ac:spMk id="73" creationId="{0C654440-0FA4-F016-707F-3A464796CA5B}"/>
          </ac:spMkLst>
        </pc:spChg>
        <pc:spChg chg="mod">
          <ac:chgData name="Nguyễn Xuân Quyết" userId="6f9fc323-a13a-4b00-81e7-c14d17e156e8" providerId="ADAL" clId="{BC5A91BD-F674-4571-8086-39DB491CC505}" dt="2026-09-10T01:33:08.244" v="4732" actId="1076"/>
          <ac:spMkLst>
            <pc:docMk/>
            <pc:sldMk cId="3912017126" sldId="8086"/>
            <ac:spMk id="75" creationId="{A6997EB0-6081-F967-04FE-70F0BBE3ED42}"/>
          </ac:spMkLst>
        </pc:spChg>
        <pc:spChg chg="add mod">
          <ac:chgData name="Nguyễn Xuân Quyết" userId="6f9fc323-a13a-4b00-81e7-c14d17e156e8" providerId="ADAL" clId="{BC5A91BD-F674-4571-8086-39DB491CC505}" dt="2026-09-10T03:16:09.368" v="6772" actId="26606"/>
          <ac:spMkLst>
            <pc:docMk/>
            <pc:sldMk cId="3912017126" sldId="8086"/>
            <ac:spMk id="79" creationId="{DFB210BF-82C9-9AAF-13A0-A70CD0636AD4}"/>
          </ac:spMkLst>
        </pc:spChg>
        <pc:spChg chg="mod">
          <ac:chgData name="Nguyễn Xuân Quyết" userId="6f9fc323-a13a-4b00-81e7-c14d17e156e8" providerId="ADAL" clId="{BC5A91BD-F674-4571-8086-39DB491CC505}" dt="2026-09-10T09:57:19.009" v="9699" actId="26606"/>
          <ac:spMkLst>
            <pc:docMk/>
            <pc:sldMk cId="3912017126" sldId="8086"/>
            <ac:spMk id="81" creationId="{FDDD49BF-1C9F-A0BA-6C00-981779248DA7}"/>
          </ac:spMkLst>
        </pc:spChg>
        <pc:spChg chg="mod">
          <ac:chgData name="Nguyễn Xuân Quyết" userId="6f9fc323-a13a-4b00-81e7-c14d17e156e8" providerId="ADAL" clId="{BC5A91BD-F674-4571-8086-39DB491CC505}" dt="2026-09-10T03:16:09.368" v="6772" actId="26606"/>
          <ac:spMkLst>
            <pc:docMk/>
            <pc:sldMk cId="3912017126" sldId="8086"/>
            <ac:spMk id="83" creationId="{DF63844C-E874-A655-D4CB-E64F0220ACB7}"/>
          </ac:spMkLst>
        </pc:spChg>
        <pc:picChg chg="add mod">
          <ac:chgData name="Nguyễn Xuân Quyết" userId="6f9fc323-a13a-4b00-81e7-c14d17e156e8" providerId="ADAL" clId="{BC5A91BD-F674-4571-8086-39DB491CC505}" dt="2026-09-10T02:03:17.861" v="5978" actId="571"/>
          <ac:picMkLst>
            <pc:docMk/>
            <pc:sldMk cId="3912017126" sldId="8086"/>
            <ac:picMk id="3" creationId="{C0EBFC16-679B-0C2B-99E5-BB08A9386D07}"/>
          </ac:picMkLst>
        </pc:picChg>
        <pc:picChg chg="mod">
          <ac:chgData name="Nguyễn Xuân Quyết" userId="6f9fc323-a13a-4b00-81e7-c14d17e156e8" providerId="ADAL" clId="{BC5A91BD-F674-4571-8086-39DB491CC505}" dt="2026-09-10T02:04:00.643" v="5993" actId="1076"/>
          <ac:picMkLst>
            <pc:docMk/>
            <pc:sldMk cId="3912017126" sldId="8086"/>
            <ac:picMk id="17" creationId="{8424F9FC-D48E-A102-3A8B-01DDD8C56F5F}"/>
          </ac:picMkLst>
        </pc:picChg>
        <pc:picChg chg="mod">
          <ac:chgData name="Nguyễn Xuân Quyết" userId="6f9fc323-a13a-4b00-81e7-c14d17e156e8" providerId="ADAL" clId="{BC5A91BD-F674-4571-8086-39DB491CC505}" dt="2026-09-10T03:01:38.811" v="6768" actId="26606"/>
          <ac:picMkLst>
            <pc:docMk/>
            <pc:sldMk cId="3912017126" sldId="8086"/>
            <ac:picMk id="53" creationId="{29284958-0A52-A705-5A8C-01D8ED43B383}"/>
          </ac:picMkLst>
        </pc:picChg>
        <pc:picChg chg="mod">
          <ac:chgData name="Nguyễn Xuân Quyết" userId="6f9fc323-a13a-4b00-81e7-c14d17e156e8" providerId="ADAL" clId="{BC5A91BD-F674-4571-8086-39DB491CC505}" dt="2026-09-10T03:01:38.811" v="6768" actId="26606"/>
          <ac:picMkLst>
            <pc:docMk/>
            <pc:sldMk cId="3912017126" sldId="8086"/>
            <ac:picMk id="61" creationId="{C69354E9-9E10-D457-DC09-705310AE936C}"/>
          </ac:picMkLst>
        </pc:picChg>
        <pc:picChg chg="mod">
          <ac:chgData name="Nguyễn Xuân Quyết" userId="6f9fc323-a13a-4b00-81e7-c14d17e156e8" providerId="ADAL" clId="{BC5A91BD-F674-4571-8086-39DB491CC505}" dt="2026-09-10T03:01:38.811" v="6768" actId="26606"/>
          <ac:picMkLst>
            <pc:docMk/>
            <pc:sldMk cId="3912017126" sldId="8086"/>
            <ac:picMk id="77" creationId="{AC8ED7C3-1A94-7CA9-BE76-06EF2E2D302F}"/>
          </ac:picMkLst>
        </pc:picChg>
      </pc:sldChg>
      <pc:sldChg chg="addSp delSp modSp add mod modAnim">
        <pc:chgData name="Nguyễn Xuân Quyết" userId="6f9fc323-a13a-4b00-81e7-c14d17e156e8" providerId="ADAL" clId="{BC5A91BD-F674-4571-8086-39DB491CC505}" dt="2026-09-11T06:59:18.729" v="10537" actId="1076"/>
        <pc:sldMkLst>
          <pc:docMk/>
          <pc:sldMk cId="2370468791" sldId="8087"/>
        </pc:sldMkLst>
        <pc:spChg chg="mod">
          <ac:chgData name="Nguyễn Xuân Quyết" userId="6f9fc323-a13a-4b00-81e7-c14d17e156e8" providerId="ADAL" clId="{BC5A91BD-F674-4571-8086-39DB491CC505}" dt="2026-09-10T09:57:19.009" v="9699" actId="26606"/>
          <ac:spMkLst>
            <pc:docMk/>
            <pc:sldMk cId="2370468791" sldId="8087"/>
            <ac:spMk id="4" creationId="{D50756F7-998A-89EF-087F-5EEC56168FC0}"/>
          </ac:spMkLst>
        </pc:spChg>
        <pc:spChg chg="mod">
          <ac:chgData name="Nguyễn Xuân Quyết" userId="6f9fc323-a13a-4b00-81e7-c14d17e156e8" providerId="ADAL" clId="{BC5A91BD-F674-4571-8086-39DB491CC505}" dt="2026-09-10T09:08:50.426" v="8357" actId="20577"/>
          <ac:spMkLst>
            <pc:docMk/>
            <pc:sldMk cId="2370468791" sldId="8087"/>
            <ac:spMk id="6" creationId="{79322F04-DA39-6536-A310-F09A49EFB608}"/>
          </ac:spMkLst>
        </pc:spChg>
        <pc:spChg chg="mod">
          <ac:chgData name="Nguyễn Xuân Quyết" userId="6f9fc323-a13a-4b00-81e7-c14d17e156e8" providerId="ADAL" clId="{BC5A91BD-F674-4571-8086-39DB491CC505}" dt="2026-09-11T03:31:24.714" v="9752" actId="403"/>
          <ac:spMkLst>
            <pc:docMk/>
            <pc:sldMk cId="2370468791" sldId="8087"/>
            <ac:spMk id="8" creationId="{149729AA-3D28-F824-D962-635F79A1EE95}"/>
          </ac:spMkLst>
        </pc:spChg>
        <pc:spChg chg="mod">
          <ac:chgData name="Nguyễn Xuân Quyết" userId="6f9fc323-a13a-4b00-81e7-c14d17e156e8" providerId="ADAL" clId="{BC5A91BD-F674-4571-8086-39DB491CC505}" dt="2026-09-11T03:31:24.714" v="9752" actId="403"/>
          <ac:spMkLst>
            <pc:docMk/>
            <pc:sldMk cId="2370468791" sldId="8087"/>
            <ac:spMk id="13" creationId="{5D603122-B2B2-079D-9452-51C3E0453EA7}"/>
          </ac:spMkLst>
        </pc:spChg>
        <pc:spChg chg="mod">
          <ac:chgData name="Nguyễn Xuân Quyết" userId="6f9fc323-a13a-4b00-81e7-c14d17e156e8" providerId="ADAL" clId="{BC5A91BD-F674-4571-8086-39DB491CC505}" dt="2026-09-11T06:59:18.729" v="10537" actId="1076"/>
          <ac:spMkLst>
            <pc:docMk/>
            <pc:sldMk cId="2370468791" sldId="8087"/>
            <ac:spMk id="15" creationId="{54851847-8BEB-8696-3C12-BC3EF9A29055}"/>
          </ac:spMkLst>
        </pc:spChg>
        <pc:spChg chg="mod">
          <ac:chgData name="Nguyễn Xuân Quyết" userId="6f9fc323-a13a-4b00-81e7-c14d17e156e8" providerId="ADAL" clId="{BC5A91BD-F674-4571-8086-39DB491CC505}" dt="2026-09-11T06:59:15.161" v="10536" actId="1076"/>
          <ac:spMkLst>
            <pc:docMk/>
            <pc:sldMk cId="2370468791" sldId="8087"/>
            <ac:spMk id="16" creationId="{4A17C5FB-C410-6814-C735-518D367C3477}"/>
          </ac:spMkLst>
        </pc:spChg>
        <pc:spChg chg="del">
          <ac:chgData name="Nguyễn Xuân Quyết" userId="6f9fc323-a13a-4b00-81e7-c14d17e156e8" providerId="ADAL" clId="{BC5A91BD-F674-4571-8086-39DB491CC505}" dt="2026-09-10T08:13:01.629" v="6829" actId="478"/>
          <ac:spMkLst>
            <pc:docMk/>
            <pc:sldMk cId="2370468791" sldId="8087"/>
            <ac:spMk id="17" creationId="{0868142C-FF02-A50E-D7CE-A8DE56767F0D}"/>
          </ac:spMkLst>
        </pc:spChg>
        <pc:spChg chg="del">
          <ac:chgData name="Nguyễn Xuân Quyết" userId="6f9fc323-a13a-4b00-81e7-c14d17e156e8" providerId="ADAL" clId="{BC5A91BD-F674-4571-8086-39DB491CC505}" dt="2026-09-10T08:13:06.236" v="6830" actId="478"/>
          <ac:spMkLst>
            <pc:docMk/>
            <pc:sldMk cId="2370468791" sldId="8087"/>
            <ac:spMk id="18" creationId="{DE1C9677-F104-61B0-376D-6D01F080B184}"/>
          </ac:spMkLst>
        </pc:spChg>
        <pc:spChg chg="mod">
          <ac:chgData name="Nguyễn Xuân Quyết" userId="6f9fc323-a13a-4b00-81e7-c14d17e156e8" providerId="ADAL" clId="{BC5A91BD-F674-4571-8086-39DB491CC505}" dt="2026-09-11T03:31:24.714" v="9752" actId="403"/>
          <ac:spMkLst>
            <pc:docMk/>
            <pc:sldMk cId="2370468791" sldId="8087"/>
            <ac:spMk id="19" creationId="{452A4B9A-D81D-7664-034A-F963D98B781A}"/>
          </ac:spMkLst>
        </pc:spChg>
        <pc:spChg chg="mod">
          <ac:chgData name="Nguyễn Xuân Quyết" userId="6f9fc323-a13a-4b00-81e7-c14d17e156e8" providerId="ADAL" clId="{BC5A91BD-F674-4571-8086-39DB491CC505}" dt="2026-09-11T03:31:24.714" v="9752" actId="403"/>
          <ac:spMkLst>
            <pc:docMk/>
            <pc:sldMk cId="2370468791" sldId="8087"/>
            <ac:spMk id="20" creationId="{90C9FB7E-C6E9-F132-5C57-81EDEBF1C831}"/>
          </ac:spMkLst>
        </pc:spChg>
        <pc:spChg chg="mod">
          <ac:chgData name="Nguyễn Xuân Quyết" userId="6f9fc323-a13a-4b00-81e7-c14d17e156e8" providerId="ADAL" clId="{BC5A91BD-F674-4571-8086-39DB491CC505}" dt="2026-09-11T03:31:24.714" v="9752" actId="403"/>
          <ac:spMkLst>
            <pc:docMk/>
            <pc:sldMk cId="2370468791" sldId="8087"/>
            <ac:spMk id="21" creationId="{9FFCE5DF-3FF8-0A1B-D4BE-E8C4F689EE9D}"/>
          </ac:spMkLst>
        </pc:spChg>
        <pc:graphicFrameChg chg="add mod">
          <ac:chgData name="Nguyễn Xuân Quyết" userId="6f9fc323-a13a-4b00-81e7-c14d17e156e8" providerId="ADAL" clId="{BC5A91BD-F674-4571-8086-39DB491CC505}" dt="2026-09-10T08:53:16.582" v="7588"/>
          <ac:graphicFrameMkLst>
            <pc:docMk/>
            <pc:sldMk cId="2370468791" sldId="8087"/>
            <ac:graphicFrameMk id="12" creationId="{93E1C714-110F-3370-45E9-DA1293E8BBEF}"/>
          </ac:graphicFrameMkLst>
        </pc:graphicFrameChg>
        <pc:graphicFrameChg chg="add del mod modGraphic">
          <ac:chgData name="Nguyễn Xuân Quyết" userId="6f9fc323-a13a-4b00-81e7-c14d17e156e8" providerId="ADAL" clId="{BC5A91BD-F674-4571-8086-39DB491CC505}" dt="2026-09-10T09:57:19.009" v="9699" actId="26606"/>
          <ac:graphicFrameMkLst>
            <pc:docMk/>
            <pc:sldMk cId="2370468791" sldId="8087"/>
            <ac:graphicFrameMk id="14" creationId="{C878FDDB-494C-7D2C-F202-4FD89FD549D7}"/>
          </ac:graphicFrameMkLst>
        </pc:graphicFrameChg>
        <pc:picChg chg="del">
          <ac:chgData name="Nguyễn Xuân Quyết" userId="6f9fc323-a13a-4b00-81e7-c14d17e156e8" providerId="ADAL" clId="{BC5A91BD-F674-4571-8086-39DB491CC505}" dt="2026-09-10T08:12:25.907" v="6797" actId="478"/>
          <ac:picMkLst>
            <pc:docMk/>
            <pc:sldMk cId="2370468791" sldId="8087"/>
            <ac:picMk id="3" creationId="{4F09A44D-4285-1FBE-B3D0-9974F6DB4D7A}"/>
          </ac:picMkLst>
        </pc:picChg>
        <pc:picChg chg="add mod">
          <ac:chgData name="Nguyễn Xuân Quyết" userId="6f9fc323-a13a-4b00-81e7-c14d17e156e8" providerId="ADAL" clId="{BC5A91BD-F674-4571-8086-39DB491CC505}" dt="2026-09-10T08:54:45.134" v="7593" actId="1076"/>
          <ac:picMkLst>
            <pc:docMk/>
            <pc:sldMk cId="2370468791" sldId="8087"/>
            <ac:picMk id="5" creationId="{A2280036-8C2D-F8B3-57D1-5435E1B46A0A}"/>
          </ac:picMkLst>
        </pc:picChg>
        <pc:picChg chg="del">
          <ac:chgData name="Nguyễn Xuân Quyết" userId="6f9fc323-a13a-4b00-81e7-c14d17e156e8" providerId="ADAL" clId="{BC5A91BD-F674-4571-8086-39DB491CC505}" dt="2026-09-10T08:12:25.344" v="6796" actId="478"/>
          <ac:picMkLst>
            <pc:docMk/>
            <pc:sldMk cId="2370468791" sldId="8087"/>
            <ac:picMk id="10" creationId="{EC37B435-EEFD-FABC-F425-949BE1768427}"/>
          </ac:picMkLst>
        </pc:picChg>
        <pc:picChg chg="add mod">
          <ac:chgData name="Nguyễn Xuân Quyết" userId="6f9fc323-a13a-4b00-81e7-c14d17e156e8" providerId="ADAL" clId="{BC5A91BD-F674-4571-8086-39DB491CC505}" dt="2026-09-10T08:54:45.134" v="7593" actId="1076"/>
          <ac:picMkLst>
            <pc:docMk/>
            <pc:sldMk cId="2370468791" sldId="8087"/>
            <ac:picMk id="11" creationId="{B675BAEB-5DAA-C98A-59AD-91070E8B3213}"/>
          </ac:picMkLst>
        </pc:picChg>
        <pc:picChg chg="add mod">
          <ac:chgData name="Nguyễn Xuân Quyết" userId="6f9fc323-a13a-4b00-81e7-c14d17e156e8" providerId="ADAL" clId="{BC5A91BD-F674-4571-8086-39DB491CC505}" dt="2026-09-10T08:57:35.213" v="7609" actId="1076"/>
          <ac:picMkLst>
            <pc:docMk/>
            <pc:sldMk cId="2370468791" sldId="8087"/>
            <ac:picMk id="23" creationId="{B9270929-7D6B-0B89-AAD3-EF72C86FB8BE}"/>
          </ac:picMkLst>
        </pc:picChg>
      </pc:sldChg>
      <pc:sldChg chg="addSp delSp modSp add mod">
        <pc:chgData name="Nguyễn Xuân Quyết" userId="6f9fc323-a13a-4b00-81e7-c14d17e156e8" providerId="ADAL" clId="{BC5A91BD-F674-4571-8086-39DB491CC505}" dt="2026-09-11T03:31:35.131" v="9753" actId="403"/>
        <pc:sldMkLst>
          <pc:docMk/>
          <pc:sldMk cId="2793856110" sldId="8088"/>
        </pc:sldMkLst>
        <pc:spChg chg="mod">
          <ac:chgData name="Nguyễn Xuân Quyết" userId="6f9fc323-a13a-4b00-81e7-c14d17e156e8" providerId="ADAL" clId="{BC5A91BD-F674-4571-8086-39DB491CC505}" dt="2026-09-10T09:57:19.009" v="9699" actId="26606"/>
          <ac:spMkLst>
            <pc:docMk/>
            <pc:sldMk cId="2793856110" sldId="8088"/>
            <ac:spMk id="4" creationId="{87907DD8-2E5C-1E6C-E36C-7212E18990EB}"/>
          </ac:spMkLst>
        </pc:spChg>
        <pc:spChg chg="mod">
          <ac:chgData name="Nguyễn Xuân Quyết" userId="6f9fc323-a13a-4b00-81e7-c14d17e156e8" providerId="ADAL" clId="{BC5A91BD-F674-4571-8086-39DB491CC505}" dt="2026-09-10T09:25:06.176" v="9594" actId="20577"/>
          <ac:spMkLst>
            <pc:docMk/>
            <pc:sldMk cId="2793856110" sldId="8088"/>
            <ac:spMk id="6" creationId="{45EB001F-CD7F-A984-48B1-85D22BDCF88B}"/>
          </ac:spMkLst>
        </pc:spChg>
        <pc:spChg chg="mod">
          <ac:chgData name="Nguyễn Xuân Quyết" userId="6f9fc323-a13a-4b00-81e7-c14d17e156e8" providerId="ADAL" clId="{BC5A91BD-F674-4571-8086-39DB491CC505}" dt="2026-09-11T03:31:35.131" v="9753" actId="403"/>
          <ac:spMkLst>
            <pc:docMk/>
            <pc:sldMk cId="2793856110" sldId="8088"/>
            <ac:spMk id="8" creationId="{BBFAF47C-0497-D0B6-64EA-99C9C4EED5AD}"/>
          </ac:spMkLst>
        </pc:spChg>
        <pc:spChg chg="add del mod">
          <ac:chgData name="Nguyễn Xuân Quyết" userId="6f9fc323-a13a-4b00-81e7-c14d17e156e8" providerId="ADAL" clId="{BC5A91BD-F674-4571-8086-39DB491CC505}" dt="2026-09-10T09:25:06.183" v="9596"/>
          <ac:spMkLst>
            <pc:docMk/>
            <pc:sldMk cId="2793856110" sldId="8088"/>
            <ac:spMk id="12" creationId="{27C9478D-339F-7B8F-4A2D-72E200FD58E5}"/>
          </ac:spMkLst>
        </pc:spChg>
        <pc:spChg chg="mod">
          <ac:chgData name="Nguyễn Xuân Quyết" userId="6f9fc323-a13a-4b00-81e7-c14d17e156e8" providerId="ADAL" clId="{BC5A91BD-F674-4571-8086-39DB491CC505}" dt="2026-09-11T03:31:35.131" v="9753" actId="403"/>
          <ac:spMkLst>
            <pc:docMk/>
            <pc:sldMk cId="2793856110" sldId="8088"/>
            <ac:spMk id="13" creationId="{C9B87FFD-64CA-A703-A627-B331955A6439}"/>
          </ac:spMkLst>
        </pc:spChg>
        <pc:spChg chg="mod">
          <ac:chgData name="Nguyễn Xuân Quyết" userId="6f9fc323-a13a-4b00-81e7-c14d17e156e8" providerId="ADAL" clId="{BC5A91BD-F674-4571-8086-39DB491CC505}" dt="2026-09-10T09:03:56.041" v="8024" actId="1076"/>
          <ac:spMkLst>
            <pc:docMk/>
            <pc:sldMk cId="2793856110" sldId="8088"/>
            <ac:spMk id="15" creationId="{60D81C9D-B0B5-C700-2EE8-03B46D442083}"/>
          </ac:spMkLst>
        </pc:spChg>
        <pc:spChg chg="mod">
          <ac:chgData name="Nguyễn Xuân Quyết" userId="6f9fc323-a13a-4b00-81e7-c14d17e156e8" providerId="ADAL" clId="{BC5A91BD-F674-4571-8086-39DB491CC505}" dt="2026-09-10T09:03:50.946" v="8023" actId="1076"/>
          <ac:spMkLst>
            <pc:docMk/>
            <pc:sldMk cId="2793856110" sldId="8088"/>
            <ac:spMk id="16" creationId="{30D6CE31-8001-8776-C2C7-72AFB49CA27B}"/>
          </ac:spMkLst>
        </pc:spChg>
        <pc:spChg chg="mod">
          <ac:chgData name="Nguyễn Xuân Quyết" userId="6f9fc323-a13a-4b00-81e7-c14d17e156e8" providerId="ADAL" clId="{BC5A91BD-F674-4571-8086-39DB491CC505}" dt="2026-09-11T03:31:35.131" v="9753" actId="403"/>
          <ac:spMkLst>
            <pc:docMk/>
            <pc:sldMk cId="2793856110" sldId="8088"/>
            <ac:spMk id="19" creationId="{247A4F93-A317-7BF3-B11A-ACF4B006E774}"/>
          </ac:spMkLst>
        </pc:spChg>
        <pc:spChg chg="mod">
          <ac:chgData name="Nguyễn Xuân Quyết" userId="6f9fc323-a13a-4b00-81e7-c14d17e156e8" providerId="ADAL" clId="{BC5A91BD-F674-4571-8086-39DB491CC505}" dt="2026-09-11T03:31:35.131" v="9753" actId="403"/>
          <ac:spMkLst>
            <pc:docMk/>
            <pc:sldMk cId="2793856110" sldId="8088"/>
            <ac:spMk id="20" creationId="{3482C0CB-EC3C-9445-63F1-4AE6F587667B}"/>
          </ac:spMkLst>
        </pc:spChg>
        <pc:spChg chg="mod">
          <ac:chgData name="Nguyễn Xuân Quyết" userId="6f9fc323-a13a-4b00-81e7-c14d17e156e8" providerId="ADAL" clId="{BC5A91BD-F674-4571-8086-39DB491CC505}" dt="2026-09-11T03:31:35.131" v="9753" actId="403"/>
          <ac:spMkLst>
            <pc:docMk/>
            <pc:sldMk cId="2793856110" sldId="8088"/>
            <ac:spMk id="21" creationId="{62EA08BD-2B82-5F56-9127-EE0E69DF5AFC}"/>
          </ac:spMkLst>
        </pc:spChg>
        <pc:graphicFrameChg chg="del">
          <ac:chgData name="Nguyễn Xuân Quyết" userId="6f9fc323-a13a-4b00-81e7-c14d17e156e8" providerId="ADAL" clId="{BC5A91BD-F674-4571-8086-39DB491CC505}" dt="2026-09-10T09:04:03.292" v="8025" actId="478"/>
          <ac:graphicFrameMkLst>
            <pc:docMk/>
            <pc:sldMk cId="2793856110" sldId="8088"/>
            <ac:graphicFrameMk id="14" creationId="{CB240DD0-607E-5CD4-9FCD-69EF81348241}"/>
          </ac:graphicFrameMkLst>
        </pc:graphicFrameChg>
        <pc:picChg chg="add mod">
          <ac:chgData name="Nguyễn Xuân Quyết" userId="6f9fc323-a13a-4b00-81e7-c14d17e156e8" providerId="ADAL" clId="{BC5A91BD-F674-4571-8086-39DB491CC505}" dt="2026-09-10T09:03:45.999" v="8022" actId="1076"/>
          <ac:picMkLst>
            <pc:docMk/>
            <pc:sldMk cId="2793856110" sldId="8088"/>
            <ac:picMk id="3" creationId="{5C79054C-BCB9-D1A4-B295-78726AEC8131}"/>
          </ac:picMkLst>
        </pc:picChg>
        <pc:picChg chg="del">
          <ac:chgData name="Nguyễn Xuân Quyết" userId="6f9fc323-a13a-4b00-81e7-c14d17e156e8" providerId="ADAL" clId="{BC5A91BD-F674-4571-8086-39DB491CC505}" dt="2026-09-10T09:04:04.175" v="8026" actId="478"/>
          <ac:picMkLst>
            <pc:docMk/>
            <pc:sldMk cId="2793856110" sldId="8088"/>
            <ac:picMk id="5" creationId="{24FCE72F-7C43-2C07-DE5A-9121F09475E3}"/>
          </ac:picMkLst>
        </pc:picChg>
        <pc:picChg chg="add mod">
          <ac:chgData name="Nguyễn Xuân Quyết" userId="6f9fc323-a13a-4b00-81e7-c14d17e156e8" providerId="ADAL" clId="{BC5A91BD-F674-4571-8086-39DB491CC505}" dt="2026-09-10T09:04:18.631" v="8031" actId="1076"/>
          <ac:picMkLst>
            <pc:docMk/>
            <pc:sldMk cId="2793856110" sldId="8088"/>
            <ac:picMk id="10" creationId="{DA4806F2-146B-0EC2-699A-7BBAF647FFC3}"/>
          </ac:picMkLst>
        </pc:picChg>
        <pc:picChg chg="del">
          <ac:chgData name="Nguyễn Xuân Quyết" userId="6f9fc323-a13a-4b00-81e7-c14d17e156e8" providerId="ADAL" clId="{BC5A91BD-F674-4571-8086-39DB491CC505}" dt="2026-09-10T09:03:38.760" v="8020" actId="478"/>
          <ac:picMkLst>
            <pc:docMk/>
            <pc:sldMk cId="2793856110" sldId="8088"/>
            <ac:picMk id="11" creationId="{9999ED33-C4B4-FDAA-CB23-4DEF3A99387F}"/>
          </ac:picMkLst>
        </pc:picChg>
        <pc:picChg chg="del">
          <ac:chgData name="Nguyễn Xuân Quyết" userId="6f9fc323-a13a-4b00-81e7-c14d17e156e8" providerId="ADAL" clId="{BC5A91BD-F674-4571-8086-39DB491CC505}" dt="2026-09-10T09:00:22.607" v="7763" actId="478"/>
          <ac:picMkLst>
            <pc:docMk/>
            <pc:sldMk cId="2793856110" sldId="8088"/>
            <ac:picMk id="23" creationId="{A1CA4056-F03C-5636-5055-44B33E61A9A0}"/>
          </ac:picMkLst>
        </pc:picChg>
      </pc:sldChg>
      <pc:sldChg chg="modSp new del mod">
        <pc:chgData name="Nguyễn Xuân Quyết" userId="6f9fc323-a13a-4b00-81e7-c14d17e156e8" providerId="ADAL" clId="{BC5A91BD-F674-4571-8086-39DB491CC505}" dt="2026-09-10T09:11:30.338" v="8392" actId="47"/>
        <pc:sldMkLst>
          <pc:docMk/>
          <pc:sldMk cId="541426623" sldId="8089"/>
        </pc:sldMkLst>
        <pc:spChg chg="mod">
          <ac:chgData name="Nguyễn Xuân Quyết" userId="6f9fc323-a13a-4b00-81e7-c14d17e156e8" providerId="ADAL" clId="{BC5A91BD-F674-4571-8086-39DB491CC505}" dt="2026-09-10T09:11:25.260" v="8391" actId="20577"/>
          <ac:spMkLst>
            <pc:docMk/>
            <pc:sldMk cId="541426623" sldId="8089"/>
            <ac:spMk id="5" creationId="{01E3460E-7857-1AF6-562A-479ED935ACAC}"/>
          </ac:spMkLst>
        </pc:spChg>
      </pc:sldChg>
      <pc:sldChg chg="addSp delSp modSp add mod modAnim">
        <pc:chgData name="Nguyễn Xuân Quyết" userId="6f9fc323-a13a-4b00-81e7-c14d17e156e8" providerId="ADAL" clId="{BC5A91BD-F674-4571-8086-39DB491CC505}" dt="2026-09-11T03:31:40.291" v="9754" actId="403"/>
        <pc:sldMkLst>
          <pc:docMk/>
          <pc:sldMk cId="589211133" sldId="8089"/>
        </pc:sldMkLst>
        <pc:spChg chg="mod">
          <ac:chgData name="Nguyễn Xuân Quyết" userId="6f9fc323-a13a-4b00-81e7-c14d17e156e8" providerId="ADAL" clId="{BC5A91BD-F674-4571-8086-39DB491CC505}" dt="2026-09-10T09:57:19.009" v="9699" actId="26606"/>
          <ac:spMkLst>
            <pc:docMk/>
            <pc:sldMk cId="589211133" sldId="8089"/>
            <ac:spMk id="4" creationId="{14348515-EC5F-0ADD-2D74-98EF10BFB76D}"/>
          </ac:spMkLst>
        </pc:spChg>
        <pc:spChg chg="mod">
          <ac:chgData name="Nguyễn Xuân Quyết" userId="6f9fc323-a13a-4b00-81e7-c14d17e156e8" providerId="ADAL" clId="{BC5A91BD-F674-4571-8086-39DB491CC505}" dt="2026-09-10T09:11:57.263" v="8433" actId="20577"/>
          <ac:spMkLst>
            <pc:docMk/>
            <pc:sldMk cId="589211133" sldId="8089"/>
            <ac:spMk id="6" creationId="{88C722F4-EA69-8CA2-C76E-AEEC04EF00A6}"/>
          </ac:spMkLst>
        </pc:spChg>
        <pc:spChg chg="mod">
          <ac:chgData name="Nguyễn Xuân Quyết" userId="6f9fc323-a13a-4b00-81e7-c14d17e156e8" providerId="ADAL" clId="{BC5A91BD-F674-4571-8086-39DB491CC505}" dt="2026-09-11T03:31:40.291" v="9754" actId="403"/>
          <ac:spMkLst>
            <pc:docMk/>
            <pc:sldMk cId="589211133" sldId="8089"/>
            <ac:spMk id="8" creationId="{BE08DADA-8311-B7AC-FD15-112226693B42}"/>
          </ac:spMkLst>
        </pc:spChg>
        <pc:spChg chg="add mod">
          <ac:chgData name="Nguyễn Xuân Quyết" userId="6f9fc323-a13a-4b00-81e7-c14d17e156e8" providerId="ADAL" clId="{BC5A91BD-F674-4571-8086-39DB491CC505}" dt="2026-09-10T09:24:06.704" v="9565" actId="20577"/>
          <ac:spMkLst>
            <pc:docMk/>
            <pc:sldMk cId="589211133" sldId="8089"/>
            <ac:spMk id="12" creationId="{DEF355DA-205A-55A7-462C-FD7B60EA4C79}"/>
          </ac:spMkLst>
        </pc:spChg>
        <pc:spChg chg="mod">
          <ac:chgData name="Nguyễn Xuân Quyết" userId="6f9fc323-a13a-4b00-81e7-c14d17e156e8" providerId="ADAL" clId="{BC5A91BD-F674-4571-8086-39DB491CC505}" dt="2026-09-11T03:31:40.291" v="9754" actId="403"/>
          <ac:spMkLst>
            <pc:docMk/>
            <pc:sldMk cId="589211133" sldId="8089"/>
            <ac:spMk id="13" creationId="{6458FE9D-F0CD-D129-B9C2-0B702BB2E066}"/>
          </ac:spMkLst>
        </pc:spChg>
        <pc:spChg chg="mod">
          <ac:chgData name="Nguyễn Xuân Quyết" userId="6f9fc323-a13a-4b00-81e7-c14d17e156e8" providerId="ADAL" clId="{BC5A91BD-F674-4571-8086-39DB491CC505}" dt="2026-09-10T09:13:02.374" v="8443" actId="1076"/>
          <ac:spMkLst>
            <pc:docMk/>
            <pc:sldMk cId="589211133" sldId="8089"/>
            <ac:spMk id="15" creationId="{6FDD04B4-2447-E96A-6F0A-DCAB45FD1D14}"/>
          </ac:spMkLst>
        </pc:spChg>
        <pc:spChg chg="mod">
          <ac:chgData name="Nguyễn Xuân Quyết" userId="6f9fc323-a13a-4b00-81e7-c14d17e156e8" providerId="ADAL" clId="{BC5A91BD-F674-4571-8086-39DB491CC505}" dt="2026-09-10T09:13:01.882" v="8442" actId="1076"/>
          <ac:spMkLst>
            <pc:docMk/>
            <pc:sldMk cId="589211133" sldId="8089"/>
            <ac:spMk id="16" creationId="{3EA78C19-5848-D410-965D-177B0D5CE1C2}"/>
          </ac:spMkLst>
        </pc:spChg>
        <pc:spChg chg="mod">
          <ac:chgData name="Nguyễn Xuân Quyết" userId="6f9fc323-a13a-4b00-81e7-c14d17e156e8" providerId="ADAL" clId="{BC5A91BD-F674-4571-8086-39DB491CC505}" dt="2026-09-11T03:31:40.291" v="9754" actId="403"/>
          <ac:spMkLst>
            <pc:docMk/>
            <pc:sldMk cId="589211133" sldId="8089"/>
            <ac:spMk id="19" creationId="{37551F3D-6349-7853-A085-22B9E72BCD2F}"/>
          </ac:spMkLst>
        </pc:spChg>
        <pc:spChg chg="mod">
          <ac:chgData name="Nguyễn Xuân Quyết" userId="6f9fc323-a13a-4b00-81e7-c14d17e156e8" providerId="ADAL" clId="{BC5A91BD-F674-4571-8086-39DB491CC505}" dt="2026-09-11T03:31:40.291" v="9754" actId="403"/>
          <ac:spMkLst>
            <pc:docMk/>
            <pc:sldMk cId="589211133" sldId="8089"/>
            <ac:spMk id="20" creationId="{EA8C90B4-8704-F3E6-BA6A-D76954CE4ED1}"/>
          </ac:spMkLst>
        </pc:spChg>
        <pc:spChg chg="mod">
          <ac:chgData name="Nguyễn Xuân Quyết" userId="6f9fc323-a13a-4b00-81e7-c14d17e156e8" providerId="ADAL" clId="{BC5A91BD-F674-4571-8086-39DB491CC505}" dt="2026-09-10T09:22:04.671" v="9517" actId="1076"/>
          <ac:spMkLst>
            <pc:docMk/>
            <pc:sldMk cId="589211133" sldId="8089"/>
            <ac:spMk id="21" creationId="{BAA17080-A6F2-BBCD-F54C-D3E444760CDF}"/>
          </ac:spMkLst>
        </pc:spChg>
        <pc:picChg chg="del">
          <ac:chgData name="Nguyễn Xuân Quyết" userId="6f9fc323-a13a-4b00-81e7-c14d17e156e8" providerId="ADAL" clId="{BC5A91BD-F674-4571-8086-39DB491CC505}" dt="2026-09-10T09:16:49.402" v="9155" actId="478"/>
          <ac:picMkLst>
            <pc:docMk/>
            <pc:sldMk cId="589211133" sldId="8089"/>
            <ac:picMk id="3" creationId="{3DF29C33-073D-E241-4763-0D0B8F4B85FA}"/>
          </ac:picMkLst>
        </pc:picChg>
        <pc:picChg chg="add mod">
          <ac:chgData name="Nguyễn Xuân Quyết" userId="6f9fc323-a13a-4b00-81e7-c14d17e156e8" providerId="ADAL" clId="{BC5A91BD-F674-4571-8086-39DB491CC505}" dt="2026-09-10T09:12:32.607" v="8437" actId="1076"/>
          <ac:picMkLst>
            <pc:docMk/>
            <pc:sldMk cId="589211133" sldId="8089"/>
            <ac:picMk id="5" creationId="{650CDADF-9B76-9519-7819-96746107DFF3}"/>
          </ac:picMkLst>
        </pc:picChg>
        <pc:picChg chg="del">
          <ac:chgData name="Nguyễn Xuân Quyết" userId="6f9fc323-a13a-4b00-81e7-c14d17e156e8" providerId="ADAL" clId="{BC5A91BD-F674-4571-8086-39DB491CC505}" dt="2026-09-10T09:12:24.603" v="8434" actId="478"/>
          <ac:picMkLst>
            <pc:docMk/>
            <pc:sldMk cId="589211133" sldId="8089"/>
            <ac:picMk id="10" creationId="{302AA3AF-D18D-12C5-C86E-FA09282B0137}"/>
          </ac:picMkLst>
        </pc:picChg>
        <pc:picChg chg="add del mod">
          <ac:chgData name="Nguyễn Xuân Quyết" userId="6f9fc323-a13a-4b00-81e7-c14d17e156e8" providerId="ADAL" clId="{BC5A91BD-F674-4571-8086-39DB491CC505}" dt="2026-09-10T09:50:18.330" v="9693" actId="478"/>
          <ac:picMkLst>
            <pc:docMk/>
            <pc:sldMk cId="589211133" sldId="8089"/>
            <ac:picMk id="11" creationId="{0EF02B4F-647A-297E-D2B3-E3181449DC9A}"/>
          </ac:picMkLst>
        </pc:picChg>
        <pc:picChg chg="add mod">
          <ac:chgData name="Nguyễn Xuân Quyết" userId="6f9fc323-a13a-4b00-81e7-c14d17e156e8" providerId="ADAL" clId="{BC5A91BD-F674-4571-8086-39DB491CC505}" dt="2026-09-10T09:50:24.043" v="9697" actId="1076"/>
          <ac:picMkLst>
            <pc:docMk/>
            <pc:sldMk cId="589211133" sldId="8089"/>
            <ac:picMk id="17" creationId="{206A895B-2F66-E863-543E-F07CE13B3E0B}"/>
          </ac:picMkLst>
        </pc:picChg>
      </pc:sldChg>
      <pc:sldChg chg="addSp delSp modSp add mod ord">
        <pc:chgData name="Nguyễn Xuân Quyết" userId="6f9fc323-a13a-4b00-81e7-c14d17e156e8" providerId="ADAL" clId="{BC5A91BD-F674-4571-8086-39DB491CC505}" dt="2026-09-11T03:43:17.588" v="9862" actId="478"/>
        <pc:sldMkLst>
          <pc:docMk/>
          <pc:sldMk cId="2254413398" sldId="8090"/>
        </pc:sldMkLst>
        <pc:spChg chg="mod">
          <ac:chgData name="Nguyễn Xuân Quyết" userId="6f9fc323-a13a-4b00-81e7-c14d17e156e8" providerId="ADAL" clId="{BC5A91BD-F674-4571-8086-39DB491CC505}" dt="2026-09-10T09:57:19.009" v="9699" actId="26606"/>
          <ac:spMkLst>
            <pc:docMk/>
            <pc:sldMk cId="2254413398" sldId="8090"/>
            <ac:spMk id="4" creationId="{DF4479D1-D39E-A595-B864-0E00038A8313}"/>
          </ac:spMkLst>
        </pc:spChg>
        <pc:spChg chg="mod">
          <ac:chgData name="Nguyễn Xuân Quyết" userId="6f9fc323-a13a-4b00-81e7-c14d17e156e8" providerId="ADAL" clId="{BC5A91BD-F674-4571-8086-39DB491CC505}" dt="2026-09-11T03:33:29.447" v="9836" actId="404"/>
          <ac:spMkLst>
            <pc:docMk/>
            <pc:sldMk cId="2254413398" sldId="8090"/>
            <ac:spMk id="5" creationId="{78A0C796-EBE5-8AAB-2BEA-AA9F3C3677E3}"/>
          </ac:spMkLst>
        </pc:spChg>
        <pc:spChg chg="mod">
          <ac:chgData name="Nguyễn Xuân Quyết" userId="6f9fc323-a13a-4b00-81e7-c14d17e156e8" providerId="ADAL" clId="{BC5A91BD-F674-4571-8086-39DB491CC505}" dt="2026-09-11T03:27:54.654" v="9737" actId="26606"/>
          <ac:spMkLst>
            <pc:docMk/>
            <pc:sldMk cId="2254413398" sldId="8090"/>
            <ac:spMk id="6" creationId="{07E0FD3A-77A1-2AFD-50E7-7A954168F795}"/>
          </ac:spMkLst>
        </pc:spChg>
        <pc:spChg chg="del">
          <ac:chgData name="Nguyễn Xuân Quyết" userId="6f9fc323-a13a-4b00-81e7-c14d17e156e8" providerId="ADAL" clId="{BC5A91BD-F674-4571-8086-39DB491CC505}" dt="2026-09-11T03:32:54.925" v="9769" actId="478"/>
          <ac:spMkLst>
            <pc:docMk/>
            <pc:sldMk cId="2254413398" sldId="8090"/>
            <ac:spMk id="11" creationId="{00000000-0000-0000-0000-000000000000}"/>
          </ac:spMkLst>
        </pc:spChg>
        <pc:spChg chg="add del mod">
          <ac:chgData name="Nguyễn Xuân Quyết" userId="6f9fc323-a13a-4b00-81e7-c14d17e156e8" providerId="ADAL" clId="{BC5A91BD-F674-4571-8086-39DB491CC505}" dt="2026-09-10T09:40:16.439" v="9674"/>
          <ac:spMkLst>
            <pc:docMk/>
            <pc:sldMk cId="2254413398" sldId="8090"/>
            <ac:spMk id="12" creationId="{1C2A439C-F610-A872-DC87-CE47F6B6441B}"/>
          </ac:spMkLst>
        </pc:spChg>
        <pc:spChg chg="add mod">
          <ac:chgData name="Nguyễn Xuân Quyết" userId="6f9fc323-a13a-4b00-81e7-c14d17e156e8" providerId="ADAL" clId="{BC5A91BD-F674-4571-8086-39DB491CC505}" dt="2026-09-11T03:32:30.898" v="9765" actId="403"/>
          <ac:spMkLst>
            <pc:docMk/>
            <pc:sldMk cId="2254413398" sldId="8090"/>
            <ac:spMk id="13" creationId="{00000000-0000-0000-0000-000000000000}"/>
          </ac:spMkLst>
        </pc:spChg>
        <pc:spChg chg="mod">
          <ac:chgData name="Nguyễn Xuân Quyết" userId="6f9fc323-a13a-4b00-81e7-c14d17e156e8" providerId="ADAL" clId="{BC5A91BD-F674-4571-8086-39DB491CC505}" dt="2026-09-11T03:32:30.898" v="9765" actId="403"/>
          <ac:spMkLst>
            <pc:docMk/>
            <pc:sldMk cId="2254413398" sldId="8090"/>
            <ac:spMk id="14" creationId="{00000000-0000-0000-0000-000000000000}"/>
          </ac:spMkLst>
        </pc:spChg>
        <pc:spChg chg="del mod">
          <ac:chgData name="Nguyễn Xuân Quyết" userId="6f9fc323-a13a-4b00-81e7-c14d17e156e8" providerId="ADAL" clId="{BC5A91BD-F674-4571-8086-39DB491CC505}" dt="2026-09-11T03:43:17.588" v="9862" actId="478"/>
          <ac:spMkLst>
            <pc:docMk/>
            <pc:sldMk cId="2254413398" sldId="8090"/>
            <ac:spMk id="17" creationId="{00000000-0000-0000-0000-000000000000}"/>
          </ac:spMkLst>
        </pc:spChg>
        <pc:spChg chg="add mod">
          <ac:chgData name="Nguyễn Xuân Quyết" userId="6f9fc323-a13a-4b00-81e7-c14d17e156e8" providerId="ADAL" clId="{BC5A91BD-F674-4571-8086-39DB491CC505}" dt="2026-09-11T03:32:30.898" v="9765" actId="403"/>
          <ac:spMkLst>
            <pc:docMk/>
            <pc:sldMk cId="2254413398" sldId="8090"/>
            <ac:spMk id="19" creationId="{00000000-0000-0000-0000-000000000000}"/>
          </ac:spMkLst>
        </pc:spChg>
        <pc:spChg chg="add mod">
          <ac:chgData name="Nguyễn Xuân Quyết" userId="6f9fc323-a13a-4b00-81e7-c14d17e156e8" providerId="ADAL" clId="{BC5A91BD-F674-4571-8086-39DB491CC505}" dt="2026-09-11T03:32:30.898" v="9765" actId="403"/>
          <ac:spMkLst>
            <pc:docMk/>
            <pc:sldMk cId="2254413398" sldId="8090"/>
            <ac:spMk id="20" creationId="{00000000-0000-0000-0000-000000000000}"/>
          </ac:spMkLst>
        </pc:spChg>
        <pc:spChg chg="add mod">
          <ac:chgData name="Nguyễn Xuân Quyết" userId="6f9fc323-a13a-4b00-81e7-c14d17e156e8" providerId="ADAL" clId="{BC5A91BD-F674-4571-8086-39DB491CC505}" dt="2026-09-11T03:32:30.898" v="9765" actId="403"/>
          <ac:spMkLst>
            <pc:docMk/>
            <pc:sldMk cId="2254413398" sldId="8090"/>
            <ac:spMk id="22" creationId="{00000000-0000-0000-0000-000000000000}"/>
          </ac:spMkLst>
        </pc:spChg>
        <pc:spChg chg="add mod">
          <ac:chgData name="Nguyễn Xuân Quyết" userId="6f9fc323-a13a-4b00-81e7-c14d17e156e8" providerId="ADAL" clId="{BC5A91BD-F674-4571-8086-39DB491CC505}" dt="2026-09-11T03:32:30.898" v="9765" actId="403"/>
          <ac:spMkLst>
            <pc:docMk/>
            <pc:sldMk cId="2254413398" sldId="8090"/>
            <ac:spMk id="24" creationId="{00000000-0000-0000-0000-000000000000}"/>
          </ac:spMkLst>
        </pc:spChg>
        <pc:spChg chg="add mod">
          <ac:chgData name="Nguyễn Xuân Quyết" userId="6f9fc323-a13a-4b00-81e7-c14d17e156e8" providerId="ADAL" clId="{BC5A91BD-F674-4571-8086-39DB491CC505}" dt="2026-09-11T03:32:30.898" v="9765" actId="403"/>
          <ac:spMkLst>
            <pc:docMk/>
            <pc:sldMk cId="2254413398" sldId="8090"/>
            <ac:spMk id="25" creationId="{00000000-0000-0000-0000-000000000000}"/>
          </ac:spMkLst>
        </pc:spChg>
        <pc:spChg chg="add mod">
          <ac:chgData name="Nguyễn Xuân Quyết" userId="6f9fc323-a13a-4b00-81e7-c14d17e156e8" providerId="ADAL" clId="{BC5A91BD-F674-4571-8086-39DB491CC505}" dt="2026-09-11T03:32:30.898" v="9765" actId="403"/>
          <ac:spMkLst>
            <pc:docMk/>
            <pc:sldMk cId="2254413398" sldId="8090"/>
            <ac:spMk id="27" creationId="{00000000-0000-0000-0000-000000000000}"/>
          </ac:spMkLst>
        </pc:spChg>
        <pc:spChg chg="add mod">
          <ac:chgData name="Nguyễn Xuân Quyết" userId="6f9fc323-a13a-4b00-81e7-c14d17e156e8" providerId="ADAL" clId="{BC5A91BD-F674-4571-8086-39DB491CC505}" dt="2026-09-11T03:32:30.898" v="9765" actId="403"/>
          <ac:spMkLst>
            <pc:docMk/>
            <pc:sldMk cId="2254413398" sldId="8090"/>
            <ac:spMk id="28" creationId="{00000000-0000-0000-0000-000000000000}"/>
          </ac:spMkLst>
        </pc:spChg>
        <pc:spChg chg="add mod">
          <ac:chgData name="Nguyễn Xuân Quyết" userId="6f9fc323-a13a-4b00-81e7-c14d17e156e8" providerId="ADAL" clId="{BC5A91BD-F674-4571-8086-39DB491CC505}" dt="2026-09-11T03:32:30.898" v="9765" actId="403"/>
          <ac:spMkLst>
            <pc:docMk/>
            <pc:sldMk cId="2254413398" sldId="8090"/>
            <ac:spMk id="29" creationId="{00000000-0000-0000-0000-000000000000}"/>
          </ac:spMkLst>
        </pc:spChg>
        <pc:spChg chg="del mod">
          <ac:chgData name="Nguyễn Xuân Quyết" userId="6f9fc323-a13a-4b00-81e7-c14d17e156e8" providerId="ADAL" clId="{BC5A91BD-F674-4571-8086-39DB491CC505}" dt="2026-09-11T03:28:45.183" v="9739" actId="478"/>
          <ac:spMkLst>
            <pc:docMk/>
            <pc:sldMk cId="2254413398" sldId="8090"/>
            <ac:spMk id="30" creationId="{00000000-0000-0000-0000-000000000000}"/>
          </ac:spMkLst>
        </pc:spChg>
        <pc:graphicFrameChg chg="add del mod modGraphic">
          <ac:chgData name="Nguyễn Xuân Quyết" userId="6f9fc323-a13a-4b00-81e7-c14d17e156e8" providerId="ADAL" clId="{BC5A91BD-F674-4571-8086-39DB491CC505}" dt="2026-09-10T09:39:59.989" v="9653" actId="478"/>
          <ac:graphicFrameMkLst>
            <pc:docMk/>
            <pc:sldMk cId="2254413398" sldId="8090"/>
            <ac:graphicFrameMk id="7" creationId="{55D0EAFE-61E7-1883-9DD3-93D3A2E8EF0C}"/>
          </ac:graphicFrameMkLst>
        </pc:graphicFrameChg>
        <pc:picChg chg="add mod replId">
          <ac:chgData name="Nguyễn Xuân Quyết" userId="6f9fc323-a13a-4b00-81e7-c14d17e156e8" providerId="ADAL" clId="{BC5A91BD-F674-4571-8086-39DB491CC505}" dt="2026-09-11T03:27:54.635" v="9736" actId="26606"/>
          <ac:picMkLst>
            <pc:docMk/>
            <pc:sldMk cId="2254413398" sldId="8090"/>
            <ac:picMk id="2" creationId="{A9CAE658-A563-62C6-5993-4895E81592A2}"/>
          </ac:picMkLst>
        </pc:picChg>
        <pc:picChg chg="del">
          <ac:chgData name="Nguyễn Xuân Quyết" userId="6f9fc323-a13a-4b00-81e7-c14d17e156e8" providerId="ADAL" clId="{BC5A91BD-F674-4571-8086-39DB491CC505}" dt="2026-09-10T09:27:12.207" v="9647" actId="478"/>
          <ac:picMkLst>
            <pc:docMk/>
            <pc:sldMk cId="2254413398" sldId="8090"/>
            <ac:picMk id="3" creationId="{0AA3726B-9161-FA28-B328-23DC44742DAE}"/>
          </ac:picMkLst>
        </pc:picChg>
      </pc:sldChg>
      <pc:sldChg chg="modSp new del mod">
        <pc:chgData name="Nguyễn Xuân Quyết" userId="6f9fc323-a13a-4b00-81e7-c14d17e156e8" providerId="ADAL" clId="{BC5A91BD-F674-4571-8086-39DB491CC505}" dt="2026-09-11T03:25:59.638" v="9735" actId="680"/>
        <pc:sldMkLst>
          <pc:docMk/>
          <pc:sldMk cId="2772740716" sldId="8091"/>
        </pc:sldMkLst>
        <pc:spChg chg="mod">
          <ac:chgData name="Nguyễn Xuân Quyết" userId="6f9fc323-a13a-4b00-81e7-c14d17e156e8" providerId="ADAL" clId="{BC5A91BD-F674-4571-8086-39DB491CC505}" dt="2026-09-11T03:25:59.638" v="9735" actId="680"/>
          <ac:spMkLst>
            <pc:docMk/>
            <pc:sldMk cId="2772740716" sldId="8091"/>
            <ac:spMk id="5" creationId="{720BC510-F0BF-7F25-4EA4-1282B5BF939A}"/>
          </ac:spMkLst>
        </pc:spChg>
      </pc:sldChg>
      <pc:sldChg chg="add del">
        <pc:chgData name="Nguyễn Xuân Quyết" userId="6f9fc323-a13a-4b00-81e7-c14d17e156e8" providerId="ADAL" clId="{BC5A91BD-F674-4571-8086-39DB491CC505}" dt="2026-09-11T03:25:58.256" v="9733"/>
        <pc:sldMkLst>
          <pc:docMk/>
          <pc:sldMk cId="4154089099" sldId="8092"/>
        </pc:sldMkLst>
      </pc:sldChg>
      <pc:sldMasterChg chg="add addSldLayout delSldLayout modSldLayout sldLayoutOrd">
        <pc:chgData name="Nguyễn Xuân Quyết" userId="6f9fc323-a13a-4b00-81e7-c14d17e156e8" providerId="ADAL" clId="{BC5A91BD-F674-4571-8086-39DB491CC505}" dt="2026-09-10T03:06:48.069" v="6770" actId="26606"/>
        <pc:sldMasterMkLst>
          <pc:docMk/>
          <pc:sldMasterMk cId="946163275" sldId="2147483648"/>
        </pc:sldMasterMkLst>
        <pc:sldLayoutChg chg="add">
          <pc:chgData name="Nguyễn Xuân Quyết" userId="6f9fc323-a13a-4b00-81e7-c14d17e156e8" providerId="ADAL" clId="{BC5A91BD-F674-4571-8086-39DB491CC505}" dt="2026-09-10T03:06:48.069" v="6770" actId="26606"/>
          <pc:sldLayoutMkLst>
            <pc:docMk/>
            <pc:sldMasterMk cId="946163275" sldId="2147483648"/>
            <pc:sldLayoutMk cId="1350103997" sldId="2147483658"/>
          </pc:sldLayoutMkLst>
        </pc:sldLayoutChg>
        <pc:sldLayoutChg chg="add">
          <pc:chgData name="Nguyễn Xuân Quyết" userId="6f9fc323-a13a-4b00-81e7-c14d17e156e8" providerId="ADAL" clId="{BC5A91BD-F674-4571-8086-39DB491CC505}" dt="2026-09-10T03:06:48.069" v="6770" actId="26606"/>
          <pc:sldLayoutMkLst>
            <pc:docMk/>
            <pc:sldMasterMk cId="946163275" sldId="2147483648"/>
            <pc:sldLayoutMk cId="2509955754" sldId="2147483659"/>
          </pc:sldLayoutMkLst>
        </pc:sldLayoutChg>
        <pc:sldLayoutChg chg="add">
          <pc:chgData name="Nguyễn Xuân Quyết" userId="6f9fc323-a13a-4b00-81e7-c14d17e156e8" providerId="ADAL" clId="{BC5A91BD-F674-4571-8086-39DB491CC505}" dt="2026-09-10T03:06:48.069" v="6770" actId="26606"/>
          <pc:sldLayoutMkLst>
            <pc:docMk/>
            <pc:sldMasterMk cId="946163275" sldId="2147483648"/>
            <pc:sldLayoutMk cId="588078882" sldId="2147483671"/>
          </pc:sldLayoutMkLst>
        </pc:sldLayoutChg>
        <pc:sldLayoutChg chg="add">
          <pc:chgData name="Nguyễn Xuân Quyết" userId="6f9fc323-a13a-4b00-81e7-c14d17e156e8" providerId="ADAL" clId="{BC5A91BD-F674-4571-8086-39DB491CC505}" dt="2026-09-10T03:06:48.069" v="6770" actId="26606"/>
          <pc:sldLayoutMkLst>
            <pc:docMk/>
            <pc:sldMasterMk cId="946163275" sldId="2147483648"/>
            <pc:sldLayoutMk cId="2571554572" sldId="2147483672"/>
          </pc:sldLayoutMkLst>
        </pc:sldLayoutChg>
        <pc:sldLayoutChg chg="add">
          <pc:chgData name="Nguyễn Xuân Quyết" userId="6f9fc323-a13a-4b00-81e7-c14d17e156e8" providerId="ADAL" clId="{BC5A91BD-F674-4571-8086-39DB491CC505}" dt="2026-09-10T03:06:48.069" v="6770" actId="26606"/>
          <pc:sldLayoutMkLst>
            <pc:docMk/>
            <pc:sldMasterMk cId="946163275" sldId="2147483648"/>
            <pc:sldLayoutMk cId="389831156" sldId="2147483677"/>
          </pc:sldLayoutMkLst>
        </pc:sldLayoutChg>
        <pc:sldLayoutChg chg="add">
          <pc:chgData name="Nguyễn Xuân Quyết" userId="6f9fc323-a13a-4b00-81e7-c14d17e156e8" providerId="ADAL" clId="{BC5A91BD-F674-4571-8086-39DB491CC505}" dt="2026-09-10T03:06:48.069" v="6770" actId="26606"/>
          <pc:sldLayoutMkLst>
            <pc:docMk/>
            <pc:sldMasterMk cId="946163275" sldId="2147483648"/>
            <pc:sldLayoutMk cId="1840086371" sldId="2147483678"/>
          </pc:sldLayoutMkLst>
        </pc:sldLayoutChg>
        <pc:sldLayoutChg chg="add">
          <pc:chgData name="Nguyễn Xuân Quyết" userId="6f9fc323-a13a-4b00-81e7-c14d17e156e8" providerId="ADAL" clId="{BC5A91BD-F674-4571-8086-39DB491CC505}" dt="2026-09-10T03:06:48.069" v="6770" actId="26606"/>
          <pc:sldLayoutMkLst>
            <pc:docMk/>
            <pc:sldMasterMk cId="946163275" sldId="2147483648"/>
            <pc:sldLayoutMk cId="1939185349" sldId="2147483679"/>
          </pc:sldLayoutMkLst>
        </pc:sldLayoutChg>
        <pc:sldLayoutChg chg="add">
          <pc:chgData name="Nguyễn Xuân Quyết" userId="6f9fc323-a13a-4b00-81e7-c14d17e156e8" providerId="ADAL" clId="{BC5A91BD-F674-4571-8086-39DB491CC505}" dt="2026-09-10T03:06:48.069" v="6770" actId="26606"/>
          <pc:sldLayoutMkLst>
            <pc:docMk/>
            <pc:sldMasterMk cId="946163275" sldId="2147483648"/>
            <pc:sldLayoutMk cId="3908904892" sldId="2147483681"/>
          </pc:sldLayoutMkLst>
        </pc:sldLayoutChg>
        <pc:sldLayoutChg chg="modSp del mod ord">
          <pc:chgData name="Nguyễn Xuân Quyết" userId="6f9fc323-a13a-4b00-81e7-c14d17e156e8" providerId="ADAL" clId="{BC5A91BD-F674-4571-8086-39DB491CC505}" dt="2026-09-10T03:06:48.069" v="6770" actId="26606"/>
          <pc:sldLayoutMkLst>
            <pc:docMk/>
            <pc:sldMasterMk cId="946163275" sldId="2147483648"/>
            <pc:sldLayoutMk cId="1350103997" sldId="2147483683"/>
          </pc:sldLayoutMkLst>
          <pc:spChg chg="mod">
            <ac:chgData name="Nguyễn Xuân Quyết" userId="6f9fc323-a13a-4b00-81e7-c14d17e156e8" providerId="ADAL" clId="{BC5A91BD-F674-4571-8086-39DB491CC505}" dt="2026-09-10T03:06:48.069" v="6770" actId="26606"/>
            <ac:spMkLst>
              <pc:docMk/>
              <pc:sldMasterMk cId="946163275" sldId="2147483648"/>
              <pc:sldLayoutMk cId="1350103997" sldId="2147483683"/>
              <ac:spMk id="3" creationId="{A22238F2-C6EC-476F-8371-119AECBA5622}"/>
            </ac:spMkLst>
          </pc:spChg>
          <pc:spChg chg="mod">
            <ac:chgData name="Nguyễn Xuân Quyết" userId="6f9fc323-a13a-4b00-81e7-c14d17e156e8" providerId="ADAL" clId="{BC5A91BD-F674-4571-8086-39DB491CC505}" dt="2026-09-10T03:06:48.069" v="6770" actId="26606"/>
            <ac:spMkLst>
              <pc:docMk/>
              <pc:sldMasterMk cId="946163275" sldId="2147483648"/>
              <pc:sldLayoutMk cId="1350103997" sldId="2147483683"/>
              <ac:spMk id="5" creationId="{BB6AC7B6-CDA5-4A4F-AD50-E3C16C6A0090}"/>
            </ac:spMkLst>
          </pc:spChg>
          <pc:spChg chg="mod">
            <ac:chgData name="Nguyễn Xuân Quyết" userId="6f9fc323-a13a-4b00-81e7-c14d17e156e8" providerId="ADAL" clId="{BC5A91BD-F674-4571-8086-39DB491CC505}" dt="2026-09-10T03:06:48.069" v="6770" actId="26606"/>
            <ac:spMkLst>
              <pc:docMk/>
              <pc:sldMasterMk cId="946163275" sldId="2147483648"/>
              <pc:sldLayoutMk cId="1350103997" sldId="2147483683"/>
              <ac:spMk id="9" creationId="{0A29F8B3-4723-4928-83E5-76C29D05F2FE}"/>
            </ac:spMkLst>
          </pc:spChg>
        </pc:sldLayoutChg>
        <pc:sldLayoutChg chg="modSp del mod ord">
          <pc:chgData name="Nguyễn Xuân Quyết" userId="6f9fc323-a13a-4b00-81e7-c14d17e156e8" providerId="ADAL" clId="{BC5A91BD-F674-4571-8086-39DB491CC505}" dt="2026-09-10T03:06:48.069" v="6770" actId="26606"/>
          <pc:sldLayoutMkLst>
            <pc:docMk/>
            <pc:sldMasterMk cId="946163275" sldId="2147483648"/>
            <pc:sldLayoutMk cId="1939185349" sldId="2147483684"/>
          </pc:sldLayoutMkLst>
          <pc:spChg chg="mod">
            <ac:chgData name="Nguyễn Xuân Quyết" userId="6f9fc323-a13a-4b00-81e7-c14d17e156e8" providerId="ADAL" clId="{BC5A91BD-F674-4571-8086-39DB491CC505}" dt="2026-09-10T03:06:48.069" v="6770" actId="26606"/>
            <ac:spMkLst>
              <pc:docMk/>
              <pc:sldMasterMk cId="946163275" sldId="2147483648"/>
              <pc:sldLayoutMk cId="1939185349" sldId="2147483684"/>
              <ac:spMk id="3" creationId="{A22238F2-C6EC-476F-8371-119AECBA5622}"/>
            </ac:spMkLst>
          </pc:spChg>
          <pc:spChg chg="mod">
            <ac:chgData name="Nguyễn Xuân Quyết" userId="6f9fc323-a13a-4b00-81e7-c14d17e156e8" providerId="ADAL" clId="{BC5A91BD-F674-4571-8086-39DB491CC505}" dt="2026-09-10T03:06:48.069" v="6770" actId="26606"/>
            <ac:spMkLst>
              <pc:docMk/>
              <pc:sldMasterMk cId="946163275" sldId="2147483648"/>
              <pc:sldLayoutMk cId="1939185349" sldId="2147483684"/>
              <ac:spMk id="5" creationId="{BB6AC7B6-CDA5-4A4F-AD50-E3C16C6A0090}"/>
            </ac:spMkLst>
          </pc:spChg>
          <pc:spChg chg="mod">
            <ac:chgData name="Nguyễn Xuân Quyết" userId="6f9fc323-a13a-4b00-81e7-c14d17e156e8" providerId="ADAL" clId="{BC5A91BD-F674-4571-8086-39DB491CC505}" dt="2026-09-10T03:06:48.069" v="6770" actId="26606"/>
            <ac:spMkLst>
              <pc:docMk/>
              <pc:sldMasterMk cId="946163275" sldId="2147483648"/>
              <pc:sldLayoutMk cId="1939185349" sldId="2147483684"/>
              <ac:spMk id="6" creationId="{0AD1FB4C-AEE6-D54A-80E9-11B98B9E8BB8}"/>
            </ac:spMkLst>
          </pc:spChg>
          <pc:spChg chg="mod">
            <ac:chgData name="Nguyễn Xuân Quyết" userId="6f9fc323-a13a-4b00-81e7-c14d17e156e8" providerId="ADAL" clId="{BC5A91BD-F674-4571-8086-39DB491CC505}" dt="2026-09-10T03:06:48.069" v="6770" actId="26606"/>
            <ac:spMkLst>
              <pc:docMk/>
              <pc:sldMasterMk cId="946163275" sldId="2147483648"/>
              <pc:sldLayoutMk cId="1939185349" sldId="2147483684"/>
              <ac:spMk id="9" creationId="{0A29F8B3-4723-4928-83E5-76C29D05F2FE}"/>
            </ac:spMkLst>
          </pc:spChg>
          <pc:spChg chg="mod">
            <ac:chgData name="Nguyễn Xuân Quyết" userId="6f9fc323-a13a-4b00-81e7-c14d17e156e8" providerId="ADAL" clId="{BC5A91BD-F674-4571-8086-39DB491CC505}" dt="2026-09-10T03:06:48.069" v="6770" actId="26606"/>
            <ac:spMkLst>
              <pc:docMk/>
              <pc:sldMasterMk cId="946163275" sldId="2147483648"/>
              <pc:sldLayoutMk cId="1939185349" sldId="2147483684"/>
              <ac:spMk id="12" creationId="{9E0033C9-5861-4239-BD0E-9A6A58D38E52}"/>
            </ac:spMkLst>
          </pc:spChg>
        </pc:sldLayoutChg>
        <pc:sldLayoutChg chg="modSp del mod ord">
          <pc:chgData name="Nguyễn Xuân Quyết" userId="6f9fc323-a13a-4b00-81e7-c14d17e156e8" providerId="ADAL" clId="{BC5A91BD-F674-4571-8086-39DB491CC505}" dt="2026-09-10T03:06:48.069" v="6770" actId="26606"/>
          <pc:sldLayoutMkLst>
            <pc:docMk/>
            <pc:sldMasterMk cId="946163275" sldId="2147483648"/>
            <pc:sldLayoutMk cId="2509955754" sldId="2147483685"/>
          </pc:sldLayoutMkLst>
          <pc:spChg chg="mod">
            <ac:chgData name="Nguyễn Xuân Quyết" userId="6f9fc323-a13a-4b00-81e7-c14d17e156e8" providerId="ADAL" clId="{BC5A91BD-F674-4571-8086-39DB491CC505}" dt="2026-09-10T03:06:48.069" v="6770" actId="26606"/>
            <ac:spMkLst>
              <pc:docMk/>
              <pc:sldMasterMk cId="946163275" sldId="2147483648"/>
              <pc:sldLayoutMk cId="2509955754" sldId="2147483685"/>
              <ac:spMk id="3" creationId="{9322B50D-6A7D-41C6-BA57-613BC231DF36}"/>
            </ac:spMkLst>
          </pc:spChg>
          <pc:spChg chg="mod">
            <ac:chgData name="Nguyễn Xuân Quyết" userId="6f9fc323-a13a-4b00-81e7-c14d17e156e8" providerId="ADAL" clId="{BC5A91BD-F674-4571-8086-39DB491CC505}" dt="2026-09-10T03:06:48.069" v="6770" actId="26606"/>
            <ac:spMkLst>
              <pc:docMk/>
              <pc:sldMasterMk cId="946163275" sldId="2147483648"/>
              <pc:sldLayoutMk cId="2509955754" sldId="2147483685"/>
              <ac:spMk id="4" creationId="{9FD584DA-F775-47B8-A1D7-6556AD5FCBD2}"/>
            </ac:spMkLst>
          </pc:spChg>
          <pc:spChg chg="mod">
            <ac:chgData name="Nguyễn Xuân Quyết" userId="6f9fc323-a13a-4b00-81e7-c14d17e156e8" providerId="ADAL" clId="{BC5A91BD-F674-4571-8086-39DB491CC505}" dt="2026-09-10T03:06:48.069" v="6770" actId="26606"/>
            <ac:spMkLst>
              <pc:docMk/>
              <pc:sldMasterMk cId="946163275" sldId="2147483648"/>
              <pc:sldLayoutMk cId="2509955754" sldId="2147483685"/>
              <ac:spMk id="6" creationId="{03EC6BDA-4EF2-4001-BA40-F8286207C945}"/>
            </ac:spMkLst>
          </pc:spChg>
          <pc:spChg chg="mod">
            <ac:chgData name="Nguyễn Xuân Quyết" userId="6f9fc323-a13a-4b00-81e7-c14d17e156e8" providerId="ADAL" clId="{BC5A91BD-F674-4571-8086-39DB491CC505}" dt="2026-09-10T03:06:48.069" v="6770" actId="26606"/>
            <ac:spMkLst>
              <pc:docMk/>
              <pc:sldMasterMk cId="946163275" sldId="2147483648"/>
              <pc:sldLayoutMk cId="2509955754" sldId="2147483685"/>
              <ac:spMk id="11" creationId="{F17B7460-0559-435A-9C2F-1B12BC6CE184}"/>
            </ac:spMkLst>
          </pc:spChg>
          <pc:spChg chg="mod">
            <ac:chgData name="Nguyễn Xuân Quyết" userId="6f9fc323-a13a-4b00-81e7-c14d17e156e8" providerId="ADAL" clId="{BC5A91BD-F674-4571-8086-39DB491CC505}" dt="2026-09-10T03:06:48.069" v="6770" actId="26606"/>
            <ac:spMkLst>
              <pc:docMk/>
              <pc:sldMasterMk cId="946163275" sldId="2147483648"/>
              <pc:sldLayoutMk cId="2509955754" sldId="2147483685"/>
              <ac:spMk id="14" creationId="{4AC0AC83-4BF5-452E-9148-988027C7496D}"/>
            </ac:spMkLst>
          </pc:spChg>
          <pc:spChg chg="mod">
            <ac:chgData name="Nguyễn Xuân Quyết" userId="6f9fc323-a13a-4b00-81e7-c14d17e156e8" providerId="ADAL" clId="{BC5A91BD-F674-4571-8086-39DB491CC505}" dt="2026-09-10T03:06:48.069" v="6770" actId="26606"/>
            <ac:spMkLst>
              <pc:docMk/>
              <pc:sldMasterMk cId="946163275" sldId="2147483648"/>
              <pc:sldLayoutMk cId="2509955754" sldId="2147483685"/>
              <ac:spMk id="16" creationId="{B0B75294-97C0-4F49-A2A0-761663E8AAD2}"/>
            </ac:spMkLst>
          </pc:spChg>
        </pc:sldLayoutChg>
        <pc:sldLayoutChg chg="modSp del mod ord">
          <pc:chgData name="Nguyễn Xuân Quyết" userId="6f9fc323-a13a-4b00-81e7-c14d17e156e8" providerId="ADAL" clId="{BC5A91BD-F674-4571-8086-39DB491CC505}" dt="2026-09-10T03:06:48.069" v="6770" actId="26606"/>
          <pc:sldLayoutMkLst>
            <pc:docMk/>
            <pc:sldMasterMk cId="946163275" sldId="2147483648"/>
            <pc:sldLayoutMk cId="3908904892" sldId="2147483686"/>
          </pc:sldLayoutMkLst>
          <pc:spChg chg="mod">
            <ac:chgData name="Nguyễn Xuân Quyết" userId="6f9fc323-a13a-4b00-81e7-c14d17e156e8" providerId="ADAL" clId="{BC5A91BD-F674-4571-8086-39DB491CC505}" dt="2026-09-10T03:06:48.069" v="6770" actId="26606"/>
            <ac:spMkLst>
              <pc:docMk/>
              <pc:sldMasterMk cId="946163275" sldId="2147483648"/>
              <pc:sldLayoutMk cId="3908904892" sldId="2147483686"/>
              <ac:spMk id="4" creationId="{9FD584DA-F775-47B8-A1D7-6556AD5FCBD2}"/>
            </ac:spMkLst>
          </pc:spChg>
          <pc:spChg chg="mod">
            <ac:chgData name="Nguyễn Xuân Quyết" userId="6f9fc323-a13a-4b00-81e7-c14d17e156e8" providerId="ADAL" clId="{BC5A91BD-F674-4571-8086-39DB491CC505}" dt="2026-09-10T03:06:48.069" v="6770" actId="26606"/>
            <ac:spMkLst>
              <pc:docMk/>
              <pc:sldMasterMk cId="946163275" sldId="2147483648"/>
              <pc:sldLayoutMk cId="3908904892" sldId="2147483686"/>
              <ac:spMk id="6" creationId="{03EC6BDA-4EF2-4001-BA40-F8286207C945}"/>
            </ac:spMkLst>
          </pc:spChg>
          <pc:spChg chg="mod">
            <ac:chgData name="Nguyễn Xuân Quyết" userId="6f9fc323-a13a-4b00-81e7-c14d17e156e8" providerId="ADAL" clId="{BC5A91BD-F674-4571-8086-39DB491CC505}" dt="2026-09-10T03:06:48.069" v="6770" actId="26606"/>
            <ac:spMkLst>
              <pc:docMk/>
              <pc:sldMasterMk cId="946163275" sldId="2147483648"/>
              <pc:sldLayoutMk cId="3908904892" sldId="2147483686"/>
              <ac:spMk id="11" creationId="{F17B7460-0559-435A-9C2F-1B12BC6CE184}"/>
            </ac:spMkLst>
          </pc:spChg>
        </pc:sldLayoutChg>
        <pc:sldLayoutChg chg="modSp del mod ord">
          <pc:chgData name="Nguyễn Xuân Quyết" userId="6f9fc323-a13a-4b00-81e7-c14d17e156e8" providerId="ADAL" clId="{BC5A91BD-F674-4571-8086-39DB491CC505}" dt="2026-09-10T03:06:48.069" v="6770" actId="26606"/>
          <pc:sldLayoutMkLst>
            <pc:docMk/>
            <pc:sldMasterMk cId="946163275" sldId="2147483648"/>
            <pc:sldLayoutMk cId="1840086371" sldId="2147483687"/>
          </pc:sldLayoutMkLst>
          <pc:spChg chg="mod">
            <ac:chgData name="Nguyễn Xuân Quyết" userId="6f9fc323-a13a-4b00-81e7-c14d17e156e8" providerId="ADAL" clId="{BC5A91BD-F674-4571-8086-39DB491CC505}" dt="2026-09-10T03:06:48.069" v="6770" actId="26606"/>
            <ac:spMkLst>
              <pc:docMk/>
              <pc:sldMasterMk cId="946163275" sldId="2147483648"/>
              <pc:sldLayoutMk cId="1840086371" sldId="2147483687"/>
              <ac:spMk id="3" creationId="{9322B50D-6A7D-41C6-BA57-613BC231DF36}"/>
            </ac:spMkLst>
          </pc:spChg>
          <pc:spChg chg="mod">
            <ac:chgData name="Nguyễn Xuân Quyết" userId="6f9fc323-a13a-4b00-81e7-c14d17e156e8" providerId="ADAL" clId="{BC5A91BD-F674-4571-8086-39DB491CC505}" dt="2026-09-10T03:06:48.069" v="6770" actId="26606"/>
            <ac:spMkLst>
              <pc:docMk/>
              <pc:sldMasterMk cId="946163275" sldId="2147483648"/>
              <pc:sldLayoutMk cId="1840086371" sldId="2147483687"/>
              <ac:spMk id="6" creationId="{03EC6BDA-4EF2-4001-BA40-F8286207C945}"/>
            </ac:spMkLst>
          </pc:spChg>
          <pc:spChg chg="mod">
            <ac:chgData name="Nguyễn Xuân Quyết" userId="6f9fc323-a13a-4b00-81e7-c14d17e156e8" providerId="ADAL" clId="{BC5A91BD-F674-4571-8086-39DB491CC505}" dt="2026-09-10T03:06:48.069" v="6770" actId="26606"/>
            <ac:spMkLst>
              <pc:docMk/>
              <pc:sldMasterMk cId="946163275" sldId="2147483648"/>
              <pc:sldLayoutMk cId="1840086371" sldId="2147483687"/>
              <ac:spMk id="10" creationId="{147F3E59-BFE8-3743-B8F7-3E3457719C60}"/>
            </ac:spMkLst>
          </pc:spChg>
          <pc:spChg chg="mod">
            <ac:chgData name="Nguyễn Xuân Quyết" userId="6f9fc323-a13a-4b00-81e7-c14d17e156e8" providerId="ADAL" clId="{BC5A91BD-F674-4571-8086-39DB491CC505}" dt="2026-09-10T03:06:48.069" v="6770" actId="26606"/>
            <ac:spMkLst>
              <pc:docMk/>
              <pc:sldMasterMk cId="946163275" sldId="2147483648"/>
              <pc:sldLayoutMk cId="1840086371" sldId="2147483687"/>
              <ac:spMk id="11" creationId="{F17B7460-0559-435A-9C2F-1B12BC6CE184}"/>
            </ac:spMkLst>
          </pc:spChg>
          <pc:spChg chg="mod">
            <ac:chgData name="Nguyễn Xuân Quyết" userId="6f9fc323-a13a-4b00-81e7-c14d17e156e8" providerId="ADAL" clId="{BC5A91BD-F674-4571-8086-39DB491CC505}" dt="2026-09-10T03:06:48.069" v="6770" actId="26606"/>
            <ac:spMkLst>
              <pc:docMk/>
              <pc:sldMasterMk cId="946163275" sldId="2147483648"/>
              <pc:sldLayoutMk cId="1840086371" sldId="2147483687"/>
              <ac:spMk id="12" creationId="{70EBC2C9-53F0-4F48-A937-BC0954590AD2}"/>
            </ac:spMkLst>
          </pc:spChg>
          <pc:spChg chg="mod">
            <ac:chgData name="Nguyễn Xuân Quyết" userId="6f9fc323-a13a-4b00-81e7-c14d17e156e8" providerId="ADAL" clId="{BC5A91BD-F674-4571-8086-39DB491CC505}" dt="2026-09-10T03:06:48.069" v="6770" actId="26606"/>
            <ac:spMkLst>
              <pc:docMk/>
              <pc:sldMasterMk cId="946163275" sldId="2147483648"/>
              <pc:sldLayoutMk cId="1840086371" sldId="2147483687"/>
              <ac:spMk id="13" creationId="{4BE72AF0-FDD2-0F46-80CC-590175CB3AFA}"/>
            </ac:spMkLst>
          </pc:spChg>
          <pc:spChg chg="mod">
            <ac:chgData name="Nguyễn Xuân Quyết" userId="6f9fc323-a13a-4b00-81e7-c14d17e156e8" providerId="ADAL" clId="{BC5A91BD-F674-4571-8086-39DB491CC505}" dt="2026-09-10T03:06:48.069" v="6770" actId="26606"/>
            <ac:spMkLst>
              <pc:docMk/>
              <pc:sldMasterMk cId="946163275" sldId="2147483648"/>
              <pc:sldLayoutMk cId="1840086371" sldId="2147483687"/>
              <ac:spMk id="15" creationId="{C3ECF561-9BAF-964E-8B65-4B1B89CCB897}"/>
            </ac:spMkLst>
          </pc:spChg>
          <pc:spChg chg="mod">
            <ac:chgData name="Nguyễn Xuân Quyết" userId="6f9fc323-a13a-4b00-81e7-c14d17e156e8" providerId="ADAL" clId="{BC5A91BD-F674-4571-8086-39DB491CC505}" dt="2026-09-10T03:06:48.069" v="6770" actId="26606"/>
            <ac:spMkLst>
              <pc:docMk/>
              <pc:sldMasterMk cId="946163275" sldId="2147483648"/>
              <pc:sldLayoutMk cId="1840086371" sldId="2147483687"/>
              <ac:spMk id="17" creationId="{E06B9BE0-2879-3744-9B3B-38441CF20F0A}"/>
            </ac:spMkLst>
          </pc:spChg>
        </pc:sldLayoutChg>
        <pc:sldLayoutChg chg="modSp del mod ord">
          <pc:chgData name="Nguyễn Xuân Quyết" userId="6f9fc323-a13a-4b00-81e7-c14d17e156e8" providerId="ADAL" clId="{BC5A91BD-F674-4571-8086-39DB491CC505}" dt="2026-09-10T03:06:48.069" v="6770" actId="26606"/>
          <pc:sldLayoutMkLst>
            <pc:docMk/>
            <pc:sldMasterMk cId="946163275" sldId="2147483648"/>
            <pc:sldLayoutMk cId="588078882" sldId="2147483688"/>
          </pc:sldLayoutMkLst>
          <pc:spChg chg="mod">
            <ac:chgData name="Nguyễn Xuân Quyết" userId="6f9fc323-a13a-4b00-81e7-c14d17e156e8" providerId="ADAL" clId="{BC5A91BD-F674-4571-8086-39DB491CC505}" dt="2026-09-10T03:06:48.069" v="6770" actId="26606"/>
            <ac:spMkLst>
              <pc:docMk/>
              <pc:sldMasterMk cId="946163275" sldId="2147483648"/>
              <pc:sldLayoutMk cId="588078882" sldId="2147483688"/>
              <ac:spMk id="2" creationId="{9C2F662E-807E-41B5-8931-9847713E51BA}"/>
            </ac:spMkLst>
          </pc:spChg>
          <pc:spChg chg="mod">
            <ac:chgData name="Nguyễn Xuân Quyết" userId="6f9fc323-a13a-4b00-81e7-c14d17e156e8" providerId="ADAL" clId="{BC5A91BD-F674-4571-8086-39DB491CC505}" dt="2026-09-10T03:06:48.069" v="6770" actId="26606"/>
            <ac:spMkLst>
              <pc:docMk/>
              <pc:sldMasterMk cId="946163275" sldId="2147483648"/>
              <pc:sldLayoutMk cId="588078882" sldId="2147483688"/>
              <ac:spMk id="3" creationId="{A22238F2-C6EC-476F-8371-119AECBA5622}"/>
            </ac:spMkLst>
          </pc:spChg>
          <pc:spChg chg="mod">
            <ac:chgData name="Nguyễn Xuân Quyết" userId="6f9fc323-a13a-4b00-81e7-c14d17e156e8" providerId="ADAL" clId="{BC5A91BD-F674-4571-8086-39DB491CC505}" dt="2026-09-10T03:06:48.069" v="6770" actId="26606"/>
            <ac:spMkLst>
              <pc:docMk/>
              <pc:sldMasterMk cId="946163275" sldId="2147483648"/>
              <pc:sldLayoutMk cId="588078882" sldId="2147483688"/>
              <ac:spMk id="5" creationId="{D670CCAB-6ED4-48BC-8A8A-C2C835D5D77E}"/>
            </ac:spMkLst>
          </pc:spChg>
          <pc:spChg chg="mod">
            <ac:chgData name="Nguyễn Xuân Quyết" userId="6f9fc323-a13a-4b00-81e7-c14d17e156e8" providerId="ADAL" clId="{BC5A91BD-F674-4571-8086-39DB491CC505}" dt="2026-09-10T03:06:48.069" v="6770" actId="26606"/>
            <ac:spMkLst>
              <pc:docMk/>
              <pc:sldMasterMk cId="946163275" sldId="2147483648"/>
              <pc:sldLayoutMk cId="588078882" sldId="2147483688"/>
              <ac:spMk id="9" creationId="{0A29F8B3-4723-4928-83E5-76C29D05F2FE}"/>
            </ac:spMkLst>
          </pc:spChg>
        </pc:sldLayoutChg>
        <pc:sldLayoutChg chg="modSp del mod ord">
          <pc:chgData name="Nguyễn Xuân Quyết" userId="6f9fc323-a13a-4b00-81e7-c14d17e156e8" providerId="ADAL" clId="{BC5A91BD-F674-4571-8086-39DB491CC505}" dt="2026-09-10T03:06:48.069" v="6770" actId="26606"/>
          <pc:sldLayoutMkLst>
            <pc:docMk/>
            <pc:sldMasterMk cId="946163275" sldId="2147483648"/>
            <pc:sldLayoutMk cId="2571554572" sldId="2147483689"/>
          </pc:sldLayoutMkLst>
          <pc:spChg chg="mod">
            <ac:chgData name="Nguyễn Xuân Quyết" userId="6f9fc323-a13a-4b00-81e7-c14d17e156e8" providerId="ADAL" clId="{BC5A91BD-F674-4571-8086-39DB491CC505}" dt="2026-09-10T03:06:48.069" v="6770" actId="26606"/>
            <ac:spMkLst>
              <pc:docMk/>
              <pc:sldMasterMk cId="946163275" sldId="2147483648"/>
              <pc:sldLayoutMk cId="2571554572" sldId="2147483689"/>
              <ac:spMk id="2" creationId="{771D783E-C98E-4288-A0F0-6F329CF05068}"/>
            </ac:spMkLst>
          </pc:spChg>
          <pc:spChg chg="mod">
            <ac:chgData name="Nguyễn Xuân Quyết" userId="6f9fc323-a13a-4b00-81e7-c14d17e156e8" providerId="ADAL" clId="{BC5A91BD-F674-4571-8086-39DB491CC505}" dt="2026-09-10T03:06:48.069" v="6770" actId="26606"/>
            <ac:spMkLst>
              <pc:docMk/>
              <pc:sldMasterMk cId="946163275" sldId="2147483648"/>
              <pc:sldLayoutMk cId="2571554572" sldId="2147483689"/>
              <ac:spMk id="7" creationId="{C2C3F9C0-F4DC-42CB-8D24-DC1D94CDD1C2}"/>
            </ac:spMkLst>
          </pc:spChg>
          <pc:spChg chg="mod">
            <ac:chgData name="Nguyễn Xuân Quyết" userId="6f9fc323-a13a-4b00-81e7-c14d17e156e8" providerId="ADAL" clId="{BC5A91BD-F674-4571-8086-39DB491CC505}" dt="2026-09-10T03:06:48.069" v="6770" actId="26606"/>
            <ac:spMkLst>
              <pc:docMk/>
              <pc:sldMasterMk cId="946163275" sldId="2147483648"/>
              <pc:sldLayoutMk cId="2571554572" sldId="2147483689"/>
              <ac:spMk id="8" creationId="{530230A8-0A94-448D-8C01-BBDCD6E2DA8D}"/>
            </ac:spMkLst>
          </pc:spChg>
          <pc:spChg chg="mod">
            <ac:chgData name="Nguyễn Xuân Quyết" userId="6f9fc323-a13a-4b00-81e7-c14d17e156e8" providerId="ADAL" clId="{BC5A91BD-F674-4571-8086-39DB491CC505}" dt="2026-09-10T03:06:48.069" v="6770" actId="26606"/>
            <ac:spMkLst>
              <pc:docMk/>
              <pc:sldMasterMk cId="946163275" sldId="2147483648"/>
              <pc:sldLayoutMk cId="2571554572" sldId="2147483689"/>
              <ac:spMk id="9" creationId="{FEC115A6-CCC7-498D-A3CD-C0C51DA32A3D}"/>
            </ac:spMkLst>
          </pc:spChg>
          <pc:spChg chg="mod">
            <ac:chgData name="Nguyễn Xuân Quyết" userId="6f9fc323-a13a-4b00-81e7-c14d17e156e8" providerId="ADAL" clId="{BC5A91BD-F674-4571-8086-39DB491CC505}" dt="2026-09-10T03:06:48.069" v="6770" actId="26606"/>
            <ac:spMkLst>
              <pc:docMk/>
              <pc:sldMasterMk cId="946163275" sldId="2147483648"/>
              <pc:sldLayoutMk cId="2571554572" sldId="2147483689"/>
              <ac:spMk id="10" creationId="{A1F54D54-EFF1-48F4-BBCF-488305B781F3}"/>
            </ac:spMkLst>
          </pc:spChg>
        </pc:sldLayoutChg>
        <pc:sldLayoutChg chg="modSp del mod ord">
          <pc:chgData name="Nguyễn Xuân Quyết" userId="6f9fc323-a13a-4b00-81e7-c14d17e156e8" providerId="ADAL" clId="{BC5A91BD-F674-4571-8086-39DB491CC505}" dt="2026-09-10T03:06:48.069" v="6770" actId="26606"/>
          <pc:sldLayoutMkLst>
            <pc:docMk/>
            <pc:sldMasterMk cId="946163275" sldId="2147483648"/>
            <pc:sldLayoutMk cId="389831156" sldId="2147483690"/>
          </pc:sldLayoutMkLst>
          <pc:spChg chg="mod">
            <ac:chgData name="Nguyễn Xuân Quyết" userId="6f9fc323-a13a-4b00-81e7-c14d17e156e8" providerId="ADAL" clId="{BC5A91BD-F674-4571-8086-39DB491CC505}" dt="2026-09-10T03:06:48.069" v="6770" actId="26606"/>
            <ac:spMkLst>
              <pc:docMk/>
              <pc:sldMasterMk cId="946163275" sldId="2147483648"/>
              <pc:sldLayoutMk cId="389831156" sldId="2147483690"/>
              <ac:spMk id="2" creationId="{333087F0-7144-4EF6-AB02-D0E2BFA357D0}"/>
            </ac:spMkLst>
          </pc:spChg>
          <pc:spChg chg="mod">
            <ac:chgData name="Nguyễn Xuân Quyết" userId="6f9fc323-a13a-4b00-81e7-c14d17e156e8" providerId="ADAL" clId="{BC5A91BD-F674-4571-8086-39DB491CC505}" dt="2026-09-10T03:06:48.069" v="6770" actId="26606"/>
            <ac:spMkLst>
              <pc:docMk/>
              <pc:sldMasterMk cId="946163275" sldId="2147483648"/>
              <pc:sldLayoutMk cId="389831156" sldId="2147483690"/>
              <ac:spMk id="3" creationId="{98AB9F5E-EFA8-4B9E-9BB7-C6C5FAF561CE}"/>
            </ac:spMkLst>
          </pc:spChg>
          <pc:spChg chg="mod">
            <ac:chgData name="Nguyễn Xuân Quyết" userId="6f9fc323-a13a-4b00-81e7-c14d17e156e8" providerId="ADAL" clId="{BC5A91BD-F674-4571-8086-39DB491CC505}" dt="2026-09-10T03:06:48.069" v="6770" actId="26606"/>
            <ac:spMkLst>
              <pc:docMk/>
              <pc:sldMasterMk cId="946163275" sldId="2147483648"/>
              <pc:sldLayoutMk cId="389831156" sldId="2147483690"/>
              <ac:spMk id="8" creationId="{FC8FB900-7767-B149-8B54-B632613985F9}"/>
            </ac:spMkLst>
          </pc:spChg>
        </pc:sldLayoutChg>
      </pc:sldMasterChg>
      <pc:sldMasterChg chg="del replId modSldLayout sldLayoutOrd">
        <pc:chgData name="Nguyễn Xuân Quyết" userId="6f9fc323-a13a-4b00-81e7-c14d17e156e8" providerId="ADAL" clId="{BC5A91BD-F674-4571-8086-39DB491CC505}" dt="2026-09-10T03:06:48.069" v="6770" actId="26606"/>
        <pc:sldMasterMkLst>
          <pc:docMk/>
          <pc:sldMasterMk cId="946163275" sldId="2147483682"/>
        </pc:sldMasterMkLst>
        <pc:sldLayoutChg chg="replId">
          <pc:chgData name="Nguyễn Xuân Quyết" userId="6f9fc323-a13a-4b00-81e7-c14d17e156e8" providerId="ADAL" clId="{BC5A91BD-F674-4571-8086-39DB491CC505}" dt="2026-09-10T03:06:47.702" v="6769" actId="26606"/>
          <pc:sldLayoutMkLst>
            <pc:docMk/>
            <pc:sldMasterMk cId="946163275" sldId="2147483648"/>
            <pc:sldLayoutMk cId="1350103997" sldId="2147483683"/>
          </pc:sldLayoutMkLst>
        </pc:sldLayoutChg>
        <pc:sldLayoutChg chg="modSp mod replId">
          <pc:chgData name="Nguyễn Xuân Quyết" userId="6f9fc323-a13a-4b00-81e7-c14d17e156e8" providerId="ADAL" clId="{BC5A91BD-F674-4571-8086-39DB491CC505}" dt="2026-09-10T03:06:47.702" v="6769" actId="26606"/>
          <pc:sldLayoutMkLst>
            <pc:docMk/>
            <pc:sldMasterMk cId="946163275" sldId="2147483648"/>
            <pc:sldLayoutMk cId="1939185349" sldId="2147483684"/>
          </pc:sldLayoutMkLst>
        </pc:sldLayoutChg>
        <pc:sldLayoutChg chg="replId">
          <pc:chgData name="Nguyễn Xuân Quyết" userId="6f9fc323-a13a-4b00-81e7-c14d17e156e8" providerId="ADAL" clId="{BC5A91BD-F674-4571-8086-39DB491CC505}" dt="2026-09-10T03:06:47.702" v="6769" actId="26606"/>
          <pc:sldLayoutMkLst>
            <pc:docMk/>
            <pc:sldMasterMk cId="946163275" sldId="2147483648"/>
            <pc:sldLayoutMk cId="2509955754" sldId="2147483685"/>
          </pc:sldLayoutMkLst>
        </pc:sldLayoutChg>
        <pc:sldLayoutChg chg="replId">
          <pc:chgData name="Nguyễn Xuân Quyết" userId="6f9fc323-a13a-4b00-81e7-c14d17e156e8" providerId="ADAL" clId="{BC5A91BD-F674-4571-8086-39DB491CC505}" dt="2026-09-10T03:06:47.702" v="6769" actId="26606"/>
          <pc:sldLayoutMkLst>
            <pc:docMk/>
            <pc:sldMasterMk cId="946163275" sldId="2147483648"/>
            <pc:sldLayoutMk cId="3908904892" sldId="2147483686"/>
          </pc:sldLayoutMkLst>
        </pc:sldLayoutChg>
        <pc:sldLayoutChg chg="replId">
          <pc:chgData name="Nguyễn Xuân Quyết" userId="6f9fc323-a13a-4b00-81e7-c14d17e156e8" providerId="ADAL" clId="{BC5A91BD-F674-4571-8086-39DB491CC505}" dt="2026-09-10T03:06:47.702" v="6769" actId="26606"/>
          <pc:sldLayoutMkLst>
            <pc:docMk/>
            <pc:sldMasterMk cId="946163275" sldId="2147483648"/>
            <pc:sldLayoutMk cId="1840086371" sldId="2147483687"/>
          </pc:sldLayoutMkLst>
        </pc:sldLayoutChg>
        <pc:sldLayoutChg chg="replId">
          <pc:chgData name="Nguyễn Xuân Quyết" userId="6f9fc323-a13a-4b00-81e7-c14d17e156e8" providerId="ADAL" clId="{BC5A91BD-F674-4571-8086-39DB491CC505}" dt="2026-09-10T03:06:47.702" v="6769" actId="26606"/>
          <pc:sldLayoutMkLst>
            <pc:docMk/>
            <pc:sldMasterMk cId="946163275" sldId="2147483648"/>
            <pc:sldLayoutMk cId="588078882" sldId="2147483688"/>
          </pc:sldLayoutMkLst>
        </pc:sldLayoutChg>
        <pc:sldLayoutChg chg="replId">
          <pc:chgData name="Nguyễn Xuân Quyết" userId="6f9fc323-a13a-4b00-81e7-c14d17e156e8" providerId="ADAL" clId="{BC5A91BD-F674-4571-8086-39DB491CC505}" dt="2026-09-10T03:06:47.702" v="6769" actId="26606"/>
          <pc:sldLayoutMkLst>
            <pc:docMk/>
            <pc:sldMasterMk cId="946163275" sldId="2147483648"/>
            <pc:sldLayoutMk cId="2571554572" sldId="2147483689"/>
          </pc:sldLayoutMkLst>
        </pc:sldLayoutChg>
        <pc:sldLayoutChg chg="replId">
          <pc:chgData name="Nguyễn Xuân Quyết" userId="6f9fc323-a13a-4b00-81e7-c14d17e156e8" providerId="ADAL" clId="{BC5A91BD-F674-4571-8086-39DB491CC505}" dt="2026-09-10T03:06:47.702" v="6769" actId="26606"/>
          <pc:sldLayoutMkLst>
            <pc:docMk/>
            <pc:sldMasterMk cId="946163275" sldId="2147483648"/>
            <pc:sldLayoutMk cId="389831156" sldId="2147483690"/>
          </pc:sldLayoutMkLst>
        </pc:sldLayoutChg>
      </pc:sldMasterChg>
    </pc:docChg>
  </pc:docChgLst>
  <pc:docChgLst>
    <pc:chgData name="Trần Ngọc Hiên" userId="S::hientn@vthmgroup.vn::7c12c7ec-5651-4fac-9615-768ab3703ab0" providerId="AD" clId="Web-{F6346F6B-E901-C80B-E828-E3F04CB95E91}"/>
    <pc:docChg chg="modSld">
      <pc:chgData name="Trần Ngọc Hiên" userId="S::hientn@vthmgroup.vn::7c12c7ec-5651-4fac-9615-768ab3703ab0" providerId="AD" clId="Web-{F6346F6B-E901-C80B-E828-E3F04CB95E91}" dt="2026-09-11T02:47:26.728" v="7"/>
      <pc:docMkLst>
        <pc:docMk/>
      </pc:docMkLst>
      <pc:sldChg chg="modSp">
        <pc:chgData name="Trần Ngọc Hiên" userId="S::hientn@vthmgroup.vn::7c12c7ec-5651-4fac-9615-768ab3703ab0" providerId="AD" clId="Web-{F6346F6B-E901-C80B-E828-E3F04CB95E91}" dt="2026-09-11T02:47:26.728" v="7"/>
        <pc:sldMkLst>
          <pc:docMk/>
          <pc:sldMk cId="3960403681" sldId="8085"/>
        </pc:sldMkLst>
        <pc:graphicFrameChg chg="mod modGraphic">
          <ac:chgData name="Trần Ngọc Hiên" userId="S::hientn@vthmgroup.vn::7c12c7ec-5651-4fac-9615-768ab3703ab0" providerId="AD" clId="Web-{F6346F6B-E901-C80B-E828-E3F04CB95E91}" dt="2026-09-11T02:47:26.728" v="7"/>
          <ac:graphicFrameMkLst>
            <pc:docMk/>
            <pc:sldMk cId="3960403681" sldId="8085"/>
            <ac:graphicFrameMk id="13" creationId="{D5C7C427-99EE-6D05-2B6F-4747FADBFAA8}"/>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9/11/2026</a:t>
            </a:fld>
            <a:endParaRPr lang="en-US"/>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045662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ext Layout 1">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2238F2-C6EC-476F-8371-119AECBA5622}"/>
              </a:ext>
            </a:extLst>
          </p:cNvPr>
          <p:cNvSpPr>
            <a:spLocks noGrp="1"/>
          </p:cNvSpPr>
          <p:nvPr>
            <p:ph sz="half" idx="1"/>
          </p:nvPr>
        </p:nvSpPr>
        <p:spPr>
          <a:xfrm>
            <a:off x="5775472" y="3096125"/>
            <a:ext cx="5153526" cy="2844391"/>
          </a:xfrm>
          <a:ln>
            <a:solidFill>
              <a:schemeClr val="bg2"/>
            </a:solidFill>
            <a:prstDash val="sysDot"/>
          </a:ln>
        </p:spPr>
        <p:txBody>
          <a:bodyPr/>
          <a:lstStyle>
            <a:lvl1pPr>
              <a:defRPr>
                <a:solidFill>
                  <a:schemeClr val="tx1">
                    <a:lumMod val="75000"/>
                    <a:lumOff val="25000"/>
                  </a:schemeClr>
                </a:solidFill>
                <a:latin typeface="SVN-Avo"/>
              </a:defRPr>
            </a:lvl1pPr>
            <a:lvl2pPr>
              <a:defRPr>
                <a:solidFill>
                  <a:schemeClr val="tx1">
                    <a:lumMod val="75000"/>
                    <a:lumOff val="25000"/>
                  </a:schemeClr>
                </a:solidFill>
                <a:latin typeface="SVN-Avo"/>
              </a:defRPr>
            </a:lvl2pPr>
            <a:lvl3pPr>
              <a:defRPr>
                <a:solidFill>
                  <a:schemeClr val="tx1">
                    <a:lumMod val="75000"/>
                    <a:lumOff val="25000"/>
                  </a:schemeClr>
                </a:solidFill>
                <a:latin typeface="SVN-Avo"/>
              </a:defRPr>
            </a:lvl3pPr>
            <a:lvl4pPr>
              <a:defRPr>
                <a:solidFill>
                  <a:schemeClr val="tx1">
                    <a:lumMod val="75000"/>
                    <a:lumOff val="25000"/>
                  </a:schemeClr>
                </a:solidFill>
                <a:latin typeface="SVN-Avo"/>
              </a:defRPr>
            </a:lvl4pPr>
            <a:lvl5pPr>
              <a:defRPr>
                <a:solidFill>
                  <a:schemeClr val="tx1">
                    <a:lumMod val="75000"/>
                    <a:lumOff val="25000"/>
                  </a:schemeClr>
                </a:solidFill>
                <a:latin typeface="SVN-Avo"/>
              </a:defRPr>
            </a:lvl5pPr>
          </a:lstStyle>
          <a:p>
            <a:pPr lvl="0"/>
            <a:r>
              <a:rPr lang="en-US" noProof="0">
                <a:latin typeface="SVN-Avo"/>
              </a:rPr>
              <a:t>Click to edit Master text styles</a:t>
            </a:r>
            <a:endParaRPr>
              <a:latin typeface="SVN-Avo"/>
            </a:endParaRPr>
          </a:p>
          <a:p>
            <a:pPr lvl="1"/>
            <a:r>
              <a:rPr lang="en-US" noProof="0">
                <a:latin typeface="SVN-Avo"/>
              </a:rPr>
              <a:t>Second level</a:t>
            </a:r>
            <a:endParaRPr>
              <a:latin typeface="SVN-Avo"/>
            </a:endParaRPr>
          </a:p>
          <a:p>
            <a:pPr lvl="2"/>
            <a:r>
              <a:rPr lang="en-US" noProof="0">
                <a:latin typeface="SVN-Avo"/>
              </a:rPr>
              <a:t>Third level</a:t>
            </a:r>
            <a:endParaRPr>
              <a:latin typeface="SVN-Avo"/>
            </a:endParaRPr>
          </a:p>
          <a:p>
            <a:pPr lvl="3"/>
            <a:r>
              <a:rPr lang="en-US" noProof="0">
                <a:latin typeface="SVN-Avo"/>
              </a:rPr>
              <a:t>Fourth level</a:t>
            </a:r>
            <a:endParaRPr>
              <a:latin typeface="SVN-Avo"/>
            </a:endParaRPr>
          </a:p>
          <a:p>
            <a:pPr lvl="4"/>
            <a:r>
              <a:rPr lang="en-US" noProof="0">
                <a:latin typeface="SVN-Avo"/>
              </a:rPr>
              <a:t>Fifth level</a:t>
            </a:r>
            <a:endParaRPr>
              <a:latin typeface="SVN-Avo"/>
            </a:endParaRPr>
          </a:p>
        </p:txBody>
      </p:sp>
      <p:sp>
        <p:nvSpPr>
          <p:cNvPr id="9" name="Slide Number Placeholder 8">
            <a:extLst>
              <a:ext uri="{FF2B5EF4-FFF2-40B4-BE49-F238E27FC236}">
                <a16:creationId xmlns:a16="http://schemas.microsoft.com/office/drawing/2014/main" id="{0A29F8B3-4723-4928-83E5-76C29D05F2FE}"/>
              </a:ext>
            </a:extLst>
          </p:cNvPr>
          <p:cNvSpPr>
            <a:spLocks noGrp="1"/>
          </p:cNvSpPr>
          <p:nvPr>
            <p:ph type="sldNum" sz="quarter" idx="11"/>
          </p:nvPr>
        </p:nvSpPr>
        <p:spPr/>
        <p:txBody>
          <a:bodyPr/>
          <a:lstStyle>
            <a:lvl1pPr>
              <a:defRPr i="0">
                <a:solidFill>
                  <a:schemeClr val="tx1">
                    <a:lumMod val="75000"/>
                    <a:lumOff val="25000"/>
                  </a:schemeClr>
                </a:solidFill>
                <a:latin typeface="SVN-Avo" panose="02040603050506020204" pitchFamily="18" charset="0"/>
              </a:defRPr>
            </a:lvl1pPr>
          </a:lstStyle>
          <a:p>
            <a:fld id="{19B51A1E-902D-48AF-9020-955120F399B6}" type="slidenum">
              <a:rPr lang="en-US" smtClean="0">
                <a:latin typeface="SVN-Avo"/>
              </a:rPr>
              <a:pPr/>
              <a:t>‹#›</a:t>
            </a:fld>
            <a:endParaRPr lang="en-US">
              <a:latin typeface="SVN-Avo"/>
            </a:endParaRPr>
          </a:p>
        </p:txBody>
      </p:sp>
      <p:sp>
        <p:nvSpPr>
          <p:cNvPr id="5" name="Title 4">
            <a:extLst>
              <a:ext uri="{FF2B5EF4-FFF2-40B4-BE49-F238E27FC236}">
                <a16:creationId xmlns:a16="http://schemas.microsoft.com/office/drawing/2014/main" id="{BB6AC7B6-CDA5-4A4F-AD50-E3C16C6A0090}"/>
              </a:ext>
            </a:extLst>
          </p:cNvPr>
          <p:cNvSpPr>
            <a:spLocks noGrp="1"/>
          </p:cNvSpPr>
          <p:nvPr>
            <p:ph type="title" hasCustomPrompt="1"/>
          </p:nvPr>
        </p:nvSpPr>
        <p:spPr>
          <a:xfrm>
            <a:off x="5850431" y="2416940"/>
            <a:ext cx="5073629" cy="536312"/>
          </a:xfrm>
          <a:prstGeom prst="rect">
            <a:avLst/>
          </a:prstGeom>
          <a:solidFill>
            <a:schemeClr val="bg1"/>
          </a:solidFill>
          <a:ln>
            <a:solidFill>
              <a:schemeClr val="bg2"/>
            </a:solidFill>
            <a:prstDash val="sysDash"/>
          </a:ln>
        </p:spPr>
        <p:txBody>
          <a:bodyPr>
            <a:normAutofit/>
          </a:bodyPr>
          <a:lstStyle>
            <a:lvl1pPr>
              <a:defRPr sz="1800" b="0" spc="300">
                <a:solidFill>
                  <a:srgbClr val="355FAC"/>
                </a:solidFill>
                <a:latin typeface="SVN-Avo"/>
              </a:defRPr>
            </a:lvl1pPr>
          </a:lstStyle>
          <a:p>
            <a:r>
              <a:rPr lang="en-US" noProof="0">
                <a:latin typeface="SVN-Avo"/>
              </a:rPr>
              <a:t>CLICK TO EDIT MASTER TITLE STYLE</a:t>
            </a:r>
            <a:endParaRPr>
              <a:latin typeface="SVN-Avo"/>
            </a:endParaRPr>
          </a:p>
        </p:txBody>
      </p:sp>
      <p:sp>
        <p:nvSpPr>
          <p:cNvPr id="11" name="Rectangle 10">
            <a:extLst>
              <a:ext uri="{FF2B5EF4-FFF2-40B4-BE49-F238E27FC236}">
                <a16:creationId xmlns:a16="http://schemas.microsoft.com/office/drawing/2014/main" id="{1CF27CC2-C21A-430D-B705-FB9C912CA32A}"/>
              </a:ext>
            </a:extLst>
          </p:cNvPr>
          <p:cNvSpPr/>
          <p:nvPr userDrawn="1"/>
        </p:nvSpPr>
        <p:spPr>
          <a:xfrm>
            <a:off x="5765596" y="2416940"/>
            <a:ext cx="84835" cy="536312"/>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latin typeface="SVN-Avo"/>
            </a:endParaRPr>
          </a:p>
        </p:txBody>
      </p:sp>
    </p:spTree>
    <p:extLst>
      <p:ext uri="{BB962C8B-B14F-4D97-AF65-F5344CB8AC3E}">
        <p14:creationId xmlns:p14="http://schemas.microsoft.com/office/powerpoint/2010/main" val="13501039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ext Layout 2">
    <p:spTree>
      <p:nvGrpSpPr>
        <p:cNvPr id="1" name=""/>
        <p:cNvGrpSpPr/>
        <p:nvPr/>
      </p:nvGrpSpPr>
      <p:grpSpPr>
        <a:xfrm>
          <a:off x="0" y="0"/>
          <a:ext cx="0" cy="0"/>
          <a:chOff x="0" y="0"/>
          <a:chExt cx="0" cy="0"/>
        </a:xfrm>
      </p:grpSpPr>
      <p:sp>
        <p:nvSpPr>
          <p:cNvPr id="13" name="Title 5">
            <a:extLst>
              <a:ext uri="{FF2B5EF4-FFF2-40B4-BE49-F238E27FC236}">
                <a16:creationId xmlns:a16="http://schemas.microsoft.com/office/drawing/2014/main" id="{1D551140-08F1-C645-9804-8663C4290276}"/>
              </a:ext>
            </a:extLst>
          </p:cNvPr>
          <p:cNvSpPr txBox="1">
            <a:spLocks/>
          </p:cNvSpPr>
          <p:nvPr userDrawn="1"/>
        </p:nvSpPr>
        <p:spPr>
          <a:xfrm>
            <a:off x="432001" y="271168"/>
            <a:ext cx="11340000" cy="360000"/>
          </a:xfrm>
          <a:prstGeom prst="rect">
            <a:avLst/>
          </a:prstGeom>
          <a:noFill/>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2400" b="1" kern="1200" spc="0">
                <a:solidFill>
                  <a:srgbClr val="355FAC"/>
                </a:solidFill>
                <a:latin typeface="SVN-Avo" panose="02040603050506020204" pitchFamily="18" charset="0"/>
                <a:ea typeface="+mj-ea"/>
                <a:cs typeface="+mj-cs"/>
              </a:defRPr>
            </a:lvl1pPr>
          </a:lstStyle>
          <a:p>
            <a:r>
              <a:rPr lang="en-US">
                <a:latin typeface="SVN-Avo"/>
              </a:rPr>
              <a:t>TIÊU ĐỀ MÀU  </a:t>
            </a:r>
            <a:r>
              <a:rPr lang="en-GB" sz="1600" i="0" u="none" strike="noStrike" baseline="0">
                <a:latin typeface="SVN-Avo"/>
              </a:rPr>
              <a:t>#375fac</a:t>
            </a:r>
            <a:endParaRPr lang="en-US" spc="300">
              <a:latin typeface="SVN-Avo"/>
            </a:endParaRPr>
          </a:p>
        </p:txBody>
      </p:sp>
      <p:sp>
        <p:nvSpPr>
          <p:cNvPr id="3" name="Content Placeholder 2">
            <a:extLst>
              <a:ext uri="{FF2B5EF4-FFF2-40B4-BE49-F238E27FC236}">
                <a16:creationId xmlns:a16="http://schemas.microsoft.com/office/drawing/2014/main" id="{A22238F2-C6EC-476F-8371-119AECBA5622}"/>
              </a:ext>
            </a:extLst>
          </p:cNvPr>
          <p:cNvSpPr>
            <a:spLocks noGrp="1"/>
          </p:cNvSpPr>
          <p:nvPr>
            <p:ph sz="half" idx="1"/>
          </p:nvPr>
        </p:nvSpPr>
        <p:spPr>
          <a:xfrm>
            <a:off x="6300087" y="2430684"/>
            <a:ext cx="5472000" cy="3689316"/>
          </a:xfrm>
          <a:ln>
            <a:solidFill>
              <a:schemeClr val="tx1"/>
            </a:solidFill>
            <a:prstDash val="sysDash"/>
          </a:ln>
        </p:spPr>
        <p:txBody>
          <a:bodyPr/>
          <a:lstStyle>
            <a:lvl1pPr>
              <a:defRPr>
                <a:solidFill>
                  <a:schemeClr val="tx1">
                    <a:lumMod val="75000"/>
                    <a:lumOff val="25000"/>
                  </a:schemeClr>
                </a:solidFill>
                <a:latin typeface="SVN-Avo"/>
              </a:defRPr>
            </a:lvl1pPr>
            <a:lvl2pPr>
              <a:defRPr>
                <a:solidFill>
                  <a:schemeClr val="tx1">
                    <a:lumMod val="75000"/>
                    <a:lumOff val="25000"/>
                  </a:schemeClr>
                </a:solidFill>
                <a:latin typeface="SVN-Avo"/>
              </a:defRPr>
            </a:lvl2pPr>
            <a:lvl3pPr>
              <a:defRPr>
                <a:solidFill>
                  <a:schemeClr val="tx1">
                    <a:lumMod val="75000"/>
                    <a:lumOff val="25000"/>
                  </a:schemeClr>
                </a:solidFill>
                <a:latin typeface="SVN-Avo"/>
              </a:defRPr>
            </a:lvl3pPr>
            <a:lvl4pPr>
              <a:defRPr>
                <a:solidFill>
                  <a:schemeClr val="tx1">
                    <a:lumMod val="75000"/>
                    <a:lumOff val="25000"/>
                  </a:schemeClr>
                </a:solidFill>
                <a:latin typeface="SVN-Avo"/>
              </a:defRPr>
            </a:lvl4pPr>
            <a:lvl5pPr>
              <a:defRPr>
                <a:solidFill>
                  <a:schemeClr val="tx1">
                    <a:lumMod val="75000"/>
                    <a:lumOff val="25000"/>
                  </a:schemeClr>
                </a:solidFill>
                <a:latin typeface="SVN-Avo"/>
              </a:defRPr>
            </a:lvl5pPr>
          </a:lstStyle>
          <a:p>
            <a:pPr lvl="0"/>
            <a:r>
              <a:rPr lang="en-US" noProof="0">
                <a:latin typeface="SVN-Avo"/>
              </a:rPr>
              <a:t>Click to edit Master text styles</a:t>
            </a:r>
            <a:endParaRPr>
              <a:latin typeface="SVN-Avo"/>
            </a:endParaRPr>
          </a:p>
          <a:p>
            <a:pPr lvl="1"/>
            <a:r>
              <a:rPr lang="en-US" noProof="0">
                <a:latin typeface="SVN-Avo"/>
              </a:rPr>
              <a:t>Second level</a:t>
            </a:r>
            <a:endParaRPr>
              <a:latin typeface="SVN-Avo"/>
            </a:endParaRPr>
          </a:p>
          <a:p>
            <a:pPr lvl="2"/>
            <a:r>
              <a:rPr lang="en-US" noProof="0">
                <a:latin typeface="SVN-Avo"/>
              </a:rPr>
              <a:t>Third level</a:t>
            </a:r>
            <a:endParaRPr>
              <a:latin typeface="SVN-Avo"/>
            </a:endParaRPr>
          </a:p>
          <a:p>
            <a:pPr lvl="3"/>
            <a:r>
              <a:rPr lang="en-US" noProof="0">
                <a:latin typeface="SVN-Avo"/>
              </a:rPr>
              <a:t>Fourth level</a:t>
            </a:r>
            <a:endParaRPr>
              <a:latin typeface="SVN-Avo"/>
            </a:endParaRPr>
          </a:p>
          <a:p>
            <a:pPr lvl="4"/>
            <a:r>
              <a:rPr lang="en-US" noProof="0">
                <a:latin typeface="SVN-Avo"/>
              </a:rPr>
              <a:t>Fifth level</a:t>
            </a:r>
            <a:endParaRPr>
              <a:latin typeface="SVN-Avo"/>
            </a:endParaRPr>
          </a:p>
        </p:txBody>
      </p:sp>
      <p:sp>
        <p:nvSpPr>
          <p:cNvPr id="5" name="Title 4">
            <a:extLst>
              <a:ext uri="{FF2B5EF4-FFF2-40B4-BE49-F238E27FC236}">
                <a16:creationId xmlns:a16="http://schemas.microsoft.com/office/drawing/2014/main" id="{BB6AC7B6-CDA5-4A4F-AD50-E3C16C6A0090}"/>
              </a:ext>
            </a:extLst>
          </p:cNvPr>
          <p:cNvSpPr>
            <a:spLocks noGrp="1"/>
          </p:cNvSpPr>
          <p:nvPr>
            <p:ph type="title"/>
          </p:nvPr>
        </p:nvSpPr>
        <p:spPr>
          <a:xfrm>
            <a:off x="6404140" y="1411682"/>
            <a:ext cx="5387166" cy="519650"/>
          </a:xfrm>
          <a:prstGeom prst="rect">
            <a:avLst/>
          </a:prstGeom>
          <a:solidFill>
            <a:schemeClr val="bg1"/>
          </a:solidFill>
          <a:ln>
            <a:solidFill>
              <a:schemeClr val="bg2">
                <a:lumMod val="90000"/>
              </a:schemeClr>
            </a:solidFill>
            <a:prstDash val="sysDash"/>
          </a:ln>
        </p:spPr>
        <p:txBody>
          <a:bodyPr>
            <a:normAutofit/>
          </a:bodyPr>
          <a:lstStyle>
            <a:lvl1pPr>
              <a:defRPr sz="2400">
                <a:solidFill>
                  <a:srgbClr val="355FAC"/>
                </a:solidFill>
                <a:latin typeface="SVN-Avo"/>
              </a:defRPr>
            </a:lvl1pPr>
          </a:lstStyle>
          <a:p>
            <a:r>
              <a:rPr lang="en-US" noProof="0">
                <a:latin typeface="SVN-Avo"/>
              </a:rPr>
              <a:t>Click to edit Master title style</a:t>
            </a:r>
            <a:endParaRPr>
              <a:latin typeface="SVN-Avo"/>
            </a:endParaRPr>
          </a:p>
        </p:txBody>
      </p:sp>
      <p:sp>
        <p:nvSpPr>
          <p:cNvPr id="12" name="Subtitle 2">
            <a:extLst>
              <a:ext uri="{FF2B5EF4-FFF2-40B4-BE49-F238E27FC236}">
                <a16:creationId xmlns:a16="http://schemas.microsoft.com/office/drawing/2014/main" id="{9E0033C9-5861-4239-BD0E-9A6A58D38E52}"/>
              </a:ext>
            </a:extLst>
          </p:cNvPr>
          <p:cNvSpPr>
            <a:spLocks noGrp="1"/>
          </p:cNvSpPr>
          <p:nvPr>
            <p:ph type="body" sz="quarter" idx="32" hasCustomPrompt="1"/>
          </p:nvPr>
        </p:nvSpPr>
        <p:spPr>
          <a:xfrm>
            <a:off x="6319305" y="2066372"/>
            <a:ext cx="5472001" cy="252000"/>
          </a:xfrm>
          <a:ln>
            <a:solidFill>
              <a:schemeClr val="bg2">
                <a:lumMod val="90000"/>
              </a:schemeClr>
            </a:solidFill>
            <a:prstDash val="sysDash"/>
          </a:ln>
        </p:spPr>
        <p:txBody>
          <a:bodyPr/>
          <a:lstStyle>
            <a:lvl1pPr marL="0" indent="0">
              <a:buNone/>
              <a:defRPr>
                <a:latin typeface="SVN-Avo"/>
              </a:defRPr>
            </a:lvl1pPr>
            <a:lvl2pPr marL="266700" indent="0">
              <a:buNone/>
              <a:defRPr>
                <a:latin typeface="SVN-Avo"/>
              </a:defRPr>
            </a:lvl2pPr>
            <a:lvl3pPr marL="542925" indent="0">
              <a:buNone/>
              <a:defRPr>
                <a:latin typeface="SVN-Avo"/>
              </a:defRPr>
            </a:lvl3pPr>
            <a:lvl4pPr marL="809625" indent="0">
              <a:buNone/>
              <a:defRPr>
                <a:latin typeface="SVN-Avo"/>
              </a:defRPr>
            </a:lvl4pPr>
            <a:lvl5pPr marL="1076325" indent="0">
              <a:buNone/>
              <a:defRPr>
                <a:latin typeface="SVN-Avo"/>
              </a:defRPr>
            </a:lvl5pPr>
          </a:lstStyle>
          <a:p>
            <a:pPr lvl="0"/>
            <a:r>
              <a:rPr lang="en-US" noProof="0">
                <a:latin typeface="SVN-Avo"/>
              </a:rPr>
              <a:t>Subtitle</a:t>
            </a:r>
            <a:endParaRPr>
              <a:latin typeface="SVN-Avo"/>
            </a:endParaRPr>
          </a:p>
        </p:txBody>
      </p:sp>
      <p:sp>
        <p:nvSpPr>
          <p:cNvPr id="9" name="Slide Number Placeholder 8">
            <a:extLst>
              <a:ext uri="{FF2B5EF4-FFF2-40B4-BE49-F238E27FC236}">
                <a16:creationId xmlns:a16="http://schemas.microsoft.com/office/drawing/2014/main" id="{0A29F8B3-4723-4928-83E5-76C29D05F2FE}"/>
              </a:ext>
            </a:extLst>
          </p:cNvPr>
          <p:cNvSpPr>
            <a:spLocks noGrp="1"/>
          </p:cNvSpPr>
          <p:nvPr>
            <p:ph type="sldNum" sz="quarter" idx="11"/>
          </p:nvPr>
        </p:nvSpPr>
        <p:spPr/>
        <p:txBody>
          <a:bodyPr/>
          <a:lstStyle>
            <a:lvl1pPr>
              <a:defRPr>
                <a:solidFill>
                  <a:schemeClr val="tx1">
                    <a:lumMod val="75000"/>
                    <a:lumOff val="25000"/>
                  </a:schemeClr>
                </a:solidFill>
                <a:latin typeface="SVN-Avo"/>
              </a:defRPr>
            </a:lvl1pPr>
          </a:lstStyle>
          <a:p>
            <a:fld id="{19B51A1E-902D-48AF-9020-955120F399B6}" type="slidenum">
              <a:rPr lang="en-US" noProof="0" smtClean="0">
                <a:latin typeface="SVN-Avo"/>
              </a:rPr>
              <a:pPr/>
              <a:t>‹#›</a:t>
            </a:fld>
            <a:endParaRPr lang="en-US" noProof="0">
              <a:latin typeface="SVN-Avo"/>
            </a:endParaRPr>
          </a:p>
        </p:txBody>
      </p:sp>
      <p:sp>
        <p:nvSpPr>
          <p:cNvPr id="11" name="Rectangle 10">
            <a:extLst>
              <a:ext uri="{FF2B5EF4-FFF2-40B4-BE49-F238E27FC236}">
                <a16:creationId xmlns:a16="http://schemas.microsoft.com/office/drawing/2014/main" id="{1CF27CC2-C21A-430D-B705-FB9C912CA32A}"/>
              </a:ext>
            </a:extLst>
          </p:cNvPr>
          <p:cNvSpPr/>
          <p:nvPr userDrawn="1"/>
        </p:nvSpPr>
        <p:spPr>
          <a:xfrm>
            <a:off x="6319305" y="1411682"/>
            <a:ext cx="65617" cy="51965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latin typeface="SVN-Avo"/>
            </a:endParaRPr>
          </a:p>
        </p:txBody>
      </p:sp>
      <p:sp>
        <p:nvSpPr>
          <p:cNvPr id="15" name="Rectangle 14">
            <a:extLst>
              <a:ext uri="{FF2B5EF4-FFF2-40B4-BE49-F238E27FC236}">
                <a16:creationId xmlns:a16="http://schemas.microsoft.com/office/drawing/2014/main" id="{76E1E33F-D767-9642-BDBD-C84B9E7372FB}"/>
              </a:ext>
            </a:extLst>
          </p:cNvPr>
          <p:cNvSpPr/>
          <p:nvPr userDrawn="1"/>
        </p:nvSpPr>
        <p:spPr>
          <a:xfrm>
            <a:off x="432000" y="723900"/>
            <a:ext cx="11339998" cy="36000"/>
          </a:xfrm>
          <a:prstGeom prst="rect">
            <a:avLst/>
          </a:prstGeom>
          <a:solidFill>
            <a:srgbClr val="00B050"/>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latin typeface="SVN-Avo"/>
            </a:endParaRPr>
          </a:p>
        </p:txBody>
      </p:sp>
      <p:sp>
        <p:nvSpPr>
          <p:cNvPr id="6" name="Picture Placeholder 5">
            <a:extLst>
              <a:ext uri="{FF2B5EF4-FFF2-40B4-BE49-F238E27FC236}">
                <a16:creationId xmlns:a16="http://schemas.microsoft.com/office/drawing/2014/main" id="{0AD1FB4C-AEE6-D54A-80E9-11B98B9E8BB8}"/>
              </a:ext>
            </a:extLst>
          </p:cNvPr>
          <p:cNvSpPr>
            <a:spLocks noGrp="1"/>
          </p:cNvSpPr>
          <p:nvPr>
            <p:ph type="pic" sz="quarter" idx="33"/>
          </p:nvPr>
        </p:nvSpPr>
        <p:spPr>
          <a:xfrm rot="16200000">
            <a:off x="700751" y="1308948"/>
            <a:ext cx="4982627" cy="4639476"/>
          </a:xfrm>
          <a:prstGeom prst="hexagon">
            <a:avLst/>
          </a:prstGeom>
          <a:ln>
            <a:solidFill>
              <a:schemeClr val="bg2"/>
            </a:solidFill>
            <a:prstDash val="sysDash"/>
          </a:ln>
        </p:spPr>
        <p:txBody>
          <a:bodyPr/>
          <a:lstStyle/>
          <a:p>
            <a:r>
              <a:rPr lang="en-US">
                <a:latin typeface="SVN-Avo"/>
              </a:rPr>
              <a:t>Click icon to add picture</a:t>
            </a:r>
            <a:endParaRPr lang="en-VN">
              <a:latin typeface="SVN-Avo"/>
            </a:endParaRPr>
          </a:p>
        </p:txBody>
      </p:sp>
      <p:pic>
        <p:nvPicPr>
          <p:cNvPr id="14" name="Picture 13">
            <a:extLst>
              <a:ext uri="{FF2B5EF4-FFF2-40B4-BE49-F238E27FC236}">
                <a16:creationId xmlns:a16="http://schemas.microsoft.com/office/drawing/2014/main" id="{D5DE10F4-3DC4-451B-B046-844C37821A54}"/>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9383"/>
          <a:stretch/>
        </p:blipFill>
        <p:spPr>
          <a:xfrm>
            <a:off x="100276" y="6362190"/>
            <a:ext cx="368386" cy="364398"/>
          </a:xfrm>
          <a:prstGeom prst="rect">
            <a:avLst/>
          </a:prstGeom>
        </p:spPr>
      </p:pic>
    </p:spTree>
    <p:extLst>
      <p:ext uri="{BB962C8B-B14F-4D97-AF65-F5344CB8AC3E}">
        <p14:creationId xmlns:p14="http://schemas.microsoft.com/office/powerpoint/2010/main" val="19391853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Comparison Left Placeholder 1">
            <a:extLst>
              <a:ext uri="{FF2B5EF4-FFF2-40B4-BE49-F238E27FC236}">
                <a16:creationId xmlns:a16="http://schemas.microsoft.com/office/drawing/2014/main" id="{9322B50D-6A7D-41C6-BA57-613BC231DF36}"/>
              </a:ext>
            </a:extLst>
          </p:cNvPr>
          <p:cNvSpPr>
            <a:spLocks noGrp="1"/>
          </p:cNvSpPr>
          <p:nvPr>
            <p:ph type="body" idx="1"/>
          </p:nvPr>
        </p:nvSpPr>
        <p:spPr>
          <a:xfrm>
            <a:off x="432000" y="1344711"/>
            <a:ext cx="5472000" cy="360000"/>
          </a:xfrm>
        </p:spPr>
        <p:txBody>
          <a:bodyPr anchor="ctr"/>
          <a:lstStyle>
            <a:lvl1pPr marL="0" indent="0">
              <a:buNone/>
              <a:defRPr sz="2000" b="0">
                <a:solidFill>
                  <a:srgbClr val="00B050"/>
                </a:solidFill>
                <a:latin typeface="SVN-Avo"/>
              </a:defRPr>
            </a:lvl1pPr>
            <a:lvl2pPr marL="457200" indent="0">
              <a:buNone/>
              <a:defRPr sz="2000" b="1">
                <a:latin typeface="SVN-Avo"/>
              </a:defRPr>
            </a:lvl2pPr>
            <a:lvl3pPr marL="914400" indent="0">
              <a:buNone/>
              <a:defRPr sz="1800" b="1">
                <a:latin typeface="SVN-Avo"/>
              </a:defRPr>
            </a:lvl3pPr>
            <a:lvl4pPr marL="1371600" indent="0">
              <a:buNone/>
              <a:defRPr sz="1600" b="1">
                <a:latin typeface="SVN-Avo"/>
              </a:defRPr>
            </a:lvl4pPr>
            <a:lvl5pPr marL="1828800" indent="0">
              <a:buNone/>
              <a:defRPr sz="1600" b="1">
                <a:latin typeface="SVN-Avo"/>
              </a:defRPr>
            </a:lvl5pPr>
            <a:lvl6pPr marL="2286000" indent="0">
              <a:buNone/>
              <a:defRPr sz="1600" b="1">
                <a:latin typeface="SVN-Avo"/>
              </a:defRPr>
            </a:lvl6pPr>
            <a:lvl7pPr marL="2743200" indent="0">
              <a:buNone/>
              <a:defRPr sz="1600" b="1">
                <a:latin typeface="SVN-Avo"/>
              </a:defRPr>
            </a:lvl7pPr>
            <a:lvl8pPr marL="3200400" indent="0">
              <a:buNone/>
              <a:defRPr sz="1600" b="1">
                <a:latin typeface="SVN-Avo"/>
              </a:defRPr>
            </a:lvl8pPr>
            <a:lvl9pPr marL="3657600" indent="0">
              <a:buNone/>
              <a:defRPr sz="1600" b="1">
                <a:latin typeface="SVN-Avo"/>
              </a:defRPr>
            </a:lvl9pPr>
          </a:lstStyle>
          <a:p>
            <a:pPr lvl="0"/>
            <a:r>
              <a:rPr lang="en-US" noProof="0">
                <a:latin typeface="SVN-Avo"/>
              </a:rPr>
              <a:t>Click to edit Master text styles</a:t>
            </a:r>
            <a:endParaRPr>
              <a:latin typeface="SVN-Avo"/>
            </a:endParaRPr>
          </a:p>
        </p:txBody>
      </p:sp>
      <p:sp>
        <p:nvSpPr>
          <p:cNvPr id="4" name="Content Placeholder 2">
            <a:extLst>
              <a:ext uri="{FF2B5EF4-FFF2-40B4-BE49-F238E27FC236}">
                <a16:creationId xmlns:a16="http://schemas.microsoft.com/office/drawing/2014/main" id="{9FD584DA-F775-47B8-A1D7-6556AD5FCBD2}"/>
              </a:ext>
            </a:extLst>
          </p:cNvPr>
          <p:cNvSpPr>
            <a:spLocks noGrp="1"/>
          </p:cNvSpPr>
          <p:nvPr>
            <p:ph sz="half" idx="2"/>
          </p:nvPr>
        </p:nvSpPr>
        <p:spPr>
          <a:xfrm>
            <a:off x="432000" y="1921682"/>
            <a:ext cx="5472000" cy="4198318"/>
          </a:xfrm>
        </p:spPr>
        <p:txBody>
          <a:bodyPr/>
          <a:lstStyle>
            <a:lvl1pPr>
              <a:defRPr>
                <a:solidFill>
                  <a:schemeClr val="tx1">
                    <a:lumMod val="75000"/>
                    <a:lumOff val="25000"/>
                  </a:schemeClr>
                </a:solidFill>
                <a:latin typeface="SVN-Avo"/>
              </a:defRPr>
            </a:lvl1pPr>
            <a:lvl2pPr>
              <a:defRPr>
                <a:solidFill>
                  <a:schemeClr val="tx1">
                    <a:lumMod val="75000"/>
                    <a:lumOff val="25000"/>
                  </a:schemeClr>
                </a:solidFill>
                <a:latin typeface="SVN-Avo"/>
              </a:defRPr>
            </a:lvl2pPr>
            <a:lvl3pPr>
              <a:defRPr>
                <a:solidFill>
                  <a:schemeClr val="tx1">
                    <a:lumMod val="75000"/>
                    <a:lumOff val="25000"/>
                  </a:schemeClr>
                </a:solidFill>
                <a:latin typeface="SVN-Avo"/>
              </a:defRPr>
            </a:lvl3pPr>
            <a:lvl4pPr>
              <a:defRPr>
                <a:solidFill>
                  <a:schemeClr val="tx1">
                    <a:lumMod val="75000"/>
                    <a:lumOff val="25000"/>
                  </a:schemeClr>
                </a:solidFill>
                <a:latin typeface="SVN-Avo"/>
              </a:defRPr>
            </a:lvl4pPr>
            <a:lvl5pPr>
              <a:defRPr>
                <a:solidFill>
                  <a:schemeClr val="tx1">
                    <a:lumMod val="75000"/>
                    <a:lumOff val="25000"/>
                  </a:schemeClr>
                </a:solidFill>
                <a:latin typeface="SVN-Avo"/>
              </a:defRPr>
            </a:lvl5pPr>
          </a:lstStyle>
          <a:p>
            <a:pPr lvl="0"/>
            <a:r>
              <a:rPr lang="en-US" noProof="0">
                <a:latin typeface="SVN-Avo"/>
              </a:rPr>
              <a:t>Click to edit Master text styles</a:t>
            </a:r>
            <a:endParaRPr>
              <a:latin typeface="SVN-Avo"/>
            </a:endParaRPr>
          </a:p>
          <a:p>
            <a:pPr lvl="1"/>
            <a:r>
              <a:rPr lang="en-US" noProof="0">
                <a:latin typeface="SVN-Avo"/>
              </a:rPr>
              <a:t>Second level</a:t>
            </a:r>
            <a:endParaRPr>
              <a:latin typeface="SVN-Avo"/>
            </a:endParaRPr>
          </a:p>
          <a:p>
            <a:pPr lvl="2"/>
            <a:r>
              <a:rPr lang="en-US" noProof="0">
                <a:latin typeface="SVN-Avo"/>
              </a:rPr>
              <a:t>Third level</a:t>
            </a:r>
            <a:endParaRPr>
              <a:latin typeface="SVN-Avo"/>
            </a:endParaRPr>
          </a:p>
          <a:p>
            <a:pPr lvl="3"/>
            <a:r>
              <a:rPr lang="en-US" noProof="0">
                <a:latin typeface="SVN-Avo"/>
              </a:rPr>
              <a:t>Fourth level</a:t>
            </a:r>
            <a:endParaRPr>
              <a:latin typeface="SVN-Avo"/>
            </a:endParaRPr>
          </a:p>
          <a:p>
            <a:pPr lvl="4"/>
            <a:r>
              <a:rPr lang="en-US" noProof="0">
                <a:latin typeface="SVN-Avo"/>
              </a:rPr>
              <a:t>Fifth level</a:t>
            </a:r>
            <a:endParaRPr>
              <a:latin typeface="SVN-Avo"/>
            </a:endParaRPr>
          </a:p>
        </p:txBody>
      </p:sp>
      <p:sp>
        <p:nvSpPr>
          <p:cNvPr id="11" name="Slide Number Placeholder 10">
            <a:extLst>
              <a:ext uri="{FF2B5EF4-FFF2-40B4-BE49-F238E27FC236}">
                <a16:creationId xmlns:a16="http://schemas.microsoft.com/office/drawing/2014/main" id="{F17B7460-0559-435A-9C2F-1B12BC6CE184}"/>
              </a:ext>
            </a:extLst>
          </p:cNvPr>
          <p:cNvSpPr>
            <a:spLocks noGrp="1"/>
          </p:cNvSpPr>
          <p:nvPr>
            <p:ph type="sldNum" sz="quarter" idx="11"/>
          </p:nvPr>
        </p:nvSpPr>
        <p:spPr/>
        <p:txBody>
          <a:bodyPr/>
          <a:lstStyle>
            <a:lvl1pPr>
              <a:defRPr>
                <a:solidFill>
                  <a:schemeClr val="tx1">
                    <a:lumMod val="75000"/>
                    <a:lumOff val="25000"/>
                  </a:schemeClr>
                </a:solidFill>
                <a:latin typeface="SVN-Avo"/>
              </a:defRPr>
            </a:lvl1pPr>
          </a:lstStyle>
          <a:p>
            <a:fld id="{19B51A1E-902D-48AF-9020-955120F399B6}" type="slidenum">
              <a:rPr lang="en-US" noProof="0" smtClean="0">
                <a:latin typeface="SVN-Avo"/>
              </a:rPr>
              <a:pPr/>
              <a:t>‹#›</a:t>
            </a:fld>
            <a:endParaRPr lang="en-US" noProof="0">
              <a:latin typeface="SVN-Avo"/>
            </a:endParaRPr>
          </a:p>
        </p:txBody>
      </p:sp>
      <p:sp>
        <p:nvSpPr>
          <p:cNvPr id="6" name="Title 5">
            <a:extLst>
              <a:ext uri="{FF2B5EF4-FFF2-40B4-BE49-F238E27FC236}">
                <a16:creationId xmlns:a16="http://schemas.microsoft.com/office/drawing/2014/main" id="{03EC6BDA-4EF2-4001-BA40-F8286207C945}"/>
              </a:ext>
            </a:extLst>
          </p:cNvPr>
          <p:cNvSpPr>
            <a:spLocks noGrp="1"/>
          </p:cNvSpPr>
          <p:nvPr>
            <p:ph type="title" hasCustomPrompt="1"/>
          </p:nvPr>
        </p:nvSpPr>
        <p:spPr>
          <a:xfrm>
            <a:off x="432001" y="271168"/>
            <a:ext cx="11340000" cy="360000"/>
          </a:xfrm>
          <a:prstGeom prst="rect">
            <a:avLst/>
          </a:prstGeom>
          <a:noFill/>
        </p:spPr>
        <p:txBody>
          <a:bodyPr>
            <a:normAutofit/>
          </a:bodyPr>
          <a:lstStyle>
            <a:lvl1pPr>
              <a:defRPr sz="2400" spc="300">
                <a:solidFill>
                  <a:srgbClr val="355FAC"/>
                </a:solidFill>
                <a:latin typeface="SVN-Avo"/>
              </a:defRPr>
            </a:lvl1pPr>
          </a:lstStyle>
          <a:p>
            <a:r>
              <a:rPr lang="en-US">
                <a:latin typeface="SVN-Avo"/>
              </a:rPr>
              <a:t>TIÊU ĐỀ MÀU  </a:t>
            </a:r>
            <a:r>
              <a:rPr lang="en-GB" sz="1600" i="0" u="none" strike="noStrike" baseline="0">
                <a:latin typeface="SVN-Avo"/>
              </a:rPr>
              <a:t>#375fac</a:t>
            </a:r>
            <a:endParaRPr lang="en-US" noProof="0">
              <a:latin typeface="SVN-Avo"/>
            </a:endParaRPr>
          </a:p>
        </p:txBody>
      </p:sp>
      <p:sp>
        <p:nvSpPr>
          <p:cNvPr id="14" name="Text Placeholder 4">
            <a:extLst>
              <a:ext uri="{FF2B5EF4-FFF2-40B4-BE49-F238E27FC236}">
                <a16:creationId xmlns:a16="http://schemas.microsoft.com/office/drawing/2014/main" id="{4AC0AC83-4BF5-452E-9148-988027C7496D}"/>
              </a:ext>
            </a:extLst>
          </p:cNvPr>
          <p:cNvSpPr>
            <a:spLocks noGrp="1"/>
          </p:cNvSpPr>
          <p:nvPr>
            <p:ph type="body" sz="quarter" idx="3"/>
          </p:nvPr>
        </p:nvSpPr>
        <p:spPr>
          <a:xfrm>
            <a:off x="6288002" y="1344711"/>
            <a:ext cx="5483996" cy="360000"/>
          </a:xfrm>
        </p:spPr>
        <p:txBody>
          <a:bodyPr vert="horz" lIns="0" tIns="0" rIns="0" bIns="0" rtlCol="0" anchor="ctr">
            <a:noAutofit/>
          </a:bodyPr>
          <a:lstStyle>
            <a:lvl1pPr marL="0" indent="0">
              <a:buNone/>
              <a:defRPr lang="en-US" sz="2000" b="0">
                <a:solidFill>
                  <a:srgbClr val="00B050"/>
                </a:solidFill>
                <a:latin typeface="SVN-Avo"/>
              </a:defRPr>
            </a:lvl1pPr>
          </a:lstStyle>
          <a:p>
            <a:pPr marL="266700" lvl="0" indent="-266700"/>
            <a:r>
              <a:rPr lang="en-US" noProof="0">
                <a:latin typeface="SVN-Avo"/>
              </a:rPr>
              <a:t>Click to edit Master text styles</a:t>
            </a:r>
            <a:endParaRPr>
              <a:latin typeface="SVN-Avo"/>
            </a:endParaRPr>
          </a:p>
        </p:txBody>
      </p:sp>
      <p:sp>
        <p:nvSpPr>
          <p:cNvPr id="16" name="Content Placeholder 5">
            <a:extLst>
              <a:ext uri="{FF2B5EF4-FFF2-40B4-BE49-F238E27FC236}">
                <a16:creationId xmlns:a16="http://schemas.microsoft.com/office/drawing/2014/main" id="{B0B75294-97C0-4F49-A2A0-761663E8AAD2}"/>
              </a:ext>
            </a:extLst>
          </p:cNvPr>
          <p:cNvSpPr>
            <a:spLocks noGrp="1"/>
          </p:cNvSpPr>
          <p:nvPr>
            <p:ph sz="quarter" idx="4"/>
          </p:nvPr>
        </p:nvSpPr>
        <p:spPr>
          <a:xfrm>
            <a:off x="6288002" y="1921683"/>
            <a:ext cx="5483996" cy="4198318"/>
          </a:xfrm>
        </p:spPr>
        <p:txBody>
          <a:bodyPr/>
          <a:lstStyle/>
          <a:p>
            <a:pPr lvl="0"/>
            <a:r>
              <a:rPr lang="en-US" noProof="0">
                <a:latin typeface="SVN-Avo"/>
              </a:rPr>
              <a:t>Click to edit Master text styles</a:t>
            </a:r>
            <a:endParaRPr>
              <a:latin typeface="SVN-Avo"/>
            </a:endParaRPr>
          </a:p>
          <a:p>
            <a:pPr lvl="1"/>
            <a:r>
              <a:rPr lang="en-US" noProof="0">
                <a:latin typeface="SVN-Avo"/>
              </a:rPr>
              <a:t>Second level</a:t>
            </a:r>
            <a:endParaRPr>
              <a:latin typeface="SVN-Avo"/>
            </a:endParaRPr>
          </a:p>
          <a:p>
            <a:pPr lvl="2"/>
            <a:r>
              <a:rPr lang="en-US" noProof="0">
                <a:latin typeface="SVN-Avo"/>
              </a:rPr>
              <a:t>Third level</a:t>
            </a:r>
            <a:endParaRPr>
              <a:latin typeface="SVN-Avo"/>
            </a:endParaRPr>
          </a:p>
          <a:p>
            <a:pPr lvl="3"/>
            <a:r>
              <a:rPr lang="en-US" noProof="0">
                <a:latin typeface="SVN-Avo"/>
              </a:rPr>
              <a:t>Fourth level</a:t>
            </a:r>
            <a:endParaRPr>
              <a:latin typeface="SVN-Avo"/>
            </a:endParaRPr>
          </a:p>
          <a:p>
            <a:pPr lvl="4"/>
            <a:r>
              <a:rPr lang="en-US" noProof="0">
                <a:latin typeface="SVN-Avo"/>
              </a:rPr>
              <a:t>Fifth level</a:t>
            </a:r>
            <a:endParaRPr>
              <a:latin typeface="SVN-Avo"/>
            </a:endParaRPr>
          </a:p>
        </p:txBody>
      </p:sp>
      <p:sp>
        <p:nvSpPr>
          <p:cNvPr id="2" name="Rectangle 1">
            <a:extLst>
              <a:ext uri="{FF2B5EF4-FFF2-40B4-BE49-F238E27FC236}">
                <a16:creationId xmlns:a16="http://schemas.microsoft.com/office/drawing/2014/main" id="{C528D3FC-6C48-2449-BE63-3B4B89BE7D97}"/>
              </a:ext>
            </a:extLst>
          </p:cNvPr>
          <p:cNvSpPr/>
          <p:nvPr userDrawn="1"/>
        </p:nvSpPr>
        <p:spPr>
          <a:xfrm>
            <a:off x="432000" y="723900"/>
            <a:ext cx="11339998" cy="36000"/>
          </a:xfrm>
          <a:prstGeom prst="rect">
            <a:avLst/>
          </a:prstGeom>
          <a:solidFill>
            <a:srgbClr val="00B050"/>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latin typeface="SVN-Avo"/>
            </a:endParaRPr>
          </a:p>
        </p:txBody>
      </p:sp>
      <p:pic>
        <p:nvPicPr>
          <p:cNvPr id="10" name="Picture 9">
            <a:extLst>
              <a:ext uri="{FF2B5EF4-FFF2-40B4-BE49-F238E27FC236}">
                <a16:creationId xmlns:a16="http://schemas.microsoft.com/office/drawing/2014/main" id="{046BF272-7CA9-42C1-A7DF-0CE2882C194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9383"/>
          <a:stretch/>
        </p:blipFill>
        <p:spPr>
          <a:xfrm>
            <a:off x="100276" y="6362190"/>
            <a:ext cx="368386" cy="364398"/>
          </a:xfrm>
          <a:prstGeom prst="rect">
            <a:avLst/>
          </a:prstGeom>
        </p:spPr>
      </p:pic>
    </p:spTree>
    <p:extLst>
      <p:ext uri="{BB962C8B-B14F-4D97-AF65-F5344CB8AC3E}">
        <p14:creationId xmlns:p14="http://schemas.microsoft.com/office/powerpoint/2010/main" val="25099557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ext Only">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9FD584DA-F775-47B8-A1D7-6556AD5FCBD2}"/>
              </a:ext>
            </a:extLst>
          </p:cNvPr>
          <p:cNvSpPr>
            <a:spLocks noGrp="1"/>
          </p:cNvSpPr>
          <p:nvPr>
            <p:ph sz="half" idx="2"/>
          </p:nvPr>
        </p:nvSpPr>
        <p:spPr>
          <a:xfrm>
            <a:off x="431999" y="1921682"/>
            <a:ext cx="11339997" cy="4198318"/>
          </a:xfrm>
        </p:spPr>
        <p:txBody>
          <a:bodyPr/>
          <a:lstStyle>
            <a:lvl1pPr>
              <a:defRPr>
                <a:solidFill>
                  <a:schemeClr val="tx1">
                    <a:lumMod val="75000"/>
                    <a:lumOff val="25000"/>
                  </a:schemeClr>
                </a:solidFill>
                <a:latin typeface="SVN-Avo"/>
              </a:defRPr>
            </a:lvl1pPr>
            <a:lvl2pPr>
              <a:defRPr>
                <a:solidFill>
                  <a:schemeClr val="tx1">
                    <a:lumMod val="75000"/>
                    <a:lumOff val="25000"/>
                  </a:schemeClr>
                </a:solidFill>
                <a:latin typeface="SVN-Avo"/>
              </a:defRPr>
            </a:lvl2pPr>
            <a:lvl3pPr>
              <a:defRPr>
                <a:solidFill>
                  <a:schemeClr val="tx1">
                    <a:lumMod val="75000"/>
                    <a:lumOff val="25000"/>
                  </a:schemeClr>
                </a:solidFill>
                <a:latin typeface="SVN-Avo"/>
              </a:defRPr>
            </a:lvl3pPr>
            <a:lvl4pPr>
              <a:defRPr>
                <a:solidFill>
                  <a:schemeClr val="tx1">
                    <a:lumMod val="75000"/>
                    <a:lumOff val="25000"/>
                  </a:schemeClr>
                </a:solidFill>
                <a:latin typeface="SVN-Avo"/>
              </a:defRPr>
            </a:lvl4pPr>
            <a:lvl5pPr>
              <a:defRPr>
                <a:solidFill>
                  <a:schemeClr val="tx1">
                    <a:lumMod val="75000"/>
                    <a:lumOff val="25000"/>
                  </a:schemeClr>
                </a:solidFill>
                <a:latin typeface="SVN-Avo"/>
              </a:defRPr>
            </a:lvl5pPr>
          </a:lstStyle>
          <a:p>
            <a:pPr lvl="0"/>
            <a:r>
              <a:rPr lang="en-US" noProof="0">
                <a:latin typeface="SVN-Avo"/>
              </a:rPr>
              <a:t>Click to edit Master text styles</a:t>
            </a:r>
            <a:endParaRPr>
              <a:latin typeface="SVN-Avo"/>
            </a:endParaRPr>
          </a:p>
          <a:p>
            <a:pPr lvl="1"/>
            <a:r>
              <a:rPr lang="en-US" noProof="0">
                <a:latin typeface="SVN-Avo"/>
              </a:rPr>
              <a:t>Second level</a:t>
            </a:r>
            <a:endParaRPr>
              <a:latin typeface="SVN-Avo"/>
            </a:endParaRPr>
          </a:p>
          <a:p>
            <a:pPr lvl="2"/>
            <a:r>
              <a:rPr lang="en-US" noProof="0">
                <a:latin typeface="SVN-Avo"/>
              </a:rPr>
              <a:t>Third level</a:t>
            </a:r>
            <a:endParaRPr>
              <a:latin typeface="SVN-Avo"/>
            </a:endParaRPr>
          </a:p>
          <a:p>
            <a:pPr lvl="3"/>
            <a:r>
              <a:rPr lang="en-US" noProof="0">
                <a:latin typeface="SVN-Avo"/>
              </a:rPr>
              <a:t>Fourth level</a:t>
            </a:r>
            <a:endParaRPr>
              <a:latin typeface="SVN-Avo"/>
            </a:endParaRPr>
          </a:p>
          <a:p>
            <a:pPr lvl="4"/>
            <a:r>
              <a:rPr lang="en-US" noProof="0">
                <a:latin typeface="SVN-Avo"/>
              </a:rPr>
              <a:t>Fifth level</a:t>
            </a:r>
            <a:endParaRPr>
              <a:latin typeface="SVN-Avo"/>
            </a:endParaRPr>
          </a:p>
        </p:txBody>
      </p:sp>
      <p:sp>
        <p:nvSpPr>
          <p:cNvPr id="11" name="Slide Number Placeholder 10">
            <a:extLst>
              <a:ext uri="{FF2B5EF4-FFF2-40B4-BE49-F238E27FC236}">
                <a16:creationId xmlns:a16="http://schemas.microsoft.com/office/drawing/2014/main" id="{F17B7460-0559-435A-9C2F-1B12BC6CE184}"/>
              </a:ext>
            </a:extLst>
          </p:cNvPr>
          <p:cNvSpPr>
            <a:spLocks noGrp="1"/>
          </p:cNvSpPr>
          <p:nvPr>
            <p:ph type="sldNum" sz="quarter" idx="11"/>
          </p:nvPr>
        </p:nvSpPr>
        <p:spPr/>
        <p:txBody>
          <a:bodyPr/>
          <a:lstStyle>
            <a:lvl1pPr>
              <a:defRPr>
                <a:solidFill>
                  <a:schemeClr val="tx1">
                    <a:lumMod val="75000"/>
                    <a:lumOff val="25000"/>
                  </a:schemeClr>
                </a:solidFill>
                <a:latin typeface="SVN-Avo"/>
              </a:defRPr>
            </a:lvl1pPr>
          </a:lstStyle>
          <a:p>
            <a:fld id="{19B51A1E-902D-48AF-9020-955120F399B6}" type="slidenum">
              <a:rPr lang="en-US" noProof="0" smtClean="0">
                <a:latin typeface="SVN-Avo"/>
              </a:rPr>
              <a:pPr/>
              <a:t>‹#›</a:t>
            </a:fld>
            <a:endParaRPr lang="en-US" noProof="0">
              <a:latin typeface="SVN-Avo"/>
            </a:endParaRPr>
          </a:p>
        </p:txBody>
      </p:sp>
      <p:sp>
        <p:nvSpPr>
          <p:cNvPr id="6" name="Title 5">
            <a:extLst>
              <a:ext uri="{FF2B5EF4-FFF2-40B4-BE49-F238E27FC236}">
                <a16:creationId xmlns:a16="http://schemas.microsoft.com/office/drawing/2014/main" id="{03EC6BDA-4EF2-4001-BA40-F8286207C945}"/>
              </a:ext>
            </a:extLst>
          </p:cNvPr>
          <p:cNvSpPr>
            <a:spLocks noGrp="1"/>
          </p:cNvSpPr>
          <p:nvPr>
            <p:ph type="title" hasCustomPrompt="1"/>
          </p:nvPr>
        </p:nvSpPr>
        <p:spPr>
          <a:xfrm>
            <a:off x="432001" y="271168"/>
            <a:ext cx="11340000" cy="360000"/>
          </a:xfrm>
          <a:prstGeom prst="rect">
            <a:avLst/>
          </a:prstGeom>
          <a:noFill/>
        </p:spPr>
        <p:txBody>
          <a:bodyPr>
            <a:normAutofit/>
          </a:bodyPr>
          <a:lstStyle>
            <a:lvl1pPr>
              <a:defRPr sz="2400" spc="300">
                <a:solidFill>
                  <a:srgbClr val="355FAC"/>
                </a:solidFill>
                <a:latin typeface="SVN-Avo"/>
              </a:defRPr>
            </a:lvl1pPr>
          </a:lstStyle>
          <a:p>
            <a:r>
              <a:rPr lang="en-US">
                <a:latin typeface="SVN-Avo"/>
              </a:rPr>
              <a:t>TIÊU ĐỀ MÀU  </a:t>
            </a:r>
            <a:r>
              <a:rPr lang="en-GB" sz="1800" i="0" u="none" strike="noStrike" baseline="0">
                <a:latin typeface="SVN-Avo"/>
              </a:rPr>
              <a:t>#375fac</a:t>
            </a:r>
            <a:endParaRPr lang="en-US" noProof="0">
              <a:latin typeface="SVN-Avo"/>
            </a:endParaRPr>
          </a:p>
        </p:txBody>
      </p:sp>
      <p:sp>
        <p:nvSpPr>
          <p:cNvPr id="2" name="Rectangle 1">
            <a:extLst>
              <a:ext uri="{FF2B5EF4-FFF2-40B4-BE49-F238E27FC236}">
                <a16:creationId xmlns:a16="http://schemas.microsoft.com/office/drawing/2014/main" id="{C528D3FC-6C48-2449-BE63-3B4B89BE7D97}"/>
              </a:ext>
            </a:extLst>
          </p:cNvPr>
          <p:cNvSpPr/>
          <p:nvPr userDrawn="1"/>
        </p:nvSpPr>
        <p:spPr>
          <a:xfrm>
            <a:off x="432000" y="723900"/>
            <a:ext cx="11339998" cy="36000"/>
          </a:xfrm>
          <a:prstGeom prst="rect">
            <a:avLst/>
          </a:prstGeom>
          <a:solidFill>
            <a:srgbClr val="00B050"/>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latin typeface="SVN-Avo"/>
            </a:endParaRPr>
          </a:p>
        </p:txBody>
      </p:sp>
      <p:pic>
        <p:nvPicPr>
          <p:cNvPr id="10" name="Picture 9">
            <a:extLst>
              <a:ext uri="{FF2B5EF4-FFF2-40B4-BE49-F238E27FC236}">
                <a16:creationId xmlns:a16="http://schemas.microsoft.com/office/drawing/2014/main" id="{046BF272-7CA9-42C1-A7DF-0CE2882C194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9383"/>
          <a:stretch/>
        </p:blipFill>
        <p:spPr>
          <a:xfrm>
            <a:off x="100276" y="6362190"/>
            <a:ext cx="368386" cy="364398"/>
          </a:xfrm>
          <a:prstGeom prst="rect">
            <a:avLst/>
          </a:prstGeom>
        </p:spPr>
      </p:pic>
    </p:spTree>
    <p:extLst>
      <p:ext uri="{BB962C8B-B14F-4D97-AF65-F5344CB8AC3E}">
        <p14:creationId xmlns:p14="http://schemas.microsoft.com/office/powerpoint/2010/main" val="39089048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3" name="Comparison Left Placeholder 1">
            <a:extLst>
              <a:ext uri="{FF2B5EF4-FFF2-40B4-BE49-F238E27FC236}">
                <a16:creationId xmlns:a16="http://schemas.microsoft.com/office/drawing/2014/main" id="{9322B50D-6A7D-41C6-BA57-613BC231DF36}"/>
              </a:ext>
            </a:extLst>
          </p:cNvPr>
          <p:cNvSpPr>
            <a:spLocks noGrp="1"/>
          </p:cNvSpPr>
          <p:nvPr>
            <p:ph type="body" idx="1"/>
          </p:nvPr>
        </p:nvSpPr>
        <p:spPr>
          <a:xfrm>
            <a:off x="432000" y="1344711"/>
            <a:ext cx="3600000" cy="360000"/>
          </a:xfrm>
        </p:spPr>
        <p:txBody>
          <a:bodyPr anchor="ctr"/>
          <a:lstStyle>
            <a:lvl1pPr marL="0" indent="0" algn="ctr">
              <a:buNone/>
              <a:defRPr sz="1600" b="0">
                <a:solidFill>
                  <a:srgbClr val="00B050"/>
                </a:solidFill>
                <a:latin typeface="SVN-Avo"/>
              </a:defRPr>
            </a:lvl1pPr>
            <a:lvl2pPr marL="457200" indent="0">
              <a:buNone/>
              <a:defRPr sz="2000" b="1">
                <a:latin typeface="SVN-Avo"/>
              </a:defRPr>
            </a:lvl2pPr>
            <a:lvl3pPr marL="914400" indent="0">
              <a:buNone/>
              <a:defRPr sz="1800" b="1">
                <a:latin typeface="SVN-Avo"/>
              </a:defRPr>
            </a:lvl3pPr>
            <a:lvl4pPr marL="1371600" indent="0">
              <a:buNone/>
              <a:defRPr sz="1600" b="1">
                <a:latin typeface="SVN-Avo"/>
              </a:defRPr>
            </a:lvl4pPr>
            <a:lvl5pPr marL="1828800" indent="0">
              <a:buNone/>
              <a:defRPr sz="1600" b="1">
                <a:latin typeface="SVN-Avo"/>
              </a:defRPr>
            </a:lvl5pPr>
            <a:lvl6pPr marL="2286000" indent="0">
              <a:buNone/>
              <a:defRPr sz="1600" b="1">
                <a:latin typeface="SVN-Avo"/>
              </a:defRPr>
            </a:lvl6pPr>
            <a:lvl7pPr marL="2743200" indent="0">
              <a:buNone/>
              <a:defRPr sz="1600" b="1">
                <a:latin typeface="SVN-Avo"/>
              </a:defRPr>
            </a:lvl7pPr>
            <a:lvl8pPr marL="3200400" indent="0">
              <a:buNone/>
              <a:defRPr sz="1600" b="1">
                <a:latin typeface="SVN-Avo"/>
              </a:defRPr>
            </a:lvl8pPr>
            <a:lvl9pPr marL="3657600" indent="0">
              <a:buNone/>
              <a:defRPr sz="1600" b="1">
                <a:latin typeface="SVN-Avo"/>
              </a:defRPr>
            </a:lvl9pPr>
          </a:lstStyle>
          <a:p>
            <a:pPr lvl="0"/>
            <a:r>
              <a:rPr lang="en-US" noProof="0">
                <a:latin typeface="SVN-Avo"/>
              </a:rPr>
              <a:t>Click to edit Master text styles</a:t>
            </a:r>
            <a:endParaRPr>
              <a:latin typeface="SVN-Avo"/>
            </a:endParaRPr>
          </a:p>
        </p:txBody>
      </p:sp>
      <p:sp>
        <p:nvSpPr>
          <p:cNvPr id="11" name="Slide Number Placeholder 10">
            <a:extLst>
              <a:ext uri="{FF2B5EF4-FFF2-40B4-BE49-F238E27FC236}">
                <a16:creationId xmlns:a16="http://schemas.microsoft.com/office/drawing/2014/main" id="{F17B7460-0559-435A-9C2F-1B12BC6CE184}"/>
              </a:ext>
            </a:extLst>
          </p:cNvPr>
          <p:cNvSpPr>
            <a:spLocks noGrp="1"/>
          </p:cNvSpPr>
          <p:nvPr>
            <p:ph type="sldNum" sz="quarter" idx="11"/>
          </p:nvPr>
        </p:nvSpPr>
        <p:spPr/>
        <p:txBody>
          <a:bodyPr/>
          <a:lstStyle>
            <a:lvl1pPr>
              <a:defRPr>
                <a:solidFill>
                  <a:schemeClr val="tx1">
                    <a:lumMod val="75000"/>
                    <a:lumOff val="25000"/>
                  </a:schemeClr>
                </a:solidFill>
                <a:latin typeface="SVN-Avo"/>
              </a:defRPr>
            </a:lvl1pPr>
          </a:lstStyle>
          <a:p>
            <a:fld id="{19B51A1E-902D-48AF-9020-955120F399B6}" type="slidenum">
              <a:rPr lang="en-US" noProof="0" smtClean="0">
                <a:latin typeface="SVN-Avo"/>
              </a:rPr>
              <a:pPr/>
              <a:t>‹#›</a:t>
            </a:fld>
            <a:endParaRPr lang="en-US" noProof="0">
              <a:latin typeface="SVN-Avo"/>
            </a:endParaRPr>
          </a:p>
        </p:txBody>
      </p:sp>
      <p:sp>
        <p:nvSpPr>
          <p:cNvPr id="6" name="Title 5">
            <a:extLst>
              <a:ext uri="{FF2B5EF4-FFF2-40B4-BE49-F238E27FC236}">
                <a16:creationId xmlns:a16="http://schemas.microsoft.com/office/drawing/2014/main" id="{03EC6BDA-4EF2-4001-BA40-F8286207C945}"/>
              </a:ext>
            </a:extLst>
          </p:cNvPr>
          <p:cNvSpPr>
            <a:spLocks noGrp="1"/>
          </p:cNvSpPr>
          <p:nvPr>
            <p:ph type="title" hasCustomPrompt="1"/>
          </p:nvPr>
        </p:nvSpPr>
        <p:spPr>
          <a:xfrm>
            <a:off x="432001" y="271168"/>
            <a:ext cx="11340000" cy="360000"/>
          </a:xfrm>
          <a:prstGeom prst="rect">
            <a:avLst/>
          </a:prstGeom>
          <a:noFill/>
        </p:spPr>
        <p:txBody>
          <a:bodyPr>
            <a:normAutofit/>
          </a:bodyPr>
          <a:lstStyle>
            <a:lvl1pPr>
              <a:defRPr sz="2400" spc="300">
                <a:solidFill>
                  <a:srgbClr val="355FAC"/>
                </a:solidFill>
                <a:latin typeface="SVN-Avo"/>
              </a:defRPr>
            </a:lvl1pPr>
          </a:lstStyle>
          <a:p>
            <a:r>
              <a:rPr lang="en-US">
                <a:latin typeface="SVN-Avo"/>
              </a:rPr>
              <a:t>TIÊU ĐỀ MÀU  </a:t>
            </a:r>
            <a:r>
              <a:rPr lang="en-GB" sz="1600" i="0" u="none" strike="noStrike" baseline="0">
                <a:latin typeface="SVN-Avo"/>
              </a:rPr>
              <a:t>#375fac</a:t>
            </a:r>
            <a:endParaRPr lang="en-US" noProof="0">
              <a:latin typeface="SVN-Avo"/>
            </a:endParaRPr>
          </a:p>
        </p:txBody>
      </p:sp>
      <p:sp>
        <p:nvSpPr>
          <p:cNvPr id="2" name="Rectangle 1">
            <a:extLst>
              <a:ext uri="{FF2B5EF4-FFF2-40B4-BE49-F238E27FC236}">
                <a16:creationId xmlns:a16="http://schemas.microsoft.com/office/drawing/2014/main" id="{C528D3FC-6C48-2449-BE63-3B4B89BE7D97}"/>
              </a:ext>
            </a:extLst>
          </p:cNvPr>
          <p:cNvSpPr/>
          <p:nvPr userDrawn="1"/>
        </p:nvSpPr>
        <p:spPr>
          <a:xfrm>
            <a:off x="432000" y="723900"/>
            <a:ext cx="11339998" cy="36000"/>
          </a:xfrm>
          <a:prstGeom prst="rect">
            <a:avLst/>
          </a:prstGeom>
          <a:solidFill>
            <a:srgbClr val="00B050"/>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latin typeface="SVN-Avo"/>
            </a:endParaRPr>
          </a:p>
        </p:txBody>
      </p:sp>
      <p:sp>
        <p:nvSpPr>
          <p:cNvPr id="10" name="Content Placeholder 2">
            <a:extLst>
              <a:ext uri="{FF2B5EF4-FFF2-40B4-BE49-F238E27FC236}">
                <a16:creationId xmlns:a16="http://schemas.microsoft.com/office/drawing/2014/main" id="{147F3E59-BFE8-3743-B8F7-3E3457719C60}"/>
              </a:ext>
            </a:extLst>
          </p:cNvPr>
          <p:cNvSpPr>
            <a:spLocks noGrp="1"/>
          </p:cNvSpPr>
          <p:nvPr>
            <p:ph idx="15"/>
          </p:nvPr>
        </p:nvSpPr>
        <p:spPr>
          <a:xfrm>
            <a:off x="432000" y="1921680"/>
            <a:ext cx="3600000" cy="4198319"/>
          </a:xfrm>
        </p:spPr>
        <p:txBody>
          <a:bodyPr/>
          <a:lstStyle>
            <a:lvl1pPr>
              <a:defRPr>
                <a:solidFill>
                  <a:schemeClr val="tx1">
                    <a:lumMod val="75000"/>
                    <a:lumOff val="25000"/>
                  </a:schemeClr>
                </a:solidFill>
                <a:latin typeface="SVN-Avo"/>
              </a:defRPr>
            </a:lvl1pPr>
            <a:lvl2pPr>
              <a:defRPr>
                <a:solidFill>
                  <a:schemeClr val="tx1">
                    <a:lumMod val="75000"/>
                    <a:lumOff val="25000"/>
                  </a:schemeClr>
                </a:solidFill>
                <a:latin typeface="SVN-Avo"/>
              </a:defRPr>
            </a:lvl2pPr>
            <a:lvl3pPr>
              <a:defRPr>
                <a:solidFill>
                  <a:schemeClr val="tx1">
                    <a:lumMod val="75000"/>
                    <a:lumOff val="25000"/>
                  </a:schemeClr>
                </a:solidFill>
                <a:latin typeface="SVN-Avo"/>
              </a:defRPr>
            </a:lvl3pPr>
            <a:lvl4pPr>
              <a:defRPr>
                <a:solidFill>
                  <a:schemeClr val="tx1">
                    <a:lumMod val="75000"/>
                    <a:lumOff val="25000"/>
                  </a:schemeClr>
                </a:solidFill>
                <a:latin typeface="SVN-Avo"/>
              </a:defRPr>
            </a:lvl4pPr>
            <a:lvl5pPr>
              <a:defRPr>
                <a:solidFill>
                  <a:schemeClr val="tx1">
                    <a:lumMod val="75000"/>
                    <a:lumOff val="25000"/>
                  </a:schemeClr>
                </a:solidFill>
                <a:latin typeface="SVN-Avo"/>
              </a:defRPr>
            </a:lvl5pPr>
          </a:lstStyle>
          <a:p>
            <a:pPr lvl="0"/>
            <a:r>
              <a:rPr lang="en-US" noProof="0">
                <a:latin typeface="SVN-Avo"/>
              </a:rPr>
              <a:t>Click to edit Master text styles</a:t>
            </a:r>
            <a:endParaRPr>
              <a:latin typeface="SVN-Avo"/>
            </a:endParaRPr>
          </a:p>
          <a:p>
            <a:pPr lvl="1"/>
            <a:r>
              <a:rPr lang="en-US" noProof="0">
                <a:latin typeface="SVN-Avo"/>
              </a:rPr>
              <a:t>Second level</a:t>
            </a:r>
            <a:endParaRPr>
              <a:latin typeface="SVN-Avo"/>
            </a:endParaRPr>
          </a:p>
          <a:p>
            <a:pPr lvl="2"/>
            <a:r>
              <a:rPr lang="en-US" noProof="0">
                <a:latin typeface="SVN-Avo"/>
              </a:rPr>
              <a:t>Third level</a:t>
            </a:r>
            <a:endParaRPr>
              <a:latin typeface="SVN-Avo"/>
            </a:endParaRPr>
          </a:p>
          <a:p>
            <a:pPr lvl="3"/>
            <a:r>
              <a:rPr lang="en-US" noProof="0">
                <a:latin typeface="SVN-Avo"/>
              </a:rPr>
              <a:t>Fourth level</a:t>
            </a:r>
            <a:endParaRPr>
              <a:latin typeface="SVN-Avo"/>
            </a:endParaRPr>
          </a:p>
          <a:p>
            <a:pPr lvl="4"/>
            <a:r>
              <a:rPr lang="en-US" noProof="0">
                <a:latin typeface="SVN-Avo"/>
              </a:rPr>
              <a:t>Fifth level</a:t>
            </a:r>
            <a:endParaRPr>
              <a:latin typeface="SVN-Avo"/>
            </a:endParaRPr>
          </a:p>
        </p:txBody>
      </p:sp>
      <p:sp>
        <p:nvSpPr>
          <p:cNvPr id="12" name="Comparison Left Placeholder 1">
            <a:extLst>
              <a:ext uri="{FF2B5EF4-FFF2-40B4-BE49-F238E27FC236}">
                <a16:creationId xmlns:a16="http://schemas.microsoft.com/office/drawing/2014/main" id="{70EBC2C9-53F0-4F48-A937-BC0954590AD2}"/>
              </a:ext>
            </a:extLst>
          </p:cNvPr>
          <p:cNvSpPr>
            <a:spLocks noGrp="1"/>
          </p:cNvSpPr>
          <p:nvPr>
            <p:ph type="body" idx="16"/>
          </p:nvPr>
        </p:nvSpPr>
        <p:spPr>
          <a:xfrm>
            <a:off x="4309519" y="1347944"/>
            <a:ext cx="3600000" cy="360000"/>
          </a:xfrm>
        </p:spPr>
        <p:txBody>
          <a:bodyPr anchor="ctr"/>
          <a:lstStyle>
            <a:lvl1pPr marL="0" indent="0" algn="ctr">
              <a:buNone/>
              <a:defRPr sz="1600" b="0">
                <a:solidFill>
                  <a:srgbClr val="00B050"/>
                </a:solidFill>
                <a:latin typeface="SVN-Avo"/>
              </a:defRPr>
            </a:lvl1pPr>
            <a:lvl2pPr marL="457200" indent="0">
              <a:buNone/>
              <a:defRPr sz="2000" b="1">
                <a:latin typeface="SVN-Avo"/>
              </a:defRPr>
            </a:lvl2pPr>
            <a:lvl3pPr marL="914400" indent="0">
              <a:buNone/>
              <a:defRPr sz="1800" b="1">
                <a:latin typeface="SVN-Avo"/>
              </a:defRPr>
            </a:lvl3pPr>
            <a:lvl4pPr marL="1371600" indent="0">
              <a:buNone/>
              <a:defRPr sz="1600" b="1">
                <a:latin typeface="SVN-Avo"/>
              </a:defRPr>
            </a:lvl4pPr>
            <a:lvl5pPr marL="1828800" indent="0">
              <a:buNone/>
              <a:defRPr sz="1600" b="1">
                <a:latin typeface="SVN-Avo"/>
              </a:defRPr>
            </a:lvl5pPr>
            <a:lvl6pPr marL="2286000" indent="0">
              <a:buNone/>
              <a:defRPr sz="1600" b="1">
                <a:latin typeface="SVN-Avo"/>
              </a:defRPr>
            </a:lvl6pPr>
            <a:lvl7pPr marL="2743200" indent="0">
              <a:buNone/>
              <a:defRPr sz="1600" b="1">
                <a:latin typeface="SVN-Avo"/>
              </a:defRPr>
            </a:lvl7pPr>
            <a:lvl8pPr marL="3200400" indent="0">
              <a:buNone/>
              <a:defRPr sz="1600" b="1">
                <a:latin typeface="SVN-Avo"/>
              </a:defRPr>
            </a:lvl8pPr>
            <a:lvl9pPr marL="3657600" indent="0">
              <a:buNone/>
              <a:defRPr sz="1600" b="1">
                <a:latin typeface="SVN-Avo"/>
              </a:defRPr>
            </a:lvl9pPr>
          </a:lstStyle>
          <a:p>
            <a:pPr lvl="0"/>
            <a:r>
              <a:rPr lang="en-US" noProof="0">
                <a:latin typeface="SVN-Avo"/>
              </a:rPr>
              <a:t>Click to edit Master text styles</a:t>
            </a:r>
            <a:endParaRPr>
              <a:latin typeface="SVN-Avo"/>
            </a:endParaRPr>
          </a:p>
        </p:txBody>
      </p:sp>
      <p:sp>
        <p:nvSpPr>
          <p:cNvPr id="13" name="Content Placeholder 2">
            <a:extLst>
              <a:ext uri="{FF2B5EF4-FFF2-40B4-BE49-F238E27FC236}">
                <a16:creationId xmlns:a16="http://schemas.microsoft.com/office/drawing/2014/main" id="{4BE72AF0-FDD2-0F46-80CC-590175CB3AFA}"/>
              </a:ext>
            </a:extLst>
          </p:cNvPr>
          <p:cNvSpPr>
            <a:spLocks noGrp="1"/>
          </p:cNvSpPr>
          <p:nvPr>
            <p:ph idx="17"/>
          </p:nvPr>
        </p:nvSpPr>
        <p:spPr>
          <a:xfrm>
            <a:off x="4309519" y="1935781"/>
            <a:ext cx="3600000" cy="4198319"/>
          </a:xfrm>
        </p:spPr>
        <p:txBody>
          <a:bodyPr/>
          <a:lstStyle>
            <a:lvl1pPr>
              <a:defRPr>
                <a:solidFill>
                  <a:schemeClr val="tx1">
                    <a:lumMod val="75000"/>
                    <a:lumOff val="25000"/>
                  </a:schemeClr>
                </a:solidFill>
                <a:latin typeface="SVN-Avo"/>
              </a:defRPr>
            </a:lvl1pPr>
            <a:lvl2pPr>
              <a:defRPr>
                <a:solidFill>
                  <a:schemeClr val="tx1">
                    <a:lumMod val="75000"/>
                    <a:lumOff val="25000"/>
                  </a:schemeClr>
                </a:solidFill>
                <a:latin typeface="SVN-Avo"/>
              </a:defRPr>
            </a:lvl2pPr>
            <a:lvl3pPr>
              <a:defRPr>
                <a:solidFill>
                  <a:schemeClr val="tx1">
                    <a:lumMod val="75000"/>
                    <a:lumOff val="25000"/>
                  </a:schemeClr>
                </a:solidFill>
                <a:latin typeface="SVN-Avo"/>
              </a:defRPr>
            </a:lvl3pPr>
            <a:lvl4pPr>
              <a:defRPr>
                <a:solidFill>
                  <a:schemeClr val="tx1">
                    <a:lumMod val="75000"/>
                    <a:lumOff val="25000"/>
                  </a:schemeClr>
                </a:solidFill>
                <a:latin typeface="SVN-Avo"/>
              </a:defRPr>
            </a:lvl4pPr>
            <a:lvl5pPr>
              <a:defRPr>
                <a:solidFill>
                  <a:schemeClr val="tx1">
                    <a:lumMod val="75000"/>
                    <a:lumOff val="25000"/>
                  </a:schemeClr>
                </a:solidFill>
                <a:latin typeface="SVN-Avo"/>
              </a:defRPr>
            </a:lvl5pPr>
          </a:lstStyle>
          <a:p>
            <a:pPr lvl="0"/>
            <a:r>
              <a:rPr lang="en-US" noProof="0">
                <a:latin typeface="SVN-Avo"/>
              </a:rPr>
              <a:t>Click to edit Master text styles</a:t>
            </a:r>
            <a:endParaRPr>
              <a:latin typeface="SVN-Avo"/>
            </a:endParaRPr>
          </a:p>
          <a:p>
            <a:pPr lvl="1"/>
            <a:r>
              <a:rPr lang="en-US" noProof="0">
                <a:latin typeface="SVN-Avo"/>
              </a:rPr>
              <a:t>Second level</a:t>
            </a:r>
            <a:endParaRPr>
              <a:latin typeface="SVN-Avo"/>
            </a:endParaRPr>
          </a:p>
          <a:p>
            <a:pPr lvl="2"/>
            <a:r>
              <a:rPr lang="en-US" noProof="0">
                <a:latin typeface="SVN-Avo"/>
              </a:rPr>
              <a:t>Third level</a:t>
            </a:r>
            <a:endParaRPr>
              <a:latin typeface="SVN-Avo"/>
            </a:endParaRPr>
          </a:p>
          <a:p>
            <a:pPr lvl="3"/>
            <a:r>
              <a:rPr lang="en-US" noProof="0">
                <a:latin typeface="SVN-Avo"/>
              </a:rPr>
              <a:t>Fourth level</a:t>
            </a:r>
            <a:endParaRPr>
              <a:latin typeface="SVN-Avo"/>
            </a:endParaRPr>
          </a:p>
          <a:p>
            <a:pPr lvl="4"/>
            <a:r>
              <a:rPr lang="en-US" noProof="0">
                <a:latin typeface="SVN-Avo"/>
              </a:rPr>
              <a:t>Fifth level</a:t>
            </a:r>
            <a:endParaRPr>
              <a:latin typeface="SVN-Avo"/>
            </a:endParaRPr>
          </a:p>
        </p:txBody>
      </p:sp>
      <p:sp>
        <p:nvSpPr>
          <p:cNvPr id="15" name="Comparison Left Placeholder 1">
            <a:extLst>
              <a:ext uri="{FF2B5EF4-FFF2-40B4-BE49-F238E27FC236}">
                <a16:creationId xmlns:a16="http://schemas.microsoft.com/office/drawing/2014/main" id="{C3ECF561-9BAF-964E-8B65-4B1B89CCB897}"/>
              </a:ext>
            </a:extLst>
          </p:cNvPr>
          <p:cNvSpPr>
            <a:spLocks noGrp="1"/>
          </p:cNvSpPr>
          <p:nvPr>
            <p:ph type="body" idx="18"/>
          </p:nvPr>
        </p:nvSpPr>
        <p:spPr>
          <a:xfrm>
            <a:off x="8187038" y="1369908"/>
            <a:ext cx="3600000" cy="360000"/>
          </a:xfrm>
        </p:spPr>
        <p:txBody>
          <a:bodyPr anchor="ctr"/>
          <a:lstStyle>
            <a:lvl1pPr marL="0" indent="0" algn="ctr">
              <a:buNone/>
              <a:defRPr sz="1600" b="0">
                <a:solidFill>
                  <a:srgbClr val="00B050"/>
                </a:solidFill>
                <a:latin typeface="SVN-Avo"/>
              </a:defRPr>
            </a:lvl1pPr>
            <a:lvl2pPr marL="457200" indent="0">
              <a:buNone/>
              <a:defRPr sz="2000" b="1">
                <a:latin typeface="SVN-Avo"/>
              </a:defRPr>
            </a:lvl2pPr>
            <a:lvl3pPr marL="914400" indent="0">
              <a:buNone/>
              <a:defRPr sz="1800" b="1">
                <a:latin typeface="SVN-Avo"/>
              </a:defRPr>
            </a:lvl3pPr>
            <a:lvl4pPr marL="1371600" indent="0">
              <a:buNone/>
              <a:defRPr sz="1600" b="1">
                <a:latin typeface="SVN-Avo"/>
              </a:defRPr>
            </a:lvl4pPr>
            <a:lvl5pPr marL="1828800" indent="0">
              <a:buNone/>
              <a:defRPr sz="1600" b="1">
                <a:latin typeface="SVN-Avo"/>
              </a:defRPr>
            </a:lvl5pPr>
            <a:lvl6pPr marL="2286000" indent="0">
              <a:buNone/>
              <a:defRPr sz="1600" b="1">
                <a:latin typeface="SVN-Avo"/>
              </a:defRPr>
            </a:lvl6pPr>
            <a:lvl7pPr marL="2743200" indent="0">
              <a:buNone/>
              <a:defRPr sz="1600" b="1">
                <a:latin typeface="SVN-Avo"/>
              </a:defRPr>
            </a:lvl7pPr>
            <a:lvl8pPr marL="3200400" indent="0">
              <a:buNone/>
              <a:defRPr sz="1600" b="1">
                <a:latin typeface="SVN-Avo"/>
              </a:defRPr>
            </a:lvl8pPr>
            <a:lvl9pPr marL="3657600" indent="0">
              <a:buNone/>
              <a:defRPr sz="1600" b="1">
                <a:latin typeface="SVN-Avo"/>
              </a:defRPr>
            </a:lvl9pPr>
          </a:lstStyle>
          <a:p>
            <a:pPr lvl="0"/>
            <a:r>
              <a:rPr lang="en-US" noProof="0">
                <a:latin typeface="SVN-Avo"/>
              </a:rPr>
              <a:t>Click to edit Master text styles</a:t>
            </a:r>
            <a:endParaRPr>
              <a:latin typeface="SVN-Avo"/>
            </a:endParaRPr>
          </a:p>
        </p:txBody>
      </p:sp>
      <p:sp>
        <p:nvSpPr>
          <p:cNvPr id="17" name="Content Placeholder 2">
            <a:extLst>
              <a:ext uri="{FF2B5EF4-FFF2-40B4-BE49-F238E27FC236}">
                <a16:creationId xmlns:a16="http://schemas.microsoft.com/office/drawing/2014/main" id="{E06B9BE0-2879-3744-9B3B-38441CF20F0A}"/>
              </a:ext>
            </a:extLst>
          </p:cNvPr>
          <p:cNvSpPr>
            <a:spLocks noGrp="1"/>
          </p:cNvSpPr>
          <p:nvPr>
            <p:ph idx="19"/>
          </p:nvPr>
        </p:nvSpPr>
        <p:spPr>
          <a:xfrm>
            <a:off x="8187038" y="1921680"/>
            <a:ext cx="3600000" cy="4198319"/>
          </a:xfrm>
        </p:spPr>
        <p:txBody>
          <a:bodyPr/>
          <a:lstStyle>
            <a:lvl1pPr>
              <a:defRPr>
                <a:solidFill>
                  <a:schemeClr val="tx1">
                    <a:lumMod val="75000"/>
                    <a:lumOff val="25000"/>
                  </a:schemeClr>
                </a:solidFill>
                <a:latin typeface="SVN-Avo"/>
              </a:defRPr>
            </a:lvl1pPr>
            <a:lvl2pPr>
              <a:defRPr>
                <a:solidFill>
                  <a:schemeClr val="tx1">
                    <a:lumMod val="75000"/>
                    <a:lumOff val="25000"/>
                  </a:schemeClr>
                </a:solidFill>
                <a:latin typeface="SVN-Avo"/>
              </a:defRPr>
            </a:lvl2pPr>
            <a:lvl3pPr>
              <a:defRPr>
                <a:solidFill>
                  <a:schemeClr val="tx1">
                    <a:lumMod val="75000"/>
                    <a:lumOff val="25000"/>
                  </a:schemeClr>
                </a:solidFill>
                <a:latin typeface="SVN-Avo"/>
              </a:defRPr>
            </a:lvl3pPr>
            <a:lvl4pPr>
              <a:defRPr>
                <a:solidFill>
                  <a:schemeClr val="tx1">
                    <a:lumMod val="75000"/>
                    <a:lumOff val="25000"/>
                  </a:schemeClr>
                </a:solidFill>
                <a:latin typeface="SVN-Avo"/>
              </a:defRPr>
            </a:lvl4pPr>
            <a:lvl5pPr>
              <a:defRPr>
                <a:solidFill>
                  <a:schemeClr val="tx1">
                    <a:lumMod val="75000"/>
                    <a:lumOff val="25000"/>
                  </a:schemeClr>
                </a:solidFill>
                <a:latin typeface="SVN-Avo"/>
              </a:defRPr>
            </a:lvl5pPr>
          </a:lstStyle>
          <a:p>
            <a:pPr lvl="0"/>
            <a:r>
              <a:rPr lang="en-US" noProof="0">
                <a:latin typeface="SVN-Avo"/>
              </a:rPr>
              <a:t>Click to edit Master text styles</a:t>
            </a:r>
            <a:endParaRPr>
              <a:latin typeface="SVN-Avo"/>
            </a:endParaRPr>
          </a:p>
          <a:p>
            <a:pPr lvl="1"/>
            <a:r>
              <a:rPr lang="en-US" noProof="0">
                <a:latin typeface="SVN-Avo"/>
              </a:rPr>
              <a:t>Second level</a:t>
            </a:r>
            <a:endParaRPr>
              <a:latin typeface="SVN-Avo"/>
            </a:endParaRPr>
          </a:p>
          <a:p>
            <a:pPr lvl="2"/>
            <a:r>
              <a:rPr lang="en-US" noProof="0">
                <a:latin typeface="SVN-Avo"/>
              </a:rPr>
              <a:t>Third level</a:t>
            </a:r>
            <a:endParaRPr>
              <a:latin typeface="SVN-Avo"/>
            </a:endParaRPr>
          </a:p>
          <a:p>
            <a:pPr lvl="3"/>
            <a:r>
              <a:rPr lang="en-US" noProof="0">
                <a:latin typeface="SVN-Avo"/>
              </a:rPr>
              <a:t>Fourth level</a:t>
            </a:r>
            <a:endParaRPr>
              <a:latin typeface="SVN-Avo"/>
            </a:endParaRPr>
          </a:p>
          <a:p>
            <a:pPr lvl="4"/>
            <a:r>
              <a:rPr lang="en-US" noProof="0">
                <a:latin typeface="SVN-Avo"/>
              </a:rPr>
              <a:t>Fifth level</a:t>
            </a:r>
            <a:endParaRPr>
              <a:latin typeface="SVN-Avo"/>
            </a:endParaRPr>
          </a:p>
        </p:txBody>
      </p:sp>
      <p:pic>
        <p:nvPicPr>
          <p:cNvPr id="14" name="Picture 13">
            <a:extLst>
              <a:ext uri="{FF2B5EF4-FFF2-40B4-BE49-F238E27FC236}">
                <a16:creationId xmlns:a16="http://schemas.microsoft.com/office/drawing/2014/main" id="{CDF54672-9C92-43A3-9323-D491E3E8AAE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9383"/>
          <a:stretch/>
        </p:blipFill>
        <p:spPr>
          <a:xfrm>
            <a:off x="100276" y="6362190"/>
            <a:ext cx="368386" cy="364398"/>
          </a:xfrm>
          <a:prstGeom prst="rect">
            <a:avLst/>
          </a:prstGeom>
        </p:spPr>
      </p:pic>
    </p:spTree>
    <p:extLst>
      <p:ext uri="{BB962C8B-B14F-4D97-AF65-F5344CB8AC3E}">
        <p14:creationId xmlns:p14="http://schemas.microsoft.com/office/powerpoint/2010/main" val="18400863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arge Photo">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670CCAB-6ED4-48BC-8A8A-C2C835D5D77E}"/>
              </a:ext>
            </a:extLst>
          </p:cNvPr>
          <p:cNvSpPr>
            <a:spLocks noGrp="1"/>
          </p:cNvSpPr>
          <p:nvPr>
            <p:ph type="pic" sz="quarter" idx="14" hasCustomPrompt="1"/>
          </p:nvPr>
        </p:nvSpPr>
        <p:spPr>
          <a:xfrm>
            <a:off x="0" y="0"/>
            <a:ext cx="12192000" cy="6191250"/>
          </a:xfrm>
          <a:solidFill>
            <a:schemeClr val="bg1">
              <a:lumMod val="95000"/>
            </a:schemeClr>
          </a:solidFill>
        </p:spPr>
        <p:txBody>
          <a:bodyPr vert="horz" wrap="square" lIns="0" tIns="0" rIns="0" bIns="0" rtlCol="0" anchor="ctr">
            <a:noAutofit/>
          </a:bodyPr>
          <a:lstStyle>
            <a:lvl1pPr marL="0" indent="0" algn="ctr">
              <a:buNone/>
              <a:defRPr lang="en-ZA" sz="1200" i="1">
                <a:latin typeface="SVN-Avo" panose="02020603050405020304" pitchFamily="18" charset="0"/>
                <a:cs typeface="Times New Roman" panose="02020603050405020304" pitchFamily="18" charset="0"/>
              </a:defRPr>
            </a:lvl1pPr>
          </a:lstStyle>
          <a:p>
            <a:pPr marL="266700" lvl="0" indent="-266700" algn="ctr"/>
            <a:r>
              <a:rPr lang="en-US" noProof="0">
                <a:latin typeface="SVN-Avo"/>
              </a:rPr>
              <a:t>Insert or Drag &amp; Drop your Photo</a:t>
            </a:r>
            <a:endParaRPr>
              <a:latin typeface="SVN-Avo"/>
            </a:endParaRPr>
          </a:p>
        </p:txBody>
      </p:sp>
      <p:sp>
        <p:nvSpPr>
          <p:cNvPr id="3" name="Content Placeholder 2">
            <a:extLst>
              <a:ext uri="{FF2B5EF4-FFF2-40B4-BE49-F238E27FC236}">
                <a16:creationId xmlns:a16="http://schemas.microsoft.com/office/drawing/2014/main" id="{A22238F2-C6EC-476F-8371-119AECBA5622}"/>
              </a:ext>
            </a:extLst>
          </p:cNvPr>
          <p:cNvSpPr>
            <a:spLocks noGrp="1"/>
          </p:cNvSpPr>
          <p:nvPr>
            <p:ph sz="half" idx="1" hasCustomPrompt="1"/>
          </p:nvPr>
        </p:nvSpPr>
        <p:spPr>
          <a:xfrm>
            <a:off x="432000" y="5231739"/>
            <a:ext cx="5472000" cy="539345"/>
          </a:xfrm>
          <a:solidFill>
            <a:schemeClr val="bg1"/>
          </a:solidFill>
        </p:spPr>
        <p:txBody>
          <a:bodyPr lIns="180000" anchor="ctr"/>
          <a:lstStyle>
            <a:lvl1pPr marL="0" indent="0">
              <a:buNone/>
              <a:defRPr>
                <a:solidFill>
                  <a:schemeClr val="tx1">
                    <a:lumMod val="75000"/>
                    <a:lumOff val="25000"/>
                  </a:schemeClr>
                </a:solidFill>
                <a:latin typeface="SVN-Avo"/>
              </a:defRPr>
            </a:lvl1pPr>
            <a:lvl2pPr>
              <a:defRPr>
                <a:solidFill>
                  <a:schemeClr val="tx1">
                    <a:lumMod val="75000"/>
                    <a:lumOff val="25000"/>
                  </a:schemeClr>
                </a:solidFill>
                <a:latin typeface="SVN-Avo"/>
              </a:defRPr>
            </a:lvl2pPr>
            <a:lvl3pPr>
              <a:defRPr>
                <a:solidFill>
                  <a:schemeClr val="tx1">
                    <a:lumMod val="75000"/>
                    <a:lumOff val="25000"/>
                  </a:schemeClr>
                </a:solidFill>
                <a:latin typeface="SVN-Avo"/>
              </a:defRPr>
            </a:lvl3pPr>
            <a:lvl4pPr>
              <a:defRPr>
                <a:solidFill>
                  <a:schemeClr val="tx1">
                    <a:lumMod val="75000"/>
                    <a:lumOff val="25000"/>
                  </a:schemeClr>
                </a:solidFill>
                <a:latin typeface="SVN-Avo"/>
              </a:defRPr>
            </a:lvl4pPr>
            <a:lvl5pPr>
              <a:defRPr>
                <a:solidFill>
                  <a:schemeClr val="tx1">
                    <a:lumMod val="75000"/>
                    <a:lumOff val="25000"/>
                  </a:schemeClr>
                </a:solidFill>
                <a:latin typeface="SVN-Avo"/>
              </a:defRPr>
            </a:lvl5pPr>
          </a:lstStyle>
          <a:p>
            <a:pPr lvl="0"/>
            <a:r>
              <a:rPr lang="en-US" noProof="0">
                <a:latin typeface="SVN-Avo"/>
              </a:rPr>
              <a:t>Enter your caption</a:t>
            </a:r>
            <a:endParaRPr>
              <a:latin typeface="SVN-Avo"/>
            </a:endParaRPr>
          </a:p>
        </p:txBody>
      </p:sp>
      <p:sp>
        <p:nvSpPr>
          <p:cNvPr id="9" name="Slide Number Placeholder 8">
            <a:extLst>
              <a:ext uri="{FF2B5EF4-FFF2-40B4-BE49-F238E27FC236}">
                <a16:creationId xmlns:a16="http://schemas.microsoft.com/office/drawing/2014/main" id="{0A29F8B3-4723-4928-83E5-76C29D05F2FE}"/>
              </a:ext>
            </a:extLst>
          </p:cNvPr>
          <p:cNvSpPr>
            <a:spLocks noGrp="1"/>
          </p:cNvSpPr>
          <p:nvPr>
            <p:ph type="sldNum" sz="quarter" idx="11"/>
          </p:nvPr>
        </p:nvSpPr>
        <p:spPr/>
        <p:txBody>
          <a:bodyPr/>
          <a:lstStyle>
            <a:lvl1pPr>
              <a:defRPr>
                <a:solidFill>
                  <a:schemeClr val="tx1">
                    <a:lumMod val="75000"/>
                    <a:lumOff val="25000"/>
                  </a:schemeClr>
                </a:solidFill>
                <a:latin typeface="SVN-Avo"/>
              </a:defRPr>
            </a:lvl1pPr>
          </a:lstStyle>
          <a:p>
            <a:fld id="{19B51A1E-902D-48AF-9020-955120F399B6}" type="slidenum">
              <a:rPr lang="en-US" noProof="0" smtClean="0">
                <a:latin typeface="SVN-Avo"/>
              </a:rPr>
              <a:pPr/>
              <a:t>‹#›</a:t>
            </a:fld>
            <a:endParaRPr lang="en-US" noProof="0">
              <a:latin typeface="SVN-Avo"/>
            </a:endParaRPr>
          </a:p>
        </p:txBody>
      </p:sp>
      <p:sp>
        <p:nvSpPr>
          <p:cNvPr id="2" name="Title 1">
            <a:extLst>
              <a:ext uri="{FF2B5EF4-FFF2-40B4-BE49-F238E27FC236}">
                <a16:creationId xmlns:a16="http://schemas.microsoft.com/office/drawing/2014/main" id="{9C2F662E-807E-41B5-8931-9847713E51BA}"/>
              </a:ext>
            </a:extLst>
          </p:cNvPr>
          <p:cNvSpPr>
            <a:spLocks noGrp="1"/>
          </p:cNvSpPr>
          <p:nvPr>
            <p:ph type="title" hasCustomPrompt="1"/>
          </p:nvPr>
        </p:nvSpPr>
        <p:spPr>
          <a:xfrm>
            <a:off x="516834" y="432000"/>
            <a:ext cx="11255165" cy="695740"/>
          </a:xfrm>
          <a:prstGeom prst="rect">
            <a:avLst/>
          </a:prstGeom>
        </p:spPr>
        <p:txBody>
          <a:bodyPr/>
          <a:lstStyle>
            <a:lvl1pPr>
              <a:defRPr spc="300">
                <a:solidFill>
                  <a:srgbClr val="355FAC"/>
                </a:solidFill>
                <a:latin typeface="SVN-Avo"/>
              </a:defRPr>
            </a:lvl1pPr>
          </a:lstStyle>
          <a:p>
            <a:r>
              <a:rPr lang="en-US" noProof="0">
                <a:latin typeface="SVN-Avo"/>
              </a:rPr>
              <a:t>CLICK TO EDIT MASTER TITLE STYLE</a:t>
            </a:r>
            <a:endParaRPr>
              <a:latin typeface="SVN-Avo"/>
            </a:endParaRPr>
          </a:p>
        </p:txBody>
      </p:sp>
      <p:pic>
        <p:nvPicPr>
          <p:cNvPr id="7" name="Picture 6">
            <a:extLst>
              <a:ext uri="{FF2B5EF4-FFF2-40B4-BE49-F238E27FC236}">
                <a16:creationId xmlns:a16="http://schemas.microsoft.com/office/drawing/2014/main" id="{DF601ABF-4326-414E-8FA2-2FF7AFA78DCA}"/>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9383"/>
          <a:stretch/>
        </p:blipFill>
        <p:spPr>
          <a:xfrm>
            <a:off x="100276" y="6362190"/>
            <a:ext cx="368386" cy="364398"/>
          </a:xfrm>
          <a:prstGeom prst="rect">
            <a:avLst/>
          </a:prstGeom>
        </p:spPr>
      </p:pic>
    </p:spTree>
    <p:extLst>
      <p:ext uri="{BB962C8B-B14F-4D97-AF65-F5344CB8AC3E}">
        <p14:creationId xmlns:p14="http://schemas.microsoft.com/office/powerpoint/2010/main" val="5880788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hank You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D783E-C98E-4288-A0F0-6F329CF05068}"/>
              </a:ext>
            </a:extLst>
          </p:cNvPr>
          <p:cNvSpPr>
            <a:spLocks noGrp="1"/>
          </p:cNvSpPr>
          <p:nvPr>
            <p:ph type="title" hasCustomPrompt="1"/>
          </p:nvPr>
        </p:nvSpPr>
        <p:spPr>
          <a:xfrm>
            <a:off x="1" y="0"/>
            <a:ext cx="5105400" cy="6858000"/>
          </a:xfrm>
          <a:prstGeom prst="rect">
            <a:avLst/>
          </a:prstGeom>
          <a:solidFill>
            <a:schemeClr val="bg1">
              <a:alpha val="90000"/>
            </a:schemeClr>
          </a:solidFill>
        </p:spPr>
        <p:txBody>
          <a:bodyPr vert="horz" lIns="720000" tIns="0" rIns="72000" bIns="2160000" rtlCol="0" anchor="b">
            <a:noAutofit/>
          </a:bodyPr>
          <a:lstStyle>
            <a:lvl1pPr>
              <a:defRPr lang="en-ZA" sz="5000" b="0" i="1">
                <a:solidFill>
                  <a:srgbClr val="355FAC"/>
                </a:solidFill>
                <a:latin typeface="SVN-Avo"/>
                <a:ea typeface="+mn-ea"/>
                <a:cs typeface="+mn-cs"/>
              </a:defRPr>
            </a:lvl1pPr>
          </a:lstStyle>
          <a:p>
            <a:pPr marL="0" lvl="0" indent="0">
              <a:spcBef>
                <a:spcPts val="1000"/>
              </a:spcBef>
              <a:buClr>
                <a:schemeClr val="accent1"/>
              </a:buClr>
              <a:buFont typeface="Corbel" panose="020B0503020204020204" pitchFamily="34" charset="0"/>
            </a:pPr>
            <a:r>
              <a:rPr lang="en-US" noProof="0">
                <a:latin typeface="SVN-Avo"/>
              </a:rPr>
              <a:t>Thank You</a:t>
            </a:r>
            <a:endParaRPr>
              <a:latin typeface="SVN-Avo"/>
            </a:endParaRPr>
          </a:p>
        </p:txBody>
      </p:sp>
      <p:sp>
        <p:nvSpPr>
          <p:cNvPr id="7" name="Text Placeholder 5">
            <a:extLst>
              <a:ext uri="{FF2B5EF4-FFF2-40B4-BE49-F238E27FC236}">
                <a16:creationId xmlns:a16="http://schemas.microsoft.com/office/drawing/2014/main" id="{C2C3F9C0-F4DC-42CB-8D24-DC1D94CDD1C2}"/>
              </a:ext>
            </a:extLst>
          </p:cNvPr>
          <p:cNvSpPr>
            <a:spLocks noGrp="1"/>
          </p:cNvSpPr>
          <p:nvPr>
            <p:ph type="body" sz="quarter" idx="15" hasCustomPrompt="1"/>
          </p:nvPr>
        </p:nvSpPr>
        <p:spPr>
          <a:xfrm>
            <a:off x="769601" y="4807513"/>
            <a:ext cx="3201376" cy="288000"/>
          </a:xfrm>
        </p:spPr>
        <p:txBody>
          <a:bodyPr/>
          <a:lstStyle>
            <a:lvl1pPr marL="0" indent="0">
              <a:buNone/>
              <a:defRPr>
                <a:latin typeface="SVN-Avo"/>
              </a:defRPr>
            </a:lvl1pPr>
            <a:lvl2pPr marL="266700" indent="0">
              <a:buNone/>
              <a:defRPr>
                <a:latin typeface="SVN-Avo"/>
              </a:defRPr>
            </a:lvl2pPr>
            <a:lvl3pPr marL="542925" indent="0">
              <a:buNone/>
              <a:defRPr>
                <a:latin typeface="SVN-Avo"/>
              </a:defRPr>
            </a:lvl3pPr>
            <a:lvl4pPr marL="809625" indent="0">
              <a:buNone/>
              <a:defRPr>
                <a:latin typeface="SVN-Avo"/>
              </a:defRPr>
            </a:lvl4pPr>
            <a:lvl5pPr marL="1076325" indent="0">
              <a:buNone/>
              <a:defRPr>
                <a:latin typeface="SVN-Avo"/>
              </a:defRPr>
            </a:lvl5pPr>
          </a:lstStyle>
          <a:p>
            <a:pPr lvl="0"/>
            <a:r>
              <a:rPr lang="en-US" noProof="0">
                <a:latin typeface="SVN-Avo"/>
              </a:rPr>
              <a:t>Full Name</a:t>
            </a:r>
            <a:endParaRPr>
              <a:latin typeface="SVN-Avo"/>
            </a:endParaRPr>
          </a:p>
        </p:txBody>
      </p:sp>
      <p:sp>
        <p:nvSpPr>
          <p:cNvPr id="8" name="Text Placeholder 6">
            <a:extLst>
              <a:ext uri="{FF2B5EF4-FFF2-40B4-BE49-F238E27FC236}">
                <a16:creationId xmlns:a16="http://schemas.microsoft.com/office/drawing/2014/main" id="{530230A8-0A94-448D-8C01-BBDCD6E2DA8D}"/>
              </a:ext>
            </a:extLst>
          </p:cNvPr>
          <p:cNvSpPr>
            <a:spLocks noGrp="1"/>
          </p:cNvSpPr>
          <p:nvPr>
            <p:ph type="body" sz="quarter" idx="16" hasCustomPrompt="1"/>
          </p:nvPr>
        </p:nvSpPr>
        <p:spPr>
          <a:xfrm>
            <a:off x="769601" y="5185801"/>
            <a:ext cx="3201376" cy="288000"/>
          </a:xfrm>
        </p:spPr>
        <p:txBody>
          <a:bodyPr/>
          <a:lstStyle>
            <a:lvl1pPr marL="0" indent="0">
              <a:buNone/>
              <a:defRPr>
                <a:latin typeface="SVN-Avo"/>
              </a:defRPr>
            </a:lvl1pPr>
            <a:lvl2pPr marL="266700" indent="0">
              <a:buNone/>
              <a:defRPr>
                <a:latin typeface="SVN-Avo"/>
              </a:defRPr>
            </a:lvl2pPr>
            <a:lvl3pPr marL="542925" indent="0">
              <a:buNone/>
              <a:defRPr>
                <a:latin typeface="SVN-Avo"/>
              </a:defRPr>
            </a:lvl3pPr>
            <a:lvl4pPr marL="809625" indent="0">
              <a:buNone/>
              <a:defRPr>
                <a:latin typeface="SVN-Avo"/>
              </a:defRPr>
            </a:lvl4pPr>
            <a:lvl5pPr marL="1076325" indent="0">
              <a:buNone/>
              <a:defRPr>
                <a:latin typeface="SVN-Avo"/>
              </a:defRPr>
            </a:lvl5pPr>
          </a:lstStyle>
          <a:p>
            <a:pPr lvl="0"/>
            <a:r>
              <a:rPr lang="en-US" noProof="0">
                <a:latin typeface="SVN-Avo"/>
              </a:rPr>
              <a:t>Phone Number</a:t>
            </a:r>
            <a:endParaRPr>
              <a:latin typeface="SVN-Avo"/>
            </a:endParaRPr>
          </a:p>
        </p:txBody>
      </p:sp>
      <p:sp>
        <p:nvSpPr>
          <p:cNvPr id="9" name="Text Placeholder 7">
            <a:extLst>
              <a:ext uri="{FF2B5EF4-FFF2-40B4-BE49-F238E27FC236}">
                <a16:creationId xmlns:a16="http://schemas.microsoft.com/office/drawing/2014/main" id="{FEC115A6-CCC7-498D-A3CD-C0C51DA32A3D}"/>
              </a:ext>
            </a:extLst>
          </p:cNvPr>
          <p:cNvSpPr>
            <a:spLocks noGrp="1"/>
          </p:cNvSpPr>
          <p:nvPr>
            <p:ph type="body" sz="quarter" idx="17" hasCustomPrompt="1"/>
          </p:nvPr>
        </p:nvSpPr>
        <p:spPr>
          <a:xfrm>
            <a:off x="769601" y="5564089"/>
            <a:ext cx="3201376" cy="288000"/>
          </a:xfrm>
        </p:spPr>
        <p:txBody>
          <a:bodyPr/>
          <a:lstStyle>
            <a:lvl1pPr marL="0" indent="0">
              <a:buNone/>
              <a:defRPr>
                <a:latin typeface="SVN-Avo"/>
              </a:defRPr>
            </a:lvl1pPr>
            <a:lvl2pPr marL="266700" indent="0">
              <a:buNone/>
              <a:defRPr>
                <a:latin typeface="SVN-Avo"/>
              </a:defRPr>
            </a:lvl2pPr>
            <a:lvl3pPr marL="542925" indent="0">
              <a:buNone/>
              <a:defRPr>
                <a:latin typeface="SVN-Avo"/>
              </a:defRPr>
            </a:lvl3pPr>
            <a:lvl4pPr marL="809625" indent="0">
              <a:buNone/>
              <a:defRPr>
                <a:latin typeface="SVN-Avo"/>
              </a:defRPr>
            </a:lvl4pPr>
            <a:lvl5pPr marL="1076325" indent="0">
              <a:buNone/>
              <a:defRPr>
                <a:latin typeface="SVN-Avo"/>
              </a:defRPr>
            </a:lvl5pPr>
          </a:lstStyle>
          <a:p>
            <a:pPr lvl="0"/>
            <a:r>
              <a:rPr lang="en-US" noProof="0">
                <a:latin typeface="SVN-Avo"/>
              </a:rPr>
              <a:t>Email or Social Media Handle</a:t>
            </a:r>
            <a:endParaRPr>
              <a:latin typeface="SVN-Avo"/>
            </a:endParaRPr>
          </a:p>
        </p:txBody>
      </p:sp>
      <p:sp>
        <p:nvSpPr>
          <p:cNvPr id="10" name="Text Placeholder 8">
            <a:extLst>
              <a:ext uri="{FF2B5EF4-FFF2-40B4-BE49-F238E27FC236}">
                <a16:creationId xmlns:a16="http://schemas.microsoft.com/office/drawing/2014/main" id="{A1F54D54-EFF1-48F4-BBCF-488305B781F3}"/>
              </a:ext>
            </a:extLst>
          </p:cNvPr>
          <p:cNvSpPr>
            <a:spLocks noGrp="1"/>
          </p:cNvSpPr>
          <p:nvPr>
            <p:ph type="body" sz="quarter" idx="18" hasCustomPrompt="1"/>
          </p:nvPr>
        </p:nvSpPr>
        <p:spPr>
          <a:xfrm>
            <a:off x="769601" y="5941307"/>
            <a:ext cx="3201376" cy="288000"/>
          </a:xfrm>
        </p:spPr>
        <p:txBody>
          <a:bodyPr/>
          <a:lstStyle>
            <a:lvl1pPr marL="0" indent="0">
              <a:buNone/>
              <a:defRPr>
                <a:latin typeface="SVN-Avo"/>
              </a:defRPr>
            </a:lvl1pPr>
            <a:lvl2pPr marL="266700" indent="0">
              <a:buNone/>
              <a:defRPr>
                <a:latin typeface="SVN-Avo"/>
              </a:defRPr>
            </a:lvl2pPr>
            <a:lvl3pPr marL="542925" indent="0">
              <a:buNone/>
              <a:defRPr>
                <a:latin typeface="SVN-Avo"/>
              </a:defRPr>
            </a:lvl3pPr>
            <a:lvl4pPr marL="809625" indent="0">
              <a:buNone/>
              <a:defRPr>
                <a:latin typeface="SVN-Avo"/>
              </a:defRPr>
            </a:lvl4pPr>
            <a:lvl5pPr marL="1076325" indent="0">
              <a:buNone/>
              <a:defRPr>
                <a:latin typeface="SVN-Avo"/>
              </a:defRPr>
            </a:lvl5pPr>
          </a:lstStyle>
          <a:p>
            <a:pPr lvl="0"/>
            <a:r>
              <a:rPr lang="en-US" noProof="0">
                <a:latin typeface="SVN-Avo"/>
              </a:rPr>
              <a:t>Company Website</a:t>
            </a:r>
            <a:endParaRPr>
              <a:latin typeface="SVN-Avo"/>
            </a:endParaRPr>
          </a:p>
        </p:txBody>
      </p:sp>
      <p:pic>
        <p:nvPicPr>
          <p:cNvPr id="11" name="Picture 10">
            <a:extLst>
              <a:ext uri="{FF2B5EF4-FFF2-40B4-BE49-F238E27FC236}">
                <a16:creationId xmlns:a16="http://schemas.microsoft.com/office/drawing/2014/main" id="{C5D7AE94-A984-450B-90F2-F2C0C894BDA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286"/>
          <a:stretch/>
        </p:blipFill>
        <p:spPr>
          <a:xfrm>
            <a:off x="7452773" y="1668600"/>
            <a:ext cx="3216150" cy="3520800"/>
          </a:xfrm>
          <a:prstGeom prst="rect">
            <a:avLst/>
          </a:prstGeom>
        </p:spPr>
      </p:pic>
    </p:spTree>
    <p:extLst>
      <p:ext uri="{BB962C8B-B14F-4D97-AF65-F5344CB8AC3E}">
        <p14:creationId xmlns:p14="http://schemas.microsoft.com/office/powerpoint/2010/main" val="25715545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itle">
  <p:cSld name="Tiêu đề Bản chiếu">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333087F0-7144-4EF6-AB02-D0E2BFA357D0}"/>
              </a:ext>
            </a:extLst>
          </p:cNvPr>
          <p:cNvSpPr>
            <a:spLocks noGrp="1"/>
          </p:cNvSpPr>
          <p:nvPr>
            <p:ph type="ctrTitle"/>
          </p:nvPr>
        </p:nvSpPr>
        <p:spPr>
          <a:xfrm>
            <a:off x="1524000" y="1122363"/>
            <a:ext cx="9144000" cy="2387600"/>
          </a:xfrm>
          <a:prstGeom prst="rect">
            <a:avLst/>
          </a:prstGeom>
        </p:spPr>
        <p:txBody>
          <a:bodyPr anchor="b"/>
          <a:lstStyle>
            <a:lvl1pPr algn="ctr">
              <a:defRPr sz="6000">
                <a:latin typeface="SVN-Avo"/>
              </a:defRPr>
            </a:lvl1pPr>
          </a:lstStyle>
          <a:p>
            <a:r>
              <a:rPr lang="en-US">
                <a:latin typeface="SVN-Avo"/>
              </a:rPr>
              <a:t>Click to edit Master title style</a:t>
            </a:r>
            <a:endParaRPr>
              <a:latin typeface="SVN-Avo"/>
            </a:endParaRPr>
          </a:p>
        </p:txBody>
      </p:sp>
      <p:sp>
        <p:nvSpPr>
          <p:cNvPr id="3" name="Tiêu đề phụ 2">
            <a:extLst>
              <a:ext uri="{FF2B5EF4-FFF2-40B4-BE49-F238E27FC236}">
                <a16:creationId xmlns:a16="http://schemas.microsoft.com/office/drawing/2014/main" id="{98AB9F5E-EFA8-4B9E-9BB7-C6C5FAF561CE}"/>
              </a:ext>
            </a:extLst>
          </p:cNvPr>
          <p:cNvSpPr>
            <a:spLocks noGrp="1"/>
          </p:cNvSpPr>
          <p:nvPr>
            <p:ph type="subTitle" idx="1"/>
          </p:nvPr>
        </p:nvSpPr>
        <p:spPr>
          <a:xfrm>
            <a:off x="1524000" y="3602038"/>
            <a:ext cx="9144000" cy="1655762"/>
          </a:xfrm>
        </p:spPr>
        <p:txBody>
          <a:bodyPr/>
          <a:lstStyle>
            <a:lvl1pPr marL="0" indent="0" algn="ctr">
              <a:buNone/>
              <a:defRPr sz="2400">
                <a:latin typeface="SVN-Avo"/>
              </a:defRPr>
            </a:lvl1pPr>
            <a:lvl2pPr marL="457200" indent="0" algn="ctr">
              <a:buNone/>
              <a:defRPr sz="2000">
                <a:latin typeface="SVN-Avo"/>
              </a:defRPr>
            </a:lvl2pPr>
            <a:lvl3pPr marL="914400" indent="0" algn="ctr">
              <a:buNone/>
              <a:defRPr sz="1800">
                <a:latin typeface="SVN-Avo"/>
              </a:defRPr>
            </a:lvl3pPr>
            <a:lvl4pPr marL="1371600" indent="0" algn="ctr">
              <a:buNone/>
              <a:defRPr sz="1600">
                <a:latin typeface="SVN-Avo"/>
              </a:defRPr>
            </a:lvl4pPr>
            <a:lvl5pPr marL="1828800" indent="0" algn="ctr">
              <a:buNone/>
              <a:defRPr sz="1600">
                <a:latin typeface="SVN-Avo"/>
              </a:defRPr>
            </a:lvl5pPr>
            <a:lvl6pPr marL="2286000" indent="0" algn="ctr">
              <a:buNone/>
              <a:defRPr sz="1600">
                <a:latin typeface="SVN-Avo"/>
              </a:defRPr>
            </a:lvl6pPr>
            <a:lvl7pPr marL="2743200" indent="0" algn="ctr">
              <a:buNone/>
              <a:defRPr sz="1600">
                <a:latin typeface="SVN-Avo"/>
              </a:defRPr>
            </a:lvl7pPr>
            <a:lvl8pPr marL="3200400" indent="0" algn="ctr">
              <a:buNone/>
              <a:defRPr sz="1600">
                <a:latin typeface="SVN-Avo"/>
              </a:defRPr>
            </a:lvl8pPr>
            <a:lvl9pPr marL="3657600" indent="0" algn="ctr">
              <a:buNone/>
              <a:defRPr sz="1600">
                <a:latin typeface="SVN-Avo"/>
              </a:defRPr>
            </a:lvl9pPr>
          </a:lstStyle>
          <a:p>
            <a:r>
              <a:rPr lang="en-US">
                <a:latin typeface="SVN-Avo"/>
              </a:rPr>
              <a:t>Click to edit Master subtitle style</a:t>
            </a:r>
            <a:endParaRPr>
              <a:latin typeface="SVN-Avo"/>
            </a:endParaRPr>
          </a:p>
        </p:txBody>
      </p:sp>
      <p:sp>
        <p:nvSpPr>
          <p:cNvPr id="8" name="Slide Number Placeholder 7">
            <a:extLst>
              <a:ext uri="{FF2B5EF4-FFF2-40B4-BE49-F238E27FC236}">
                <a16:creationId xmlns:a16="http://schemas.microsoft.com/office/drawing/2014/main" id="{FC8FB900-7767-B149-8B54-B632613985F9}"/>
              </a:ext>
            </a:extLst>
          </p:cNvPr>
          <p:cNvSpPr>
            <a:spLocks noGrp="1"/>
          </p:cNvSpPr>
          <p:nvPr>
            <p:ph type="sldNum" sz="quarter" idx="11"/>
          </p:nvPr>
        </p:nvSpPr>
        <p:spPr/>
        <p:txBody>
          <a:bodyPr/>
          <a:lstStyle/>
          <a:p>
            <a:fld id="{19B51A1E-902D-48AF-9020-955120F399B6}" type="slidenum">
              <a:rPr lang="en-US" noProof="0" smtClean="0">
                <a:latin typeface="SVN-Avo"/>
              </a:rPr>
              <a:pPr/>
              <a:t>‹#›</a:t>
            </a:fld>
            <a:endParaRPr lang="en-US" noProof="0">
              <a:latin typeface="SVN-Avo"/>
            </a:endParaRPr>
          </a:p>
        </p:txBody>
      </p:sp>
    </p:spTree>
    <p:extLst>
      <p:ext uri="{BB962C8B-B14F-4D97-AF65-F5344CB8AC3E}">
        <p14:creationId xmlns:p14="http://schemas.microsoft.com/office/powerpoint/2010/main" val="38983115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13AB95C-7DD4-4796-80E4-1B7466A2A037}"/>
              </a:ext>
            </a:extLst>
          </p:cNvPr>
          <p:cNvSpPr>
            <a:spLocks noGrp="1"/>
          </p:cNvSpPr>
          <p:nvPr>
            <p:ph type="body" idx="1"/>
          </p:nvPr>
        </p:nvSpPr>
        <p:spPr>
          <a:xfrm>
            <a:off x="838200" y="1690688"/>
            <a:ext cx="10515600" cy="4464000"/>
          </a:xfrm>
          <a:prstGeom prst="rect">
            <a:avLst/>
          </a:prstGeom>
        </p:spPr>
        <p:txBody>
          <a:bodyPr vert="horz" lIns="0" tIns="0" rIns="0" bIns="0" rtlCol="0">
            <a:noAutofit/>
          </a:bodyPr>
          <a:lstStyle/>
          <a:p>
            <a:pPr lvl="0"/>
            <a:r>
              <a:rPr lang="en-US" noProof="0">
                <a:latin typeface="SVN-Avo"/>
              </a:rPr>
              <a:t>Click to edit Master text styles</a:t>
            </a:r>
            <a:endParaRPr>
              <a:latin typeface="SVN-Avo"/>
            </a:endParaRPr>
          </a:p>
          <a:p>
            <a:pPr lvl="1"/>
            <a:r>
              <a:rPr lang="en-US" noProof="0">
                <a:latin typeface="SVN-Avo"/>
              </a:rPr>
              <a:t>Second level</a:t>
            </a:r>
            <a:endParaRPr>
              <a:latin typeface="SVN-Avo"/>
            </a:endParaRPr>
          </a:p>
          <a:p>
            <a:pPr lvl="2"/>
            <a:r>
              <a:rPr lang="en-US" noProof="0">
                <a:latin typeface="SVN-Avo"/>
              </a:rPr>
              <a:t>Third level</a:t>
            </a:r>
            <a:endParaRPr>
              <a:latin typeface="SVN-Avo"/>
            </a:endParaRPr>
          </a:p>
          <a:p>
            <a:pPr lvl="3"/>
            <a:r>
              <a:rPr lang="en-US" noProof="0">
                <a:latin typeface="SVN-Avo"/>
              </a:rPr>
              <a:t>Fourth level</a:t>
            </a:r>
            <a:endParaRPr>
              <a:latin typeface="SVN-Avo"/>
            </a:endParaRPr>
          </a:p>
          <a:p>
            <a:pPr lvl="4"/>
            <a:r>
              <a:rPr lang="en-US" noProof="0">
                <a:latin typeface="SVN-Avo"/>
              </a:rPr>
              <a:t>Fifth level</a:t>
            </a:r>
            <a:endParaRPr>
              <a:latin typeface="SVN-Avo"/>
            </a:endParaRPr>
          </a:p>
        </p:txBody>
      </p:sp>
      <p:sp>
        <p:nvSpPr>
          <p:cNvPr id="5" name="Footer Placeholder 4">
            <a:extLst>
              <a:ext uri="{FF2B5EF4-FFF2-40B4-BE49-F238E27FC236}">
                <a16:creationId xmlns:a16="http://schemas.microsoft.com/office/drawing/2014/main" id="{58879C91-B77F-4273-9A27-A3535FB889DB}"/>
              </a:ext>
            </a:extLst>
          </p:cNvPr>
          <p:cNvSpPr>
            <a:spLocks noGrp="1"/>
          </p:cNvSpPr>
          <p:nvPr>
            <p:ph type="ftr" sz="quarter" idx="3"/>
          </p:nvPr>
        </p:nvSpPr>
        <p:spPr>
          <a:xfrm>
            <a:off x="115201" y="6405890"/>
            <a:ext cx="3668233" cy="266043"/>
          </a:xfrm>
          <a:prstGeom prst="rect">
            <a:avLst/>
          </a:prstGeom>
          <a:noFill/>
          <a:ln w="3175">
            <a:solidFill>
              <a:schemeClr val="bg1">
                <a:lumMod val="95000"/>
                <a:alpha val="50000"/>
              </a:schemeClr>
            </a:solidFill>
          </a:ln>
        </p:spPr>
        <p:txBody>
          <a:bodyPr vert="horz" lIns="72000" tIns="0" rIns="0" bIns="0" rtlCol="0" anchor="ctr"/>
          <a:lstStyle>
            <a:lvl1pPr algn="l">
              <a:defRPr sz="1100">
                <a:solidFill>
                  <a:srgbClr val="355FAC"/>
                </a:solidFill>
                <a:latin typeface="SVN-Avo" panose="02040603050506020204" pitchFamily="18" charset="0"/>
              </a:defRPr>
            </a:lvl1pPr>
          </a:lstStyle>
          <a:p>
            <a:endParaRPr lang="en-US">
              <a:latin typeface="SVN-Avo"/>
            </a:endParaRPr>
          </a:p>
        </p:txBody>
      </p:sp>
      <p:sp>
        <p:nvSpPr>
          <p:cNvPr id="6" name="Slide Number Placeholder 5">
            <a:extLst>
              <a:ext uri="{FF2B5EF4-FFF2-40B4-BE49-F238E27FC236}">
                <a16:creationId xmlns:a16="http://schemas.microsoft.com/office/drawing/2014/main" id="{5ECA3099-A94F-4C3E-BC29-780EDD38F722}"/>
              </a:ext>
            </a:extLst>
          </p:cNvPr>
          <p:cNvSpPr>
            <a:spLocks noGrp="1"/>
          </p:cNvSpPr>
          <p:nvPr>
            <p:ph type="sldNum" sz="quarter" idx="4"/>
          </p:nvPr>
        </p:nvSpPr>
        <p:spPr>
          <a:xfrm>
            <a:off x="11706224" y="6356350"/>
            <a:ext cx="370575" cy="365125"/>
          </a:xfrm>
          <a:prstGeom prst="rect">
            <a:avLst/>
          </a:prstGeom>
          <a:solidFill>
            <a:schemeClr val="bg1">
              <a:lumMod val="95000"/>
              <a:alpha val="50000"/>
            </a:schemeClr>
          </a:solidFill>
        </p:spPr>
        <p:txBody>
          <a:bodyPr vert="horz" lIns="0" tIns="0" rIns="0" bIns="0" rtlCol="0" anchor="ctr"/>
          <a:lstStyle>
            <a:lvl1pPr algn="ctr">
              <a:defRPr sz="1200" i="1">
                <a:solidFill>
                  <a:schemeClr val="tx1">
                    <a:lumMod val="50000"/>
                    <a:lumOff val="50000"/>
                  </a:schemeClr>
                </a:solidFill>
                <a:latin typeface="SVN-Avo" panose="02040603050506020204" pitchFamily="18" charset="0"/>
              </a:defRPr>
            </a:lvl1pPr>
          </a:lstStyle>
          <a:p>
            <a:fld id="{19B51A1E-902D-48AF-9020-955120F399B6}" type="slidenum">
              <a:rPr lang="en-US" smtClean="0">
                <a:latin typeface="SVN-Avo"/>
              </a:rPr>
              <a:pPr/>
              <a:t>‹#›</a:t>
            </a:fld>
            <a:endParaRPr lang="en-US">
              <a:latin typeface="SVN-Avo"/>
            </a:endParaRPr>
          </a:p>
        </p:txBody>
      </p:sp>
      <p:sp>
        <p:nvSpPr>
          <p:cNvPr id="4" name="Title Placeholder 3">
            <a:extLst>
              <a:ext uri="{FF2B5EF4-FFF2-40B4-BE49-F238E27FC236}">
                <a16:creationId xmlns:a16="http://schemas.microsoft.com/office/drawing/2014/main" id="{1CB4A34E-32E4-2442-B811-592B9AED9D0D}"/>
              </a:ext>
            </a:extLst>
          </p:cNvPr>
          <p:cNvSpPr>
            <a:spLocks noGrp="1"/>
          </p:cNvSpPr>
          <p:nvPr>
            <p:ph type="title"/>
          </p:nvPr>
        </p:nvSpPr>
        <p:spPr>
          <a:xfrm>
            <a:off x="838199" y="365125"/>
            <a:ext cx="11238599" cy="1325563"/>
          </a:xfrm>
          <a:prstGeom prst="rect">
            <a:avLst/>
          </a:prstGeom>
        </p:spPr>
        <p:txBody>
          <a:bodyPr vert="horz" lIns="91440" tIns="45720" rIns="91440" bIns="45720" rtlCol="0" anchor="ctr">
            <a:normAutofit/>
          </a:bodyPr>
          <a:lstStyle/>
          <a:p>
            <a:r>
              <a:rPr lang="en-US">
                <a:latin typeface="SVN-Avo"/>
              </a:rPr>
              <a:t>Click to edit Master title style</a:t>
            </a:r>
            <a:endParaRPr lang="en-VN">
              <a:latin typeface="SVN-Avo"/>
            </a:endParaRPr>
          </a:p>
        </p:txBody>
      </p:sp>
      <p:sp>
        <p:nvSpPr>
          <p:cNvPr id="10" name="Rectangle 9">
            <a:extLst>
              <a:ext uri="{FF2B5EF4-FFF2-40B4-BE49-F238E27FC236}">
                <a16:creationId xmlns:a16="http://schemas.microsoft.com/office/drawing/2014/main" id="{36B8C04E-47A8-436C-8075-09BCDE2AF890}"/>
              </a:ext>
            </a:extLst>
          </p:cNvPr>
          <p:cNvSpPr/>
          <p:nvPr userDrawn="1"/>
        </p:nvSpPr>
        <p:spPr>
          <a:xfrm>
            <a:off x="12146281" y="6355370"/>
            <a:ext cx="45719" cy="368934"/>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latin typeface="SVN-Avo"/>
            </a:endParaRPr>
          </a:p>
        </p:txBody>
      </p:sp>
      <p:sp>
        <p:nvSpPr>
          <p:cNvPr id="20" name="Rectangle 19">
            <a:extLst>
              <a:ext uri="{FF2B5EF4-FFF2-40B4-BE49-F238E27FC236}">
                <a16:creationId xmlns:a16="http://schemas.microsoft.com/office/drawing/2014/main" id="{8B855FC6-4D13-C142-A069-BFAA6F375AC4}"/>
              </a:ext>
            </a:extLst>
          </p:cNvPr>
          <p:cNvSpPr/>
          <p:nvPr userDrawn="1"/>
        </p:nvSpPr>
        <p:spPr>
          <a:xfrm>
            <a:off x="0" y="6359871"/>
            <a:ext cx="45719" cy="368934"/>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latin typeface="SVN-Avo"/>
            </a:endParaRPr>
          </a:p>
        </p:txBody>
      </p:sp>
    </p:spTree>
    <p:extLst>
      <p:ext uri="{BB962C8B-B14F-4D97-AF65-F5344CB8AC3E}">
        <p14:creationId xmlns:p14="http://schemas.microsoft.com/office/powerpoint/2010/main" val="946163275"/>
      </p:ext>
    </p:extLst>
  </p:cSld>
  <p:clrMap bg1="lt1" tx1="dk1" bg2="lt2" tx2="dk2" accent1="accent1" accent2="accent2" accent3="accent3" accent4="accent4" accent5="accent5" accent6="accent6" hlink="hlink" folHlink="folHlink"/>
  <p:sldLayoutIdLst>
    <p:sldLayoutId id="2147483658" r:id="rId1"/>
    <p:sldLayoutId id="2147483679" r:id="rId2"/>
    <p:sldLayoutId id="2147483659" r:id="rId3"/>
    <p:sldLayoutId id="2147483681" r:id="rId4"/>
    <p:sldLayoutId id="2147483678" r:id="rId5"/>
    <p:sldLayoutId id="2147483671" r:id="rId6"/>
    <p:sldLayoutId id="2147483672" r:id="rId7"/>
    <p:sldLayoutId id="2147483677" r:id="rId8"/>
  </p:sldLayoutIdLst>
  <p:hf hdr="0" dt="0"/>
  <p:txStyles>
    <p:titleStyle>
      <a:lvl1pPr algn="l" defTabSz="914400" rtl="0" eaLnBrk="1" latinLnBrk="0" hangingPunct="1">
        <a:lnSpc>
          <a:spcPct val="90000"/>
        </a:lnSpc>
        <a:spcBef>
          <a:spcPct val="0"/>
        </a:spcBef>
        <a:buNone/>
        <a:defRPr sz="2800" b="1" kern="1200" spc="-150">
          <a:solidFill>
            <a:schemeClr val="tx1">
              <a:lumMod val="75000"/>
              <a:lumOff val="25000"/>
            </a:schemeClr>
          </a:solidFill>
          <a:latin typeface="SVN-Avo" panose="02040603050506020204" pitchFamily="18" charset="0"/>
          <a:ea typeface="+mj-ea"/>
          <a:cs typeface="+mj-cs"/>
        </a:defRPr>
      </a:lvl1pPr>
    </p:titleStyle>
    <p:bodyStyle>
      <a:lvl1pPr marL="266700" indent="-266700" algn="l" defTabSz="914400" rtl="0" eaLnBrk="1" latinLnBrk="0" hangingPunct="1">
        <a:lnSpc>
          <a:spcPct val="90000"/>
        </a:lnSpc>
        <a:spcBef>
          <a:spcPts val="1000"/>
        </a:spcBef>
        <a:buClr>
          <a:schemeClr val="accent1"/>
        </a:buClr>
        <a:buFont typeface="Corbel" panose="020B0503020204020204" pitchFamily="34" charset="0"/>
        <a:buChar char="»"/>
        <a:defRPr sz="1800" kern="1200">
          <a:solidFill>
            <a:schemeClr val="tx1">
              <a:lumMod val="75000"/>
              <a:lumOff val="25000"/>
            </a:schemeClr>
          </a:solidFill>
          <a:latin typeface="SVN-Avo" panose="02040603050506020204" pitchFamily="18" charset="0"/>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SVN-Avo" panose="02040603050506020204" pitchFamily="18" charset="0"/>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SVN-Avo" panose="02040603050506020204" pitchFamily="18" charset="0"/>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SVN-Avo" panose="02040603050506020204" pitchFamily="18" charset="0"/>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SVN-Avo" panose="020406030505060202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658368" y="914400"/>
            <a:ext cx="9144000" cy="914400"/>
          </a:xfrm>
          <a:prstGeom prst="rect">
            <a:avLst/>
          </a:prstGeom>
          <a:noFill/>
        </p:spPr>
        <p:txBody>
          <a:bodyPr wrap="none">
            <a:spAutoFit/>
          </a:bodyPr>
          <a:lstStyle/>
          <a:p>
            <a:pPr>
              <a:defRPr sz="3200" b="1">
                <a:solidFill>
                  <a:srgbClr val="355FAC"/>
                </a:solidFill>
                <a:latin typeface="SVN-Avo"/>
              </a:defRPr>
            </a:pPr>
            <a:r>
              <a:t>HỆ THỐNG QUẢN LÝ BÁN HÀNG &amp; PHÂN PHỐI THỰC ĐỊA</a:t>
            </a:r>
          </a:p>
        </p:txBody>
      </p:sp>
      <p:sp>
        <p:nvSpPr>
          <p:cNvPr id="5" name="Rectangle 4"/>
          <p:cNvSpPr/>
          <p:nvPr/>
        </p:nvSpPr>
        <p:spPr>
          <a:xfrm>
            <a:off x="667512" y="1783080"/>
            <a:ext cx="1645920" cy="36576"/>
          </a:xfrm>
          <a:prstGeom prst="rect">
            <a:avLst/>
          </a:prstGeom>
          <a:solidFill>
            <a:srgbClr val="10B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 y="1965960"/>
            <a:ext cx="5486400" cy="457200"/>
          </a:xfrm>
          <a:prstGeom prst="rect">
            <a:avLst/>
          </a:prstGeom>
          <a:noFill/>
        </p:spPr>
        <p:txBody>
          <a:bodyPr wrap="none">
            <a:spAutoFit/>
          </a:bodyPr>
          <a:lstStyle/>
          <a:p>
            <a:pPr>
              <a:defRPr sz="1500" b="1">
                <a:solidFill>
                  <a:srgbClr val="64748B"/>
                </a:solidFill>
                <a:latin typeface="SVN-Avo"/>
              </a:defRPr>
            </a:pPr>
            <a:r>
              <a:t>BÁO CÁO &amp; TRÌNH DIỄN SẢN PHẨM: DMS VTHM MOBILE</a:t>
            </a:r>
          </a:p>
        </p:txBody>
      </p:sp>
      <p:sp>
        <p:nvSpPr>
          <p:cNvPr id="7" name="TextBox 6"/>
          <p:cNvSpPr txBox="1"/>
          <p:nvPr/>
        </p:nvSpPr>
        <p:spPr>
          <a:xfrm>
            <a:off x="658368" y="2514600"/>
            <a:ext cx="10058400" cy="548640"/>
          </a:xfrm>
          <a:prstGeom prst="rect">
            <a:avLst/>
          </a:prstGeom>
          <a:noFill/>
        </p:spPr>
        <p:txBody>
          <a:bodyPr wrap="none">
            <a:spAutoFit/>
          </a:bodyPr>
          <a:lstStyle/>
          <a:p>
            <a:pPr>
              <a:defRPr sz="1800" b="1">
                <a:solidFill>
                  <a:srgbClr val="10B75A"/>
                </a:solidFill>
                <a:latin typeface="SVN-Avo"/>
              </a:defRPr>
            </a:pPr>
            <a:r>
              <a:t>MINH BẠCH TUYẾN ĐƯỜNG  ·  TỐI ƯU CHI PHÍ  ·  TĂNG TRƯỞNG DOANH SỐ THỰC TẾ</a:t>
            </a:r>
          </a:p>
        </p:txBody>
      </p:sp>
      <p:sp>
        <p:nvSpPr>
          <p:cNvPr id="8" name="Rounded Rectangle 7"/>
          <p:cNvSpPr/>
          <p:nvPr/>
        </p:nvSpPr>
        <p:spPr>
          <a:xfrm>
            <a:off x="658368" y="3291840"/>
            <a:ext cx="3474720" cy="2560320"/>
          </a:xfrm>
          <a:prstGeom prst="roundRect">
            <a:avLst/>
          </a:prstGeom>
          <a:solidFill>
            <a:srgbClr val="F8FAFC"/>
          </a:solidFill>
          <a:ln w="12700">
            <a:solidFill>
              <a:srgbClr val="DF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3474720"/>
            <a:ext cx="3108960" cy="2194560"/>
          </a:xfrm>
          <a:prstGeom prst="rect">
            <a:avLst/>
          </a:prstGeom>
          <a:noFill/>
        </p:spPr>
        <p:txBody>
          <a:bodyPr wrap="square">
            <a:spAutoFit/>
          </a:bodyPr>
          <a:lstStyle/>
          <a:p>
            <a:pPr>
              <a:spcAft>
                <a:spcPts val="600"/>
              </a:spcAft>
              <a:defRPr sz="2400" b="1">
                <a:solidFill>
                  <a:srgbClr val="355FAC"/>
                </a:solidFill>
                <a:latin typeface="SVN-Avo"/>
              </a:defRPr>
            </a:pPr>
            <a:r>
              <a:t>+25% NĂNG SUẤT</a:t>
            </a:r>
          </a:p>
          <a:p>
            <a:pPr>
              <a:spcAft>
                <a:spcPts val="800"/>
              </a:spcAft>
              <a:defRPr sz="1400" b="1">
                <a:solidFill>
                  <a:srgbClr val="243858"/>
                </a:solidFill>
                <a:latin typeface="SVN-Avo"/>
              </a:defRPr>
            </a:pPr>
            <a:r>
              <a:t>Tối ưu hoá quy trình tác nghiệp</a:t>
            </a:r>
          </a:p>
          <a:p>
            <a:pPr>
              <a:spcAft>
                <a:spcPts val="0"/>
              </a:spcAft>
              <a:defRPr sz="1200" b="0">
                <a:solidFill>
                  <a:srgbClr val="64748B"/>
                </a:solidFill>
                <a:latin typeface="SVN-Avo"/>
              </a:defRPr>
            </a:pPr>
            <a:r>
              <a:t>Nhân viên di chuyển theo lộ trình ngắn nhất, thao tác 1 chạm, dành thêm 2 - 3 tiếng tư vấn khách hàng mỗi ngày.</a:t>
            </a:r>
          </a:p>
        </p:txBody>
      </p:sp>
      <p:sp>
        <p:nvSpPr>
          <p:cNvPr id="10" name="Rounded Rectangle 9"/>
          <p:cNvSpPr/>
          <p:nvPr/>
        </p:nvSpPr>
        <p:spPr>
          <a:xfrm>
            <a:off x="4453128" y="3291840"/>
            <a:ext cx="3474720" cy="2560320"/>
          </a:xfrm>
          <a:prstGeom prst="roundRect">
            <a:avLst/>
          </a:prstGeom>
          <a:solidFill>
            <a:srgbClr val="F8FAFC"/>
          </a:solidFill>
          <a:ln w="12700">
            <a:solidFill>
              <a:srgbClr val="DF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36008" y="3474720"/>
            <a:ext cx="3108960" cy="2194560"/>
          </a:xfrm>
          <a:prstGeom prst="rect">
            <a:avLst/>
          </a:prstGeom>
          <a:noFill/>
        </p:spPr>
        <p:txBody>
          <a:bodyPr wrap="square">
            <a:spAutoFit/>
          </a:bodyPr>
          <a:lstStyle/>
          <a:p>
            <a:pPr>
              <a:spcAft>
                <a:spcPts val="600"/>
              </a:spcAft>
              <a:defRPr sz="2400" b="1">
                <a:solidFill>
                  <a:srgbClr val="355FAC"/>
                </a:solidFill>
                <a:latin typeface="SVN-Avo"/>
              </a:defRPr>
            </a:pPr>
            <a:r>
              <a:t>-20% CHI PHÍ XĂNG XE</a:t>
            </a:r>
          </a:p>
          <a:p>
            <a:pPr>
              <a:spcAft>
                <a:spcPts val="800"/>
              </a:spcAft>
              <a:defRPr sz="1400" b="1">
                <a:solidFill>
                  <a:srgbClr val="243858"/>
                </a:solidFill>
                <a:latin typeface="SVN-Avo"/>
              </a:defRPr>
            </a:pPr>
            <a:r>
              <a:t>Chống thất thoát phụ cấp</a:t>
            </a:r>
          </a:p>
          <a:p>
            <a:pPr>
              <a:spcAft>
                <a:spcPts val="0"/>
              </a:spcAft>
              <a:defRPr sz="1200" b="0">
                <a:solidFill>
                  <a:srgbClr val="64748B"/>
                </a:solidFill>
                <a:latin typeface="SVN-Avo"/>
              </a:defRPr>
            </a:pPr>
            <a:r>
              <a:t>Hệ thống tự động đo quãng đường di chuyển qua các mốc thực tế, chốt km lúc 23:59 hoàn toàn minh bạch.</a:t>
            </a:r>
          </a:p>
        </p:txBody>
      </p:sp>
      <p:sp>
        <p:nvSpPr>
          <p:cNvPr id="12" name="Rounded Rectangle 11"/>
          <p:cNvSpPr/>
          <p:nvPr/>
        </p:nvSpPr>
        <p:spPr>
          <a:xfrm>
            <a:off x="8247888" y="3291840"/>
            <a:ext cx="3474720" cy="2560320"/>
          </a:xfrm>
          <a:prstGeom prst="roundRect">
            <a:avLst/>
          </a:prstGeom>
          <a:solidFill>
            <a:srgbClr val="F8FAFC"/>
          </a:solidFill>
          <a:ln w="12700">
            <a:solidFill>
              <a:srgbClr val="DF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30768" y="3474720"/>
            <a:ext cx="3108960" cy="2194560"/>
          </a:xfrm>
          <a:prstGeom prst="rect">
            <a:avLst/>
          </a:prstGeom>
          <a:noFill/>
        </p:spPr>
        <p:txBody>
          <a:bodyPr wrap="square">
            <a:spAutoFit/>
          </a:bodyPr>
          <a:lstStyle/>
          <a:p>
            <a:pPr>
              <a:spcAft>
                <a:spcPts val="600"/>
              </a:spcAft>
              <a:defRPr sz="2400" b="1">
                <a:solidFill>
                  <a:srgbClr val="355FAC"/>
                </a:solidFill>
                <a:latin typeface="SVN-Avo"/>
              </a:defRPr>
            </a:pPr>
            <a:r>
              <a:t>100% CHÂN THẬT</a:t>
            </a:r>
          </a:p>
          <a:p>
            <a:pPr>
              <a:spcAft>
                <a:spcPts val="800"/>
              </a:spcAft>
              <a:defRPr sz="1400" b="1">
                <a:solidFill>
                  <a:srgbClr val="243858"/>
                </a:solidFill>
                <a:latin typeface="SVN-Avo"/>
              </a:defRPr>
            </a:pPr>
            <a:r>
              <a:t>Dữ liệu thị trường sạch</a:t>
            </a:r>
          </a:p>
          <a:p>
            <a:pPr>
              <a:spcAft>
                <a:spcPts val="0"/>
              </a:spcAft>
              <a:defRPr sz="1200" b="0">
                <a:solidFill>
                  <a:srgbClr val="64748B"/>
                </a:solidFill>
                <a:latin typeface="SVN-Avo"/>
              </a:defRPr>
            </a:pPr>
            <a:r>
              <a:t>Ảnh chụp in dấu ngày giờ toạ độ, chặn đứng ứng dụng định vị ảo (Fake GPS) và chỉnh lùi giờ điện thoại.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658368" y="1645920"/>
            <a:ext cx="1828800" cy="731520"/>
          </a:xfrm>
          <a:prstGeom prst="rect">
            <a:avLst/>
          </a:prstGeom>
          <a:noFill/>
        </p:spPr>
        <p:txBody>
          <a:bodyPr wrap="none">
            <a:spAutoFit/>
          </a:bodyPr>
          <a:lstStyle/>
          <a:p>
            <a:pPr>
              <a:defRPr sz="4400" b="1">
                <a:solidFill>
                  <a:srgbClr val="10B75A"/>
                </a:solidFill>
                <a:latin typeface="SVN-Avo"/>
              </a:defRPr>
            </a:pPr>
            <a:r>
              <a:t>01</a:t>
            </a:r>
          </a:p>
        </p:txBody>
      </p:sp>
      <p:sp>
        <p:nvSpPr>
          <p:cNvPr id="5" name="Rectangle 4"/>
          <p:cNvSpPr/>
          <p:nvPr/>
        </p:nvSpPr>
        <p:spPr>
          <a:xfrm>
            <a:off x="676656" y="2468880"/>
            <a:ext cx="1371600" cy="36576"/>
          </a:xfrm>
          <a:prstGeom prst="rect">
            <a:avLst/>
          </a:prstGeom>
          <a:solidFill>
            <a:srgbClr val="355F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743200"/>
            <a:ext cx="9144000" cy="1645920"/>
          </a:xfrm>
          <a:prstGeom prst="rect">
            <a:avLst/>
          </a:prstGeom>
          <a:noFill/>
        </p:spPr>
        <p:txBody>
          <a:bodyPr wrap="square">
            <a:spAutoFit/>
          </a:bodyPr>
          <a:lstStyle/>
          <a:p>
            <a:pPr>
              <a:defRPr sz="3000" b="1">
                <a:solidFill>
                  <a:srgbClr val="355FAC"/>
                </a:solidFill>
                <a:latin typeface="SVN-Avo"/>
              </a:defRPr>
            </a:pPr>
            <a:r>
              <a:t>TỔNG QUAN CHIẾN LƯỢC &amp; BÀI TOÁN KINH DOANH</a:t>
            </a:r>
          </a:p>
          <a:p>
            <a:pPr>
              <a:spcBef>
                <a:spcPts val="800"/>
              </a:spcBef>
              <a:defRPr sz="1600" b="0">
                <a:solidFill>
                  <a:srgbClr val="64748B"/>
                </a:solidFill>
                <a:latin typeface="SVN-Avo"/>
              </a:defRPr>
            </a:pPr>
            <a:r>
              <a:t>Nhận diện 4 thách thức thực địa và chuẩn hoá hành trình làm việc của đội ngũ</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 sz="half"/>
          </p:nvPr>
        </p:nvSpPr>
        <p:spPr/>
        <p:txBody>
          <a:bodyPr/>
          <a:lstStyle/>
          <a:p/>
        </p:txBody>
      </p:sp>
      <p:sp>
        <p:nvSpPr>
          <p:cNvPr id="3" name="Title 2"/>
          <p:cNvSpPr>
            <a:spLocks noGrp="1"/>
          </p:cNvSpPr>
          <p:nvPr>
            <p:ph type="title"/>
          </p:nvPr>
        </p:nvSpPr>
        <p:spPr/>
        <p:txBody>
          <a:bodyPr/>
          <a:lstStyle/>
          <a:p>
            <a:pPr>
              <a:defRPr sz="2200" b="1">
                <a:solidFill>
                  <a:srgbClr val="355FAC"/>
                </a:solidFill>
                <a:latin typeface="SVN-Avo"/>
              </a:defRPr>
            </a:pPr>
            <a:r>
              <a:t>4 BÀI TOÁN NHỨC NHỐI CỦA DOANH NGHIỆP &amp; LỜI GIẢI TỪ DMS VTHM</a:t>
            </a:r>
          </a:p>
        </p:txBody>
      </p:sp>
      <p:sp>
        <p:nvSpPr>
          <p:cNvPr id="4" name="Rounded Rectangle 3"/>
          <p:cNvSpPr/>
          <p:nvPr/>
        </p:nvSpPr>
        <p:spPr>
          <a:xfrm>
            <a:off x="457200" y="1051560"/>
            <a:ext cx="5440680" cy="4572000"/>
          </a:xfrm>
          <a:prstGeom prst="roundRect">
            <a:avLst/>
          </a:prstGeom>
          <a:solidFill>
            <a:srgbClr val="F8FAFC"/>
          </a:solidFill>
          <a:ln w="12700">
            <a:solidFill>
              <a:srgbClr val="DF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143000"/>
            <a:ext cx="5074920" cy="4389120"/>
          </a:xfrm>
          <a:prstGeom prst="rect">
            <a:avLst/>
          </a:prstGeom>
          <a:noFill/>
        </p:spPr>
        <p:txBody>
          <a:bodyPr wrap="square">
            <a:spAutoFit/>
          </a:bodyPr>
          <a:lstStyle/>
          <a:p>
            <a:pPr>
              <a:spcAft>
                <a:spcPts val="1200"/>
              </a:spcAft>
              <a:defRPr sz="1600" b="1">
                <a:solidFill>
                  <a:srgbClr val="EE4B4B"/>
                </a:solidFill>
                <a:latin typeface="SVN-Avo"/>
              </a:defRPr>
            </a:pPr>
            <a:r>
              <a:t>THÁCH THỨC &amp; NỖI LO HIỆN TẠI</a:t>
            </a:r>
          </a:p>
          <a:p>
            <a:pPr>
              <a:spcAft>
                <a:spcPts val="200"/>
              </a:spcAft>
              <a:defRPr sz="1300" b="1">
                <a:solidFill>
                  <a:srgbClr val="EE4B4B"/>
                </a:solidFill>
                <a:latin typeface="SVN-Avo"/>
              </a:defRPr>
            </a:pPr>
            <a:r>
              <a:t>1. Sóng 3G/4G chập chờn:</a:t>
            </a:r>
          </a:p>
          <a:p>
            <a:pPr>
              <a:spcAft>
                <a:spcPts val="1000"/>
              </a:spcAft>
              <a:defRPr sz="1200" b="0">
                <a:solidFill>
                  <a:srgbClr val="243858"/>
                </a:solidFill>
                <a:latin typeface="SVN-Avo"/>
              </a:defRPr>
            </a:pPr>
            <a:r>
              <a:t>Vào chợ sâu, vùng hẻo lánh ứng dụng bị treo, nhân viên không ghi đơn được, quay lại sổ giấy thủ công.</a:t>
            </a:r>
          </a:p>
          <a:p>
            <a:pPr>
              <a:spcAft>
                <a:spcPts val="200"/>
              </a:spcAft>
              <a:defRPr sz="1300" b="1">
                <a:solidFill>
                  <a:srgbClr val="EE4B4B"/>
                </a:solidFill>
                <a:latin typeface="SVN-Avo"/>
              </a:defRPr>
            </a:pPr>
            <a:r>
              <a:t>2. Gian lận chấm công &amp; viếng thăm:</a:t>
            </a:r>
          </a:p>
          <a:p>
            <a:pPr>
              <a:spcAft>
                <a:spcPts val="1000"/>
              </a:spcAft>
              <a:defRPr sz="1200" b="0">
                <a:solidFill>
                  <a:srgbClr val="243858"/>
                </a:solidFill>
                <a:latin typeface="SVN-Avo"/>
              </a:defRPr>
            </a:pPr>
            <a:r>
              <a:t>Nhân viên dùng app định vị ảo (Fake GPS) hoặc chỉnh lùi giờ máy, ngồi quán cà phê nhưng báo cáo đã đến đại lý.</a:t>
            </a:r>
          </a:p>
          <a:p>
            <a:pPr>
              <a:spcAft>
                <a:spcPts val="200"/>
              </a:spcAft>
              <a:defRPr sz="1300" b="1">
                <a:solidFill>
                  <a:srgbClr val="EE4B4B"/>
                </a:solidFill>
                <a:latin typeface="SVN-Avo"/>
              </a:defRPr>
            </a:pPr>
            <a:r>
              <a:t>3. Tranh cãi phụ cấp xăng xe:</a:t>
            </a:r>
          </a:p>
          <a:p>
            <a:pPr>
              <a:spcAft>
                <a:spcPts val="1000"/>
              </a:spcAft>
              <a:defRPr sz="1200" b="0">
                <a:solidFill>
                  <a:srgbClr val="243858"/>
                </a:solidFill>
                <a:latin typeface="SVN-Avo"/>
              </a:defRPr>
            </a:pPr>
            <a:r>
              <a:t>Khoảng cách tính theo ước lượng cảm tính, gây tranh cãi giữa kế toán và nhân viên ngoài thị trường.</a:t>
            </a:r>
          </a:p>
          <a:p>
            <a:pPr>
              <a:spcAft>
                <a:spcPts val="200"/>
              </a:spcAft>
              <a:defRPr sz="1300" b="1">
                <a:solidFill>
                  <a:srgbClr val="EE4B4B"/>
                </a:solidFill>
                <a:latin typeface="SVN-Avo"/>
              </a:defRPr>
            </a:pPr>
            <a:r>
              <a:t>4. Dữ liệu rời rạc, trễ nhịp:</a:t>
            </a:r>
          </a:p>
          <a:p>
            <a:pPr>
              <a:spcAft>
                <a:spcPts val="0"/>
              </a:spcAft>
              <a:defRPr sz="1200" b="0">
                <a:solidFill>
                  <a:srgbClr val="243858"/>
                </a:solidFill>
                <a:latin typeface="SVN-Avo"/>
              </a:defRPr>
            </a:pPr>
            <a:r>
              <a:t>Cuối ngày nhắn tin Zalo, tổng hợp báo cáo mất 24h - 48h, Lãnh đạo không nắm bắt kịp biến động đối thủ.</a:t>
            </a:r>
          </a:p>
        </p:txBody>
      </p:sp>
      <p:sp>
        <p:nvSpPr>
          <p:cNvPr id="6" name="Rounded Rectangle 5"/>
          <p:cNvSpPr/>
          <p:nvPr/>
        </p:nvSpPr>
        <p:spPr>
          <a:xfrm>
            <a:off x="6263640" y="1051560"/>
            <a:ext cx="5440680" cy="4572000"/>
          </a:xfrm>
          <a:prstGeom prst="roundRect">
            <a:avLst/>
          </a:prstGeom>
          <a:solidFill>
            <a:srgbClr val="F8FAFC"/>
          </a:solidFill>
          <a:ln w="12700">
            <a:solidFill>
              <a:srgbClr val="DF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1143000"/>
            <a:ext cx="5074920" cy="4389120"/>
          </a:xfrm>
          <a:prstGeom prst="rect">
            <a:avLst/>
          </a:prstGeom>
          <a:noFill/>
        </p:spPr>
        <p:txBody>
          <a:bodyPr wrap="square">
            <a:spAutoFit/>
          </a:bodyPr>
          <a:lstStyle/>
          <a:p>
            <a:pPr>
              <a:spcAft>
                <a:spcPts val="1200"/>
              </a:spcAft>
              <a:defRPr sz="1600" b="1">
                <a:solidFill>
                  <a:srgbClr val="10B75A"/>
                </a:solidFill>
                <a:latin typeface="SVN-Avo"/>
              </a:defRPr>
            </a:pPr>
            <a:r>
              <a:t>GIẢI PHÁP ĐỘT PHÁ TỪ DMS VTHM</a:t>
            </a:r>
          </a:p>
          <a:p>
            <a:pPr>
              <a:spcAft>
                <a:spcPts val="200"/>
              </a:spcAft>
              <a:defRPr sz="1300" b="1">
                <a:solidFill>
                  <a:srgbClr val="10B75A"/>
                </a:solidFill>
                <a:latin typeface="SVN-Avo"/>
              </a:defRPr>
            </a:pPr>
            <a:r>
              <a:t>1. Mất mạng vẫn tác nghiệp 100%:</a:t>
            </a:r>
          </a:p>
          <a:p>
            <a:pPr>
              <a:spcAft>
                <a:spcPts val="1000"/>
              </a:spcAft>
              <a:defRPr sz="1200" b="0">
                <a:solidFill>
                  <a:srgbClr val="243858"/>
                </a:solidFill>
                <a:latin typeface="SVN-Avo"/>
              </a:defRPr>
            </a:pPr>
            <a:r>
              <a:t>Dữ liệu lưu an toàn trong máy, có mạng tự động gửi về máy chủ công ty tức thì.</a:t>
            </a:r>
          </a:p>
          <a:p>
            <a:pPr>
              <a:spcAft>
                <a:spcPts val="200"/>
              </a:spcAft>
              <a:defRPr sz="1300" b="1">
                <a:solidFill>
                  <a:srgbClr val="10B75A"/>
                </a:solidFill>
                <a:latin typeface="SVN-Avo"/>
              </a:defRPr>
            </a:pPr>
            <a:r>
              <a:t>2. Chống gian lận bằng công nghệ kép:</a:t>
            </a:r>
          </a:p>
          <a:p>
            <a:pPr>
              <a:spcAft>
                <a:spcPts val="1000"/>
              </a:spcAft>
              <a:defRPr sz="1200" b="0">
                <a:solidFill>
                  <a:srgbClr val="243858"/>
                </a:solidFill>
                <a:latin typeface="SVN-Avo"/>
              </a:defRPr>
            </a:pPr>
            <a:r>
              <a:t>Khóa chặt vị trí ảo, khóa lùi giờ, ảnh chụp in chìm ngày giờ toạ độ không thể làm giả.</a:t>
            </a:r>
          </a:p>
          <a:p>
            <a:pPr>
              <a:spcAft>
                <a:spcPts val="200"/>
              </a:spcAft>
              <a:defRPr sz="1300" b="1">
                <a:solidFill>
                  <a:srgbClr val="10B75A"/>
                </a:solidFill>
                <a:latin typeface="SVN-Avo"/>
              </a:defRPr>
            </a:pPr>
            <a:r>
              <a:t>3. Tự động đo quãng đường thực tế:</a:t>
            </a:r>
          </a:p>
          <a:p>
            <a:pPr>
              <a:spcAft>
                <a:spcPts val="1000"/>
              </a:spcAft>
              <a:defRPr sz="1200" b="0">
                <a:solidFill>
                  <a:srgbClr val="243858"/>
                </a:solidFill>
                <a:latin typeface="SVN-Avo"/>
              </a:defRPr>
            </a:pPr>
            <a:r>
              <a:t>Chốt số km chuẩn xác lúc 23:59 theo tọa độ di chuyển thực tế, chi trả công bằng.</a:t>
            </a:r>
          </a:p>
          <a:p>
            <a:pPr>
              <a:spcAft>
                <a:spcPts val="200"/>
              </a:spcAft>
              <a:defRPr sz="1300" b="1">
                <a:solidFill>
                  <a:srgbClr val="10B75A"/>
                </a:solidFill>
                <a:latin typeface="SVN-Avo"/>
              </a:defRPr>
            </a:pPr>
            <a:r>
              <a:t>4. Nắm bắt thị trường từng phút:</a:t>
            </a:r>
          </a:p>
          <a:p>
            <a:pPr>
              <a:spcAft>
                <a:spcPts val="0"/>
              </a:spcAft>
              <a:defRPr sz="1200" b="0">
                <a:solidFill>
                  <a:srgbClr val="243858"/>
                </a:solidFill>
                <a:latin typeface="SVN-Avo"/>
              </a:defRPr>
            </a:pPr>
            <a:r>
              <a:t>Báo cáo tiến độ thời gian thực, Lãnh đạo nhìn thấy diễn biến doanh số và độ phủ trên bản đồ số.</a:t>
            </a:r>
          </a:p>
        </p:txBody>
      </p:sp>
      <p:sp>
        <p:nvSpPr>
          <p:cNvPr id="8" name="Rounded Rectangle 7"/>
          <p:cNvSpPr/>
          <p:nvPr/>
        </p:nvSpPr>
        <p:spPr>
          <a:xfrm>
            <a:off x="457200" y="5779008"/>
            <a:ext cx="11274552" cy="502920"/>
          </a:xfrm>
          <a:prstGeom prst="roundRect">
            <a:avLst/>
          </a:prstGeom>
          <a:solidFill>
            <a:srgbClr val="EAFAEA"/>
          </a:solidFill>
          <a:ln w="12700">
            <a:solidFill>
              <a:srgbClr val="10B7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200" b="1">
                <a:solidFill>
                  <a:srgbClr val="10B75A"/>
                </a:solidFill>
                <a:latin typeface="SVN-Avo"/>
              </a:defRPr>
            </a:pPr>
            <a:r>
              <a:t>💡 GIÁ TRỊ DOANH NGHIỆP: DMS VTHM giải quyết dứt điểm các rủi ro lớn nhất, biến dữ liệu thực địa thành tài sản số của công 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 sz="half"/>
          </p:nvPr>
        </p:nvSpPr>
        <p:spPr/>
        <p:txBody>
          <a:bodyPr/>
          <a:lstStyle/>
          <a:p/>
        </p:txBody>
      </p:sp>
      <p:sp>
        <p:nvSpPr>
          <p:cNvPr id="3" name="Title 2"/>
          <p:cNvSpPr>
            <a:spLocks noGrp="1"/>
          </p:cNvSpPr>
          <p:nvPr>
            <p:ph type="title"/>
          </p:nvPr>
        </p:nvSpPr>
        <p:spPr/>
        <p:txBody>
          <a:bodyPr/>
          <a:lstStyle/>
          <a:p>
            <a:pPr>
              <a:defRPr sz="2200" b="1">
                <a:solidFill>
                  <a:srgbClr val="355FAC"/>
                </a:solidFill>
                <a:latin typeface="SVN-Avo"/>
              </a:defRPr>
            </a:pPr>
            <a:r>
              <a:t>BA CAM KẾT LỚN: LỢI ÍCH HÀI HOÀ GIỮA CẢ 3 CẤP</a:t>
            </a:r>
          </a:p>
        </p:txBody>
      </p:sp>
      <p:sp>
        <p:nvSpPr>
          <p:cNvPr id="4" name="Rounded Rectangle 3"/>
          <p:cNvSpPr/>
          <p:nvPr/>
        </p:nvSpPr>
        <p:spPr>
          <a:xfrm>
            <a:off x="457200" y="1051560"/>
            <a:ext cx="3474720" cy="4572000"/>
          </a:xfrm>
          <a:prstGeom prst="roundRect">
            <a:avLst/>
          </a:prstGeom>
          <a:solidFill>
            <a:srgbClr val="F8FAFC"/>
          </a:solidFill>
          <a:ln w="12700">
            <a:solidFill>
              <a:srgbClr val="DF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143000"/>
            <a:ext cx="3108960" cy="4389120"/>
          </a:xfrm>
          <a:prstGeom prst="rect">
            <a:avLst/>
          </a:prstGeom>
          <a:noFill/>
        </p:spPr>
        <p:txBody>
          <a:bodyPr wrap="square">
            <a:spAutoFit/>
          </a:bodyPr>
          <a:lstStyle/>
          <a:p>
            <a:pPr>
              <a:spcAft>
                <a:spcPts val="400"/>
              </a:spcAft>
              <a:defRPr sz="1600" b="1">
                <a:solidFill>
                  <a:srgbClr val="355FAC"/>
                </a:solidFill>
                <a:latin typeface="SVN-Avo"/>
              </a:defRPr>
            </a:pPr>
            <a:r>
              <a:t>DÀNH CHO SẾP</a:t>
            </a:r>
          </a:p>
          <a:p>
            <a:pPr>
              <a:spcAft>
                <a:spcPts val="1200"/>
              </a:spcAft>
              <a:defRPr sz="1200" b="0">
                <a:solidFill>
                  <a:srgbClr val="64748B"/>
                </a:solidFill>
                <a:latin typeface="SVN-Avo"/>
              </a:defRPr>
            </a:pPr>
            <a:r>
              <a:t>Kiểm soát &amp; Tối ưu chi phí</a:t>
            </a:r>
          </a:p>
          <a:p>
            <a:pPr>
              <a:spcAft>
                <a:spcPts val="200"/>
              </a:spcAft>
              <a:defRPr sz="1300" b="1">
                <a:solidFill>
                  <a:srgbClr val="243858"/>
                </a:solidFill>
                <a:latin typeface="SVN-Avo"/>
              </a:defRPr>
            </a:pPr>
            <a:r>
              <a:t>• Nắm bắt tức thời thị trường:</a:t>
            </a:r>
          </a:p>
          <a:p>
            <a:pPr>
              <a:spcAft>
                <a:spcPts val="800"/>
              </a:spcAft>
              <a:defRPr sz="1100" b="0">
                <a:solidFill>
                  <a:srgbClr val="64748B"/>
                </a:solidFill>
                <a:latin typeface="SVN-Avo"/>
              </a:defRPr>
            </a:pPr>
            <a:r>
              <a:t>Ban Giám Đốc nhìn thấy toàn bộ lộ trình, số lượng đại lý đã viếng thăm theo thời gian thực.</a:t>
            </a:r>
          </a:p>
          <a:p>
            <a:pPr>
              <a:spcAft>
                <a:spcPts val="200"/>
              </a:spcAft>
              <a:defRPr sz="1300" b="1">
                <a:solidFill>
                  <a:srgbClr val="243858"/>
                </a:solidFill>
                <a:latin typeface="SVN-Avo"/>
              </a:defRPr>
            </a:pPr>
            <a:r>
              <a:t>• Chống thất thoát chi phí:</a:t>
            </a:r>
          </a:p>
          <a:p>
            <a:pPr>
              <a:spcAft>
                <a:spcPts val="800"/>
              </a:spcAft>
              <a:defRPr sz="1100" b="0">
                <a:solidFill>
                  <a:srgbClr val="64748B"/>
                </a:solidFill>
                <a:latin typeface="SVN-Avo"/>
              </a:defRPr>
            </a:pPr>
            <a:r>
              <a:t>Cắt giảm 15% - 20% chi phí xăng xe khai khống; thanh toán đúng người, đúng việc.</a:t>
            </a:r>
          </a:p>
          <a:p>
            <a:pPr>
              <a:spcAft>
                <a:spcPts val="200"/>
              </a:spcAft>
              <a:defRPr sz="1300" b="1">
                <a:solidFill>
                  <a:srgbClr val="243858"/>
                </a:solidFill>
                <a:latin typeface="SVN-Avo"/>
              </a:defRPr>
            </a:pPr>
            <a:r>
              <a:t>• Dữ liệu là tài sản công ty:</a:t>
            </a:r>
          </a:p>
          <a:p>
            <a:pPr>
              <a:spcAft>
                <a:spcPts val="800"/>
              </a:spcAft>
              <a:defRPr sz="1100" b="0">
                <a:solidFill>
                  <a:srgbClr val="64748B"/>
                </a:solidFill>
                <a:latin typeface="SVN-Avo"/>
              </a:defRPr>
            </a:pPr>
            <a:r>
              <a:t>Danh bạ khách hàng, hình ảnh quầy kệ được lưu giữ vĩnh viễn trên máy chủ công ty.</a:t>
            </a:r>
          </a:p>
        </p:txBody>
      </p:sp>
      <p:sp>
        <p:nvSpPr>
          <p:cNvPr id="6" name="Rounded Rectangle 5"/>
          <p:cNvSpPr/>
          <p:nvPr/>
        </p:nvSpPr>
        <p:spPr>
          <a:xfrm>
            <a:off x="4352544" y="1051560"/>
            <a:ext cx="3474720" cy="4572000"/>
          </a:xfrm>
          <a:prstGeom prst="roundRect">
            <a:avLst/>
          </a:prstGeom>
          <a:solidFill>
            <a:srgbClr val="F8FAFC"/>
          </a:solidFill>
          <a:ln w="12700">
            <a:solidFill>
              <a:srgbClr val="DF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35424" y="1143000"/>
            <a:ext cx="3108960" cy="4389120"/>
          </a:xfrm>
          <a:prstGeom prst="rect">
            <a:avLst/>
          </a:prstGeom>
          <a:noFill/>
        </p:spPr>
        <p:txBody>
          <a:bodyPr wrap="square">
            <a:spAutoFit/>
          </a:bodyPr>
          <a:lstStyle/>
          <a:p>
            <a:pPr>
              <a:spcAft>
                <a:spcPts val="400"/>
              </a:spcAft>
              <a:defRPr sz="1600" b="1">
                <a:solidFill>
                  <a:srgbClr val="F59E0B"/>
                </a:solidFill>
                <a:latin typeface="SVN-Avo"/>
              </a:defRPr>
            </a:pPr>
            <a:r>
              <a:t>DÀNH CHO GIÁM SÁT</a:t>
            </a:r>
          </a:p>
          <a:p>
            <a:pPr>
              <a:spcAft>
                <a:spcPts val="1200"/>
              </a:spcAft>
              <a:defRPr sz="1200" b="0">
                <a:solidFill>
                  <a:srgbClr val="64748B"/>
                </a:solidFill>
                <a:latin typeface="SVN-Avo"/>
              </a:defRPr>
            </a:pPr>
            <a:r>
              <a:t>Quản lý nhẹ nhàng, minh bạch</a:t>
            </a:r>
          </a:p>
          <a:p>
            <a:pPr>
              <a:spcAft>
                <a:spcPts val="200"/>
              </a:spcAft>
              <a:defRPr sz="1300" b="1">
                <a:solidFill>
                  <a:srgbClr val="243858"/>
                </a:solidFill>
                <a:latin typeface="SVN-Avo"/>
              </a:defRPr>
            </a:pPr>
            <a:r>
              <a:t>• Dứt điểm kiểm tra thủ công:</a:t>
            </a:r>
          </a:p>
          <a:p>
            <a:pPr>
              <a:spcAft>
                <a:spcPts val="800"/>
              </a:spcAft>
              <a:defRPr sz="1100" b="0">
                <a:solidFill>
                  <a:srgbClr val="64748B"/>
                </a:solidFill>
                <a:latin typeface="SVN-Avo"/>
              </a:defRPr>
            </a:pPr>
            <a:r>
              <a:t>Không cần gọi điện thoại giục giã hay đối chiếu tin nhắn Zalo mỗi tối.</a:t>
            </a:r>
          </a:p>
          <a:p>
            <a:pPr>
              <a:spcAft>
                <a:spcPts val="200"/>
              </a:spcAft>
              <a:defRPr sz="1300" b="1">
                <a:solidFill>
                  <a:srgbClr val="243858"/>
                </a:solidFill>
                <a:latin typeface="SVN-Avo"/>
              </a:defRPr>
            </a:pPr>
            <a:r>
              <a:t>• Phê duyệt tại chỗ trên máy:</a:t>
            </a:r>
          </a:p>
          <a:p>
            <a:pPr>
              <a:spcAft>
                <a:spcPts val="800"/>
              </a:spcAft>
              <a:defRPr sz="1100" b="0">
                <a:solidFill>
                  <a:srgbClr val="64748B"/>
                </a:solidFill>
                <a:latin typeface="SVN-Avo"/>
              </a:defRPr>
            </a:pPr>
            <a:r>
              <a:t>Đơn xin chấm công ngoài vùng, giải trình sự cố được duyệt online ngay lập tức.</a:t>
            </a:r>
          </a:p>
          <a:p>
            <a:pPr>
              <a:spcAft>
                <a:spcPts val="200"/>
              </a:spcAft>
              <a:defRPr sz="1300" b="1">
                <a:solidFill>
                  <a:srgbClr val="243858"/>
                </a:solidFill>
                <a:latin typeface="SVN-Avo"/>
              </a:defRPr>
            </a:pPr>
            <a:r>
              <a:t>• Bản đồ định vị thời gian thực:</a:t>
            </a:r>
          </a:p>
          <a:p>
            <a:pPr>
              <a:spcAft>
                <a:spcPts val="800"/>
              </a:spcAft>
              <a:defRPr sz="1100" b="0">
                <a:solidFill>
                  <a:srgbClr val="64748B"/>
                </a:solidFill>
                <a:latin typeface="SVN-Avo"/>
              </a:defRPr>
            </a:pPr>
            <a:r>
              <a:t>Biết rõ từng nhân viên đang ở khu vực nào, hỗ trợ điều phối tức thì khi có điểm nóng.</a:t>
            </a:r>
          </a:p>
        </p:txBody>
      </p:sp>
      <p:sp>
        <p:nvSpPr>
          <p:cNvPr id="8" name="Rounded Rectangle 7"/>
          <p:cNvSpPr/>
          <p:nvPr/>
        </p:nvSpPr>
        <p:spPr>
          <a:xfrm>
            <a:off x="8247888" y="1051560"/>
            <a:ext cx="3474720" cy="4572000"/>
          </a:xfrm>
          <a:prstGeom prst="roundRect">
            <a:avLst/>
          </a:prstGeom>
          <a:solidFill>
            <a:srgbClr val="F8FAFC"/>
          </a:solidFill>
          <a:ln w="12700">
            <a:solidFill>
              <a:srgbClr val="DF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0768" y="1143000"/>
            <a:ext cx="3108960" cy="4389120"/>
          </a:xfrm>
          <a:prstGeom prst="rect">
            <a:avLst/>
          </a:prstGeom>
          <a:noFill/>
        </p:spPr>
        <p:txBody>
          <a:bodyPr wrap="square">
            <a:spAutoFit/>
          </a:bodyPr>
          <a:lstStyle/>
          <a:p>
            <a:pPr>
              <a:spcAft>
                <a:spcPts val="400"/>
              </a:spcAft>
              <a:defRPr sz="1600" b="1">
                <a:solidFill>
                  <a:srgbClr val="10B75A"/>
                </a:solidFill>
                <a:latin typeface="SVN-Avo"/>
              </a:defRPr>
            </a:pPr>
            <a:r>
              <a:t>DÀNH CHO NHÂN VIÊN</a:t>
            </a:r>
          </a:p>
          <a:p>
            <a:pPr>
              <a:spcAft>
                <a:spcPts val="1200"/>
              </a:spcAft>
              <a:defRPr sz="1200" b="0">
                <a:solidFill>
                  <a:srgbClr val="64748B"/>
                </a:solidFill>
                <a:latin typeface="SVN-Avo"/>
              </a:defRPr>
            </a:pPr>
            <a:r>
              <a:t>Dễ dùng, công bằng &amp; an tâm</a:t>
            </a:r>
          </a:p>
          <a:p>
            <a:pPr>
              <a:spcAft>
                <a:spcPts val="200"/>
              </a:spcAft>
              <a:defRPr sz="1300" b="1">
                <a:solidFill>
                  <a:srgbClr val="243858"/>
                </a:solidFill>
                <a:latin typeface="SVN-Avo"/>
              </a:defRPr>
            </a:pPr>
            <a:r>
              <a:t>• Thao tác 1 chạm siêu nhanh:</a:t>
            </a:r>
          </a:p>
          <a:p>
            <a:pPr>
              <a:spcAft>
                <a:spcPts val="800"/>
              </a:spcAft>
              <a:defRPr sz="1100" b="0">
                <a:solidFill>
                  <a:srgbClr val="64748B"/>
                </a:solidFill>
                <a:latin typeface="SVN-Avo"/>
              </a:defRPr>
            </a:pPr>
            <a:r>
              <a:t>Không cần nhớ mật khẩu mỗi sáng, giao diện 3 nút lớn trực quan, có nhập giọng nói.</a:t>
            </a:r>
          </a:p>
          <a:p>
            <a:pPr>
              <a:spcAft>
                <a:spcPts val="200"/>
              </a:spcAft>
              <a:defRPr sz="1300" b="1">
                <a:solidFill>
                  <a:srgbClr val="243858"/>
                </a:solidFill>
                <a:latin typeface="SVN-Avo"/>
              </a:defRPr>
            </a:pPr>
            <a:r>
              <a:t>• Bảo vệ quyền lợi chính đáng:</a:t>
            </a:r>
          </a:p>
          <a:p>
            <a:pPr>
              <a:spcAft>
                <a:spcPts val="800"/>
              </a:spcAft>
              <a:defRPr sz="1100" b="0">
                <a:solidFill>
                  <a:srgbClr val="64748B"/>
                </a:solidFill>
                <a:latin typeface="SVN-Avo"/>
              </a:defRPr>
            </a:pPr>
            <a:r>
              <a:t>Quãng đường chạy thực tế được đo chính xác, tính đủ phụ cấp, không lo bị cắt xén.</a:t>
            </a:r>
          </a:p>
          <a:p>
            <a:pPr>
              <a:spcAft>
                <a:spcPts val="200"/>
              </a:spcAft>
              <a:defRPr sz="1300" b="1">
                <a:solidFill>
                  <a:srgbClr val="243858"/>
                </a:solidFill>
                <a:latin typeface="SVN-Avo"/>
              </a:defRPr>
            </a:pPr>
            <a:r>
              <a:t>• An tâm khi mất sóng:</a:t>
            </a:r>
          </a:p>
          <a:p>
            <a:pPr>
              <a:spcAft>
                <a:spcPts val="800"/>
              </a:spcAft>
              <a:defRPr sz="1100" b="0">
                <a:solidFill>
                  <a:srgbClr val="64748B"/>
                </a:solidFill>
                <a:latin typeface="SVN-Avo"/>
              </a:defRPr>
            </a:pPr>
            <a:r>
              <a:t>Vào chợ sâu mất mạng vẫn lưu đơn hàng, chụp ảnh bình thường, không sợ mất việc.</a:t>
            </a:r>
          </a:p>
        </p:txBody>
      </p:sp>
      <p:sp>
        <p:nvSpPr>
          <p:cNvPr id="10" name="Rounded Rectangle 9"/>
          <p:cNvSpPr/>
          <p:nvPr/>
        </p:nvSpPr>
        <p:spPr>
          <a:xfrm>
            <a:off x="457200" y="5779008"/>
            <a:ext cx="11274552" cy="502920"/>
          </a:xfrm>
          <a:prstGeom prst="roundRect">
            <a:avLst/>
          </a:prstGeom>
          <a:solidFill>
            <a:srgbClr val="EAFAEA"/>
          </a:solidFill>
          <a:ln w="12700">
            <a:solidFill>
              <a:srgbClr val="10B7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200" b="1">
                <a:solidFill>
                  <a:srgbClr val="10B75A"/>
                </a:solidFill>
                <a:latin typeface="SVN-Avo"/>
              </a:defRPr>
            </a:pPr>
            <a:r>
              <a:t>💡 GIÁ TRỊ DOANH NGHIỆP: Một phần mềm chỉ thành công khi nhân viên muốn dùng, giám sát nhàn việc và Sếp an tâm về hiệu quả.</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 sz="half"/>
          </p:nvPr>
        </p:nvSpPr>
        <p:spPr/>
        <p:txBody>
          <a:bodyPr/>
          <a:lstStyle/>
          <a:p/>
        </p:txBody>
      </p:sp>
      <p:sp>
        <p:nvSpPr>
          <p:cNvPr id="3" name="Title 2"/>
          <p:cNvSpPr>
            <a:spLocks noGrp="1"/>
          </p:cNvSpPr>
          <p:nvPr>
            <p:ph type="title"/>
          </p:nvPr>
        </p:nvSpPr>
        <p:spPr/>
        <p:txBody>
          <a:bodyPr/>
          <a:lstStyle/>
          <a:p>
            <a:pPr>
              <a:defRPr sz="2200" b="1">
                <a:solidFill>
                  <a:srgbClr val="355FAC"/>
                </a:solidFill>
                <a:latin typeface="SVN-Avo"/>
              </a:defRPr>
            </a:pPr>
            <a:r>
              <a:t>HÀNH TRÌNH 1 NGÀY LÀM VIỆC CHUẨN MỰC CỦA NHÂN VIÊN THỊ TRƯỜNG</a:t>
            </a:r>
          </a:p>
        </p:txBody>
      </p:sp>
      <p:sp>
        <p:nvSpPr>
          <p:cNvPr id="4" name="Rounded Rectangle 3"/>
          <p:cNvSpPr/>
          <p:nvPr/>
        </p:nvSpPr>
        <p:spPr>
          <a:xfrm>
            <a:off x="457200" y="1051560"/>
            <a:ext cx="2560320" cy="4572000"/>
          </a:xfrm>
          <a:prstGeom prst="roundRect">
            <a:avLst/>
          </a:prstGeom>
          <a:solidFill>
            <a:srgbClr val="F8FAFC"/>
          </a:solidFill>
          <a:ln w="12700">
            <a:solidFill>
              <a:srgbClr val="DF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1143000"/>
            <a:ext cx="2231136" cy="4389120"/>
          </a:xfrm>
          <a:prstGeom prst="rect">
            <a:avLst/>
          </a:prstGeom>
          <a:noFill/>
        </p:spPr>
        <p:txBody>
          <a:bodyPr wrap="square">
            <a:spAutoFit/>
          </a:bodyPr>
          <a:lstStyle/>
          <a:p>
            <a:pPr>
              <a:spcAft>
                <a:spcPts val="400"/>
              </a:spcAft>
              <a:defRPr sz="1600" b="1">
                <a:solidFill>
                  <a:srgbClr val="F59E0B"/>
                </a:solidFill>
                <a:latin typeface="SVN-Avo"/>
              </a:defRPr>
            </a:pPr>
            <a:r>
              <a:t>08:00 SÁNG</a:t>
            </a:r>
          </a:p>
          <a:p>
            <a:pPr>
              <a:spcAft>
                <a:spcPts val="1400"/>
              </a:spcAft>
              <a:defRPr sz="1300" b="1">
                <a:solidFill>
                  <a:srgbClr val="243858"/>
                </a:solidFill>
                <a:latin typeface="SVN-Avo"/>
              </a:defRPr>
            </a:pPr>
            <a:r>
              <a:t>KHỞI ĐẦU NGÀY MỚI</a:t>
            </a:r>
          </a:p>
          <a:p>
            <a:pPr>
              <a:spcAft>
                <a:spcPts val="800"/>
              </a:spcAft>
              <a:defRPr sz="1100" b="0">
                <a:solidFill>
                  <a:srgbClr val="64748B"/>
                </a:solidFill>
                <a:latin typeface="SVN-Avo"/>
              </a:defRPr>
            </a:pPr>
            <a:r>
              <a:t>• Mở app 1 chạm (không cần gõ pass)</a:t>
            </a:r>
          </a:p>
          <a:p>
            <a:pPr>
              <a:spcAft>
                <a:spcPts val="800"/>
              </a:spcAft>
              <a:defRPr sz="1100" b="0">
                <a:solidFill>
                  <a:srgbClr val="64748B"/>
                </a:solidFill>
                <a:latin typeface="SVN-Avo"/>
              </a:defRPr>
            </a:pPr>
            <a:r>
              <a:t>• Chấm công vào ca bằng 2 ảnh xác thực</a:t>
            </a:r>
          </a:p>
          <a:p>
            <a:pPr>
              <a:spcAft>
                <a:spcPts val="800"/>
              </a:spcAft>
              <a:defRPr sz="1100" b="0">
                <a:solidFill>
                  <a:srgbClr val="64748B"/>
                </a:solidFill>
                <a:latin typeface="SVN-Avo"/>
              </a:defRPr>
            </a:pPr>
            <a:r>
              <a:t>• Xem tuyến bán hàng tối ưu trong ngày</a:t>
            </a:r>
          </a:p>
        </p:txBody>
      </p:sp>
      <p:sp>
        <p:nvSpPr>
          <p:cNvPr id="6" name="Rounded Rectangle 5"/>
          <p:cNvSpPr/>
          <p:nvPr/>
        </p:nvSpPr>
        <p:spPr>
          <a:xfrm>
            <a:off x="3355848" y="1051560"/>
            <a:ext cx="2560320" cy="4572000"/>
          </a:xfrm>
          <a:prstGeom prst="roundRect">
            <a:avLst/>
          </a:prstGeom>
          <a:solidFill>
            <a:srgbClr val="F8FAFC"/>
          </a:solidFill>
          <a:ln w="12700">
            <a:solidFill>
              <a:srgbClr val="DF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520440" y="1143000"/>
            <a:ext cx="2231136" cy="4389120"/>
          </a:xfrm>
          <a:prstGeom prst="rect">
            <a:avLst/>
          </a:prstGeom>
          <a:noFill/>
        </p:spPr>
        <p:txBody>
          <a:bodyPr wrap="square">
            <a:spAutoFit/>
          </a:bodyPr>
          <a:lstStyle/>
          <a:p>
            <a:pPr>
              <a:spcAft>
                <a:spcPts val="400"/>
              </a:spcAft>
              <a:defRPr sz="1600" b="1">
                <a:solidFill>
                  <a:srgbClr val="355FAC"/>
                </a:solidFill>
                <a:latin typeface="SVN-Avo"/>
              </a:defRPr>
            </a:pPr>
            <a:r>
              <a:t>08:30 – 16:30</a:t>
            </a:r>
          </a:p>
          <a:p>
            <a:pPr>
              <a:spcAft>
                <a:spcPts val="1400"/>
              </a:spcAft>
              <a:defRPr sz="1300" b="1">
                <a:solidFill>
                  <a:srgbClr val="243858"/>
                </a:solidFill>
                <a:latin typeface="SVN-Avo"/>
              </a:defRPr>
            </a:pPr>
            <a:r>
              <a:t>TÁC NGHIỆP TRÊN TUYẾN</a:t>
            </a:r>
          </a:p>
          <a:p>
            <a:pPr>
              <a:spcAft>
                <a:spcPts val="800"/>
              </a:spcAft>
              <a:defRPr sz="1100" b="0">
                <a:solidFill>
                  <a:srgbClr val="64748B"/>
                </a:solidFill>
                <a:latin typeface="SVN-Avo"/>
              </a:defRPr>
            </a:pPr>
            <a:r>
              <a:t>• Bản đồ số chỉ đường ngắn nhất</a:t>
            </a:r>
          </a:p>
          <a:p>
            <a:pPr>
              <a:spcAft>
                <a:spcPts val="800"/>
              </a:spcAft>
              <a:defRPr sz="1100" b="0">
                <a:solidFill>
                  <a:srgbClr val="64748B"/>
                </a:solidFill>
                <a:latin typeface="SVN-Avo"/>
              </a:defRPr>
            </a:pPr>
            <a:r>
              <a:t>• Check-in đại lý theo tọa độ GPS</a:t>
            </a:r>
          </a:p>
          <a:p>
            <a:pPr>
              <a:spcAft>
                <a:spcPts val="800"/>
              </a:spcAft>
              <a:defRPr sz="1100" b="0">
                <a:solidFill>
                  <a:srgbClr val="64748B"/>
                </a:solidFill>
                <a:latin typeface="SVN-Avo"/>
              </a:defRPr>
            </a:pPr>
            <a:r>
              <a:t>• Khảo sát, kiểm tồn, chụp ảnh trưng bày</a:t>
            </a:r>
          </a:p>
          <a:p>
            <a:pPr>
              <a:spcAft>
                <a:spcPts val="800"/>
              </a:spcAft>
              <a:defRPr sz="1100" b="0">
                <a:solidFill>
                  <a:srgbClr val="64748B"/>
                </a:solidFill>
                <a:latin typeface="SVN-Avo"/>
              </a:defRPr>
            </a:pPr>
            <a:r>
              <a:t>• Mất mạng vẫn thao tác mượt mà</a:t>
            </a:r>
          </a:p>
        </p:txBody>
      </p:sp>
      <p:sp>
        <p:nvSpPr>
          <p:cNvPr id="8" name="Rounded Rectangle 7"/>
          <p:cNvSpPr/>
          <p:nvPr/>
        </p:nvSpPr>
        <p:spPr>
          <a:xfrm>
            <a:off x="6254496" y="1051560"/>
            <a:ext cx="2560320" cy="4572000"/>
          </a:xfrm>
          <a:prstGeom prst="roundRect">
            <a:avLst/>
          </a:prstGeom>
          <a:solidFill>
            <a:srgbClr val="F8FAFC"/>
          </a:solidFill>
          <a:ln w="12700">
            <a:solidFill>
              <a:srgbClr val="DF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19088" y="1143000"/>
            <a:ext cx="2231136" cy="4389120"/>
          </a:xfrm>
          <a:prstGeom prst="rect">
            <a:avLst/>
          </a:prstGeom>
          <a:noFill/>
        </p:spPr>
        <p:txBody>
          <a:bodyPr wrap="square">
            <a:spAutoFit/>
          </a:bodyPr>
          <a:lstStyle/>
          <a:p>
            <a:pPr>
              <a:spcAft>
                <a:spcPts val="400"/>
              </a:spcAft>
              <a:defRPr sz="1600" b="1">
                <a:solidFill>
                  <a:srgbClr val="10B75A"/>
                </a:solidFill>
                <a:latin typeface="SVN-Avo"/>
              </a:defRPr>
            </a:pPr>
            <a:r>
              <a:t>17:00 CHIỀU</a:t>
            </a:r>
          </a:p>
          <a:p>
            <a:pPr>
              <a:spcAft>
                <a:spcPts val="1400"/>
              </a:spcAft>
              <a:defRPr sz="1300" b="1">
                <a:solidFill>
                  <a:srgbClr val="243858"/>
                </a:solidFill>
                <a:latin typeface="SVN-Avo"/>
              </a:defRPr>
            </a:pPr>
            <a:r>
              <a:t>HOÀN TẤT &amp; RA CA</a:t>
            </a:r>
          </a:p>
          <a:p>
            <a:pPr>
              <a:spcAft>
                <a:spcPts val="800"/>
              </a:spcAft>
              <a:defRPr sz="1100" b="0">
                <a:solidFill>
                  <a:srgbClr val="64748B"/>
                </a:solidFill>
                <a:latin typeface="SVN-Avo"/>
              </a:defRPr>
            </a:pPr>
            <a:r>
              <a:t>• Hoàn thành các điểm bán trên tuyến</a:t>
            </a:r>
          </a:p>
          <a:p>
            <a:pPr>
              <a:spcAft>
                <a:spcPts val="800"/>
              </a:spcAft>
              <a:defRPr sz="1100" b="0">
                <a:solidFill>
                  <a:srgbClr val="64748B"/>
                </a:solidFill>
                <a:latin typeface="SVN-Avo"/>
              </a:defRPr>
            </a:pPr>
            <a:r>
              <a:t>• Chấm công kết thúc ca làm việc</a:t>
            </a:r>
          </a:p>
          <a:p>
            <a:pPr>
              <a:spcAft>
                <a:spcPts val="800"/>
              </a:spcAft>
              <a:defRPr sz="1100" b="0">
                <a:solidFill>
                  <a:srgbClr val="64748B"/>
                </a:solidFill>
                <a:latin typeface="SVN-Avo"/>
              </a:defRPr>
            </a:pPr>
            <a:r>
              <a:t>• Kiểm tra công &amp; tổng quãng đường</a:t>
            </a:r>
          </a:p>
        </p:txBody>
      </p:sp>
      <p:sp>
        <p:nvSpPr>
          <p:cNvPr id="10" name="Rounded Rectangle 9"/>
          <p:cNvSpPr/>
          <p:nvPr/>
        </p:nvSpPr>
        <p:spPr>
          <a:xfrm>
            <a:off x="9153144" y="1051560"/>
            <a:ext cx="2560320" cy="4572000"/>
          </a:xfrm>
          <a:prstGeom prst="roundRect">
            <a:avLst/>
          </a:prstGeom>
          <a:solidFill>
            <a:srgbClr val="F8FAFC"/>
          </a:solidFill>
          <a:ln w="12700">
            <a:solidFill>
              <a:srgbClr val="DF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17736" y="1143000"/>
            <a:ext cx="2231136" cy="4389120"/>
          </a:xfrm>
          <a:prstGeom prst="rect">
            <a:avLst/>
          </a:prstGeom>
          <a:noFill/>
        </p:spPr>
        <p:txBody>
          <a:bodyPr wrap="square">
            <a:spAutoFit/>
          </a:bodyPr>
          <a:lstStyle/>
          <a:p>
            <a:pPr>
              <a:spcAft>
                <a:spcPts val="400"/>
              </a:spcAft>
              <a:defRPr sz="1600" b="1">
                <a:solidFill>
                  <a:srgbClr val="243858"/>
                </a:solidFill>
                <a:latin typeface="SVN-Avo"/>
              </a:defRPr>
            </a:pPr>
            <a:r>
              <a:t>23:59 ĐÊM</a:t>
            </a:r>
          </a:p>
          <a:p>
            <a:pPr>
              <a:spcAft>
                <a:spcPts val="1400"/>
              </a:spcAft>
              <a:defRPr sz="1300" b="1">
                <a:solidFill>
                  <a:srgbClr val="243858"/>
                </a:solidFill>
                <a:latin typeface="SVN-Avo"/>
              </a:defRPr>
            </a:pPr>
            <a:r>
              <a:t>TỰ ĐỘNG CHỐT SỐ</a:t>
            </a:r>
          </a:p>
          <a:p>
            <a:pPr>
              <a:spcAft>
                <a:spcPts val="800"/>
              </a:spcAft>
              <a:defRPr sz="1100" b="0">
                <a:solidFill>
                  <a:srgbClr val="64748B"/>
                </a:solidFill>
                <a:latin typeface="SVN-Avo"/>
              </a:defRPr>
            </a:pPr>
            <a:r>
              <a:t>• Hệ thống tự động chốt số km thực tế</a:t>
            </a:r>
          </a:p>
          <a:p>
            <a:pPr>
              <a:spcAft>
                <a:spcPts val="800"/>
              </a:spcAft>
              <a:defRPr sz="1100" b="0">
                <a:solidFill>
                  <a:srgbClr val="64748B"/>
                </a:solidFill>
                <a:latin typeface="SVN-Avo"/>
              </a:defRPr>
            </a:pPr>
            <a:r>
              <a:t>• Dữ liệu đổ về bảng lương kế toán</a:t>
            </a:r>
          </a:p>
          <a:p>
            <a:pPr>
              <a:spcAft>
                <a:spcPts val="800"/>
              </a:spcAft>
              <a:defRPr sz="1100" b="0">
                <a:solidFill>
                  <a:srgbClr val="64748B"/>
                </a:solidFill>
                <a:latin typeface="SVN-Avo"/>
              </a:defRPr>
            </a:pPr>
            <a:r>
              <a:t>• Sếp nhận báo cáo tổng hợp tức thì</a:t>
            </a:r>
          </a:p>
        </p:txBody>
      </p:sp>
      <p:sp>
        <p:nvSpPr>
          <p:cNvPr id="12" name="Rounded Rectangle 11"/>
          <p:cNvSpPr/>
          <p:nvPr/>
        </p:nvSpPr>
        <p:spPr>
          <a:xfrm>
            <a:off x="457200" y="5779008"/>
            <a:ext cx="11274552" cy="502920"/>
          </a:xfrm>
          <a:prstGeom prst="roundRect">
            <a:avLst/>
          </a:prstGeom>
          <a:solidFill>
            <a:srgbClr val="EAFAEA"/>
          </a:solidFill>
          <a:ln w="12700">
            <a:solidFill>
              <a:srgbClr val="10B7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200" b="1">
                <a:solidFill>
                  <a:srgbClr val="10B75A"/>
                </a:solidFill>
                <a:latin typeface="SVN-Avo"/>
              </a:defRPr>
            </a:pPr>
            <a:r>
              <a:t>💡 GIÁ TRỊ DOANH NGHIỆP: Chuẩn hoá toàn bộ chu trình thực địa, biến mỗi nhân viên thành một mắt xích kỷ luật và chuyên nghiệp.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658368" y="1645920"/>
            <a:ext cx="1828800" cy="731520"/>
          </a:xfrm>
          <a:prstGeom prst="rect">
            <a:avLst/>
          </a:prstGeom>
          <a:noFill/>
        </p:spPr>
        <p:txBody>
          <a:bodyPr wrap="none">
            <a:spAutoFit/>
          </a:bodyPr>
          <a:lstStyle/>
          <a:p>
            <a:pPr>
              <a:defRPr sz="4400" b="1">
                <a:solidFill>
                  <a:srgbClr val="10B75A"/>
                </a:solidFill>
                <a:latin typeface="SVN-Avo"/>
              </a:defRPr>
            </a:pPr>
            <a:r>
              <a:t>02</a:t>
            </a:r>
          </a:p>
        </p:txBody>
      </p:sp>
      <p:sp>
        <p:nvSpPr>
          <p:cNvPr id="5" name="Rectangle 4"/>
          <p:cNvSpPr/>
          <p:nvPr/>
        </p:nvSpPr>
        <p:spPr>
          <a:xfrm>
            <a:off x="676656" y="2468880"/>
            <a:ext cx="1371600" cy="36576"/>
          </a:xfrm>
          <a:prstGeom prst="rect">
            <a:avLst/>
          </a:prstGeom>
          <a:solidFill>
            <a:srgbClr val="355F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743200"/>
            <a:ext cx="9144000" cy="1645920"/>
          </a:xfrm>
          <a:prstGeom prst="rect">
            <a:avLst/>
          </a:prstGeom>
          <a:noFill/>
        </p:spPr>
        <p:txBody>
          <a:bodyPr wrap="square">
            <a:spAutoFit/>
          </a:bodyPr>
          <a:lstStyle/>
          <a:p>
            <a:pPr>
              <a:defRPr sz="3000" b="1">
                <a:solidFill>
                  <a:srgbClr val="355FAC"/>
                </a:solidFill>
                <a:latin typeface="SVN-Avo"/>
              </a:defRPr>
            </a:pPr>
            <a:r>
              <a:t>BẮT ĐẦU NGÀY MỚI – THUẬN TIỆN &amp; AN TÂM</a:t>
            </a:r>
          </a:p>
          <a:p>
            <a:pPr>
              <a:spcBef>
                <a:spcPts val="800"/>
              </a:spcBef>
              <a:defRPr sz="1600" b="0">
                <a:solidFill>
                  <a:srgbClr val="64748B"/>
                </a:solidFill>
                <a:latin typeface="SVN-Avo"/>
              </a:defRPr>
            </a:pPr>
            <a:r>
              <a:t>Đăng nhập một chạm, màn hình trực quan và cơ chế đồng bộ ngoại tuyến an toàn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Content Placeholder 2"/>
          <p:cNvSpPr>
            <a:spLocks noGrp="1"/>
          </p:cNvSpPr>
          <p:nvPr>
            <p:ph idx="2" sz="half"/>
          </p:nvPr>
        </p:nvSpPr>
        <p:spPr/>
        <p:txBody>
          <a:bodyPr/>
          <a:lstStyle/>
          <a:p/>
        </p:txBody>
      </p:sp>
      <p:sp>
        <p:nvSpPr>
          <p:cNvPr id="4" name="Title 3"/>
          <p:cNvSpPr>
            <a:spLocks noGrp="1"/>
          </p:cNvSpPr>
          <p:nvPr>
            <p:ph type="title"/>
          </p:nvPr>
        </p:nvSpPr>
        <p:spPr/>
        <p:txBody>
          <a:bodyPr/>
          <a:lstStyle/>
          <a:p>
            <a:pPr>
              <a:defRPr sz="2200" b="1">
                <a:solidFill>
                  <a:srgbClr val="355FAC"/>
                </a:solidFill>
                <a:latin typeface="SVN-Avo"/>
              </a:defRPr>
            </a:pPr>
            <a:r>
              <a:t>ĐĂNG NHẬP MỘT CHẠM &amp; DUY TRÌ LÀM VIỆC TIỆN LỢI (90 NGÀY)</a:t>
            </a:r>
          </a:p>
        </p:txBody>
      </p:sp>
      <p:sp>
        <p:nvSpPr>
          <p:cNvPr id="5" name="Text Placeholder 4"/>
          <p:cNvSpPr>
            <a:spLocks noGrp="1"/>
          </p:cNvSpPr>
          <p:nvPr>
            <p:ph type="body" idx="3" sz="quarter"/>
          </p:nvPr>
        </p:nvSpPr>
        <p:spPr/>
        <p:txBody>
          <a:bodyPr/>
          <a:lstStyle/>
          <a:p/>
        </p:txBody>
      </p:sp>
      <p:sp>
        <p:nvSpPr>
          <p:cNvPr id="6" name="Content Placeholder 5"/>
          <p:cNvSpPr>
            <a:spLocks noGrp="1"/>
          </p:cNvSpPr>
          <p:nvPr>
            <p:ph idx="4" sz="quarter"/>
          </p:nvPr>
        </p:nvSpPr>
        <p:spPr/>
        <p:txBody>
          <a:bodyPr/>
          <a:lstStyle/>
          <a:p/>
        </p:txBody>
      </p:sp>
      <p:sp>
        <p:nvSpPr>
          <p:cNvPr id="7" name="Rounded Rectangle 6"/>
          <p:cNvSpPr/>
          <p:nvPr/>
        </p:nvSpPr>
        <p:spPr>
          <a:xfrm>
            <a:off x="457200" y="1051560"/>
            <a:ext cx="5440680" cy="4572000"/>
          </a:xfrm>
          <a:prstGeom prst="roundRect">
            <a:avLst/>
          </a:prstGeom>
          <a:solidFill>
            <a:srgbClr val="F8FAFC"/>
          </a:solidFill>
          <a:ln w="12700">
            <a:solidFill>
              <a:srgbClr val="DF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188720"/>
            <a:ext cx="5074920" cy="4297680"/>
          </a:xfrm>
          <a:prstGeom prst="rect">
            <a:avLst/>
          </a:prstGeom>
          <a:noFill/>
        </p:spPr>
        <p:txBody>
          <a:bodyPr wrap="none">
            <a:spAutoFit/>
          </a:bodyPr>
          <a:lstStyle/>
          <a:p>
            <a:pPr>
              <a:spcAft>
                <a:spcPts val="1200"/>
              </a:spcAft>
              <a:defRPr sz="1600" b="1">
                <a:solidFill>
                  <a:srgbClr val="355FAC"/>
                </a:solidFill>
                <a:latin typeface="SVN-Avo"/>
              </a:defRPr>
            </a:pPr>
            <a:r>
              <a:t>TIỆN LỢI CHO NHÂN VIÊN NGOÀI ĐƯỜNG</a:t>
            </a:r>
          </a:p>
          <a:p>
            <a:pPr>
              <a:spcAft>
                <a:spcPts val="400"/>
              </a:spcAft>
              <a:defRPr sz="1400" b="1">
                <a:solidFill>
                  <a:srgbClr val="10B75A"/>
                </a:solidFill>
                <a:latin typeface="SVN-Avo"/>
              </a:defRPr>
            </a:pPr>
            <a:r>
              <a:t>Tự động ghi nhớ phiên đăng nhập:</a:t>
            </a:r>
          </a:p>
          <a:p>
            <a:pPr>
              <a:spcAft>
                <a:spcPts val="1400"/>
              </a:spcAft>
              <a:defRPr sz="1200" b="0">
                <a:solidFill>
                  <a:srgbClr val="243858"/>
                </a:solidFill>
                <a:latin typeface="SVN-Avo"/>
              </a:defRPr>
            </a:pPr>
            <a:r>
              <a:t>Nhân viên chỉ cần đăng nhập đúng 1 lần duy nhất khi nhận việc. Mỗi sáng chỉ việc bấm vào biểu tượng app là vào làm ngay.</a:t>
            </a:r>
          </a:p>
          <a:p>
            <a:pPr>
              <a:spcAft>
                <a:spcPts val="400"/>
              </a:spcAft>
              <a:defRPr sz="1400" b="1">
                <a:solidFill>
                  <a:srgbClr val="10B75A"/>
                </a:solidFill>
                <a:latin typeface="SVN-Avo"/>
              </a:defRPr>
            </a:pPr>
            <a:r>
              <a:t>Cơ chế duy trì làm việc 90 ngày:</a:t>
            </a:r>
          </a:p>
          <a:p>
            <a:pPr>
              <a:spcAft>
                <a:spcPts val="1400"/>
              </a:spcAft>
              <a:defRPr sz="1200" b="0">
                <a:solidFill>
                  <a:srgbClr val="243858"/>
                </a:solidFill>
                <a:latin typeface="SVN-Avo"/>
              </a:defRPr>
            </a:pPr>
            <a:r>
              <a:t>Ứng dụng tự động làm mới mã bảo mật định kỳ, nhân viên không bao giờ bị 'văng ra' bắt nhập lại tài khoản khi đang đứng giữa trời nắng ngoài đường.</a:t>
            </a:r>
          </a:p>
          <a:p>
            <a:pPr>
              <a:spcAft>
                <a:spcPts val="400"/>
              </a:spcAft>
              <a:defRPr sz="1400" b="1">
                <a:solidFill>
                  <a:srgbClr val="10B75A"/>
                </a:solidFill>
                <a:latin typeface="SVN-Avo"/>
              </a:defRPr>
            </a:pPr>
            <a:r>
              <a:t>Chạm để xem mật khẩu thuận tiện:</a:t>
            </a:r>
          </a:p>
          <a:p>
            <a:pPr>
              <a:spcAft>
                <a:spcPts val="500"/>
              </a:spcAft>
              <a:defRPr sz="1200" b="0">
                <a:solidFill>
                  <a:srgbClr val="243858"/>
                </a:solidFill>
                <a:latin typeface="SVN-Avo"/>
              </a:defRPr>
            </a:pPr>
            <a:r>
              <a:t>Có nút bật/tắt hiển thị mật khẩu khi nhập liệu, tránh tình trạng gõ nhầm chữ hoa/thường gây khóa tài khoản.</a:t>
            </a:r>
          </a:p>
        </p:txBody>
      </p:sp>
      <p:sp>
        <p:nvSpPr>
          <p:cNvPr id="9" name="Rounded Rectangle 8"/>
          <p:cNvSpPr/>
          <p:nvPr/>
        </p:nvSpPr>
        <p:spPr>
          <a:xfrm>
            <a:off x="6263640" y="1051560"/>
            <a:ext cx="5440680" cy="4572000"/>
          </a:xfrm>
          <a:prstGeom prst="roundRect">
            <a:avLst/>
          </a:prstGeom>
          <a:solidFill>
            <a:srgbClr val="F8FAFC"/>
          </a:solidFill>
          <a:ln w="12700">
            <a:solidFill>
              <a:srgbClr val="DF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188720"/>
            <a:ext cx="5074920" cy="4297680"/>
          </a:xfrm>
          <a:prstGeom prst="rect">
            <a:avLst/>
          </a:prstGeom>
          <a:noFill/>
        </p:spPr>
        <p:txBody>
          <a:bodyPr wrap="none">
            <a:spAutoFit/>
          </a:bodyPr>
          <a:lstStyle/>
          <a:p>
            <a:pPr>
              <a:spcAft>
                <a:spcPts val="1200"/>
              </a:spcAft>
              <a:defRPr sz="1600" b="1">
                <a:solidFill>
                  <a:srgbClr val="355FAC"/>
                </a:solidFill>
                <a:latin typeface="SVN-Avo"/>
              </a:defRPr>
            </a:pPr>
            <a:r>
              <a:t>AN TOÀN BẢO MẬT TUYỆT ĐỐI CHO DOANH NGHIỆP</a:t>
            </a:r>
          </a:p>
          <a:p>
            <a:pPr>
              <a:spcAft>
                <a:spcPts val="400"/>
              </a:spcAft>
              <a:defRPr sz="1400" b="1">
                <a:solidFill>
                  <a:srgbClr val="EE4B4B"/>
                </a:solidFill>
                <a:latin typeface="SVN-Avo"/>
              </a:defRPr>
            </a:pPr>
            <a:r>
              <a:t>Thu hồi quyền truy cập tức thì:</a:t>
            </a:r>
          </a:p>
          <a:p>
            <a:pPr>
              <a:spcAft>
                <a:spcPts val="1400"/>
              </a:spcAft>
              <a:defRPr sz="1200" b="0">
                <a:solidFill>
                  <a:srgbClr val="243858"/>
                </a:solidFill>
                <a:latin typeface="SVN-Avo"/>
              </a:defRPr>
            </a:pPr>
            <a:r>
              <a:t>Khi nhân viên nghỉ việc hoặc chuyển địa bàn, quản trị viên chỉ cần bấm khóa tài khoản trên hệ thống máy chủ, ứng dụng trên máy nhân viên sẽ bị vô hiệu hóa ngay lập tức.</a:t>
            </a:r>
          </a:p>
          <a:p>
            <a:pPr>
              <a:spcAft>
                <a:spcPts val="400"/>
              </a:spcAft>
              <a:defRPr sz="1400" b="1">
                <a:solidFill>
                  <a:srgbClr val="EE4B4B"/>
                </a:solidFill>
                <a:latin typeface="SVN-Avo"/>
              </a:defRPr>
            </a:pPr>
            <a:r>
              <a:t>Bảo mật danh bạ khách hàng:</a:t>
            </a:r>
          </a:p>
          <a:p>
            <a:pPr>
              <a:spcAft>
                <a:spcPts val="1400"/>
              </a:spcAft>
              <a:defRPr sz="1200" b="0">
                <a:solidFill>
                  <a:srgbClr val="243858"/>
                </a:solidFill>
                <a:latin typeface="SVN-Avo"/>
              </a:defRPr>
            </a:pPr>
            <a:r>
              <a:t>Ngăn chặn hoàn toàn nguy cơ nhân viên cũ mang dữ liệu khách hàng sang công ty đối thủ cạnh tranh.</a:t>
            </a:r>
          </a:p>
          <a:p>
            <a:pPr>
              <a:spcAft>
                <a:spcPts val="400"/>
              </a:spcAft>
              <a:defRPr sz="1400" b="1">
                <a:solidFill>
                  <a:srgbClr val="EE4B4B"/>
                </a:solidFill>
                <a:latin typeface="SVN-Avo"/>
              </a:defRPr>
            </a:pPr>
            <a:r>
              <a:t>Xác thực danh tính theo tài khoản duy nhất:</a:t>
            </a:r>
          </a:p>
          <a:p>
            <a:pPr>
              <a:spcAft>
                <a:spcPts val="500"/>
              </a:spcAft>
              <a:defRPr sz="1200" b="0">
                <a:solidFill>
                  <a:srgbClr val="243858"/>
                </a:solidFill>
                <a:latin typeface="SVN-Avo"/>
              </a:defRPr>
            </a:pPr>
            <a:r>
              <a:t>Mỗi nhân viên gắn liền với một mã số kinh doanh riêng, không thể dùng chung tài khoản để chấm công hộ.</a:t>
            </a:r>
          </a:p>
        </p:txBody>
      </p:sp>
      <p:sp>
        <p:nvSpPr>
          <p:cNvPr id="11" name="Rounded Rectangle 10"/>
          <p:cNvSpPr/>
          <p:nvPr/>
        </p:nvSpPr>
        <p:spPr>
          <a:xfrm>
            <a:off x="457200" y="5779008"/>
            <a:ext cx="11274552" cy="502920"/>
          </a:xfrm>
          <a:prstGeom prst="roundRect">
            <a:avLst/>
          </a:prstGeom>
          <a:solidFill>
            <a:srgbClr val="EAFAEA"/>
          </a:solidFill>
          <a:ln w="12700">
            <a:solidFill>
              <a:srgbClr val="10B7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200" b="1">
                <a:solidFill>
                  <a:srgbClr val="10B75A"/>
                </a:solidFill>
                <a:latin typeface="SVN-Avo"/>
              </a:defRPr>
            </a:pPr>
            <a:r>
              <a:t>💡 GIÁ TRỊ DOANH NGHIỆP: Nhân viên mở máy vào làm ngay, nhưng Sếp vẫn nắm quyền kiểm soát an toàn dữ liệu từ xa.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 sz="half"/>
          </p:nvPr>
        </p:nvSpPr>
        <p:spPr/>
        <p:txBody>
          <a:bodyPr/>
          <a:lstStyle/>
          <a:p/>
        </p:txBody>
      </p:sp>
      <p:sp>
        <p:nvSpPr>
          <p:cNvPr id="3" name="Title 2"/>
          <p:cNvSpPr>
            <a:spLocks noGrp="1"/>
          </p:cNvSpPr>
          <p:nvPr>
            <p:ph type="title"/>
          </p:nvPr>
        </p:nvSpPr>
        <p:spPr/>
        <p:txBody>
          <a:bodyPr/>
          <a:lstStyle/>
          <a:p>
            <a:pPr>
              <a:defRPr sz="2200" b="1">
                <a:solidFill>
                  <a:srgbClr val="355FAC"/>
                </a:solidFill>
                <a:latin typeface="SVN-Avo"/>
              </a:defRPr>
            </a:pPr>
            <a:r>
              <a:t>MÀN HÌNH CHÍNH – TRUNG TÂM ĐIỀU HÀNH BỎ TÚI</a:t>
            </a:r>
          </a:p>
        </p:txBody>
      </p:sp>
      <p:sp>
        <p:nvSpPr>
          <p:cNvPr id="4" name="Rounded Rectangle 3"/>
          <p:cNvSpPr/>
          <p:nvPr/>
        </p:nvSpPr>
        <p:spPr>
          <a:xfrm>
            <a:off x="457200" y="1051560"/>
            <a:ext cx="3474720" cy="4572000"/>
          </a:xfrm>
          <a:prstGeom prst="roundRect">
            <a:avLst/>
          </a:prstGeom>
          <a:solidFill>
            <a:srgbClr val="F8FAFC"/>
          </a:solidFill>
          <a:ln w="12700">
            <a:solidFill>
              <a:srgbClr val="DF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143000"/>
            <a:ext cx="3108960" cy="4389120"/>
          </a:xfrm>
          <a:prstGeom prst="rect">
            <a:avLst/>
          </a:prstGeom>
          <a:noFill/>
        </p:spPr>
        <p:txBody>
          <a:bodyPr wrap="square">
            <a:spAutoFit/>
          </a:bodyPr>
          <a:lstStyle/>
          <a:p>
            <a:pPr>
              <a:spcAft>
                <a:spcPts val="400"/>
              </a:spcAft>
              <a:defRPr sz="1600" b="1">
                <a:solidFill>
                  <a:srgbClr val="F59E0B"/>
                </a:solidFill>
                <a:latin typeface="SVN-Avo"/>
              </a:defRPr>
            </a:pPr>
            <a:r>
              <a:t>HỘP 1: CHẤM CÔNG</a:t>
            </a:r>
          </a:p>
          <a:p>
            <a:pPr>
              <a:spcAft>
                <a:spcPts val="1200"/>
              </a:spcAft>
              <a:defRPr sz="1200" b="0">
                <a:solidFill>
                  <a:srgbClr val="64748B"/>
                </a:solidFill>
                <a:latin typeface="SVN-Avo"/>
              </a:defRPr>
            </a:pPr>
            <a:r>
              <a:t>Màu Vàng Ấm Áp</a:t>
            </a:r>
          </a:p>
          <a:p>
            <a:pPr>
              <a:spcAft>
                <a:spcPts val="200"/>
              </a:spcAft>
              <a:defRPr sz="1300" b="1">
                <a:solidFill>
                  <a:srgbClr val="243858"/>
                </a:solidFill>
                <a:latin typeface="SVN-Avo"/>
              </a:defRPr>
            </a:pPr>
            <a:r>
              <a:t>• Chạm vào để Chấm công vào ca / ra ca</a:t>
            </a:r>
          </a:p>
          <a:p>
            <a:pPr>
              <a:spcAft>
                <a:spcPts val="800"/>
              </a:spcAft>
              <a:defRPr sz="1100" b="0">
                <a:solidFill>
                  <a:srgbClr val="64748B"/>
                </a:solidFill>
                <a:latin typeface="SVN-Avo"/>
              </a:defRPr>
            </a:pPr>
            <a:r>
              <a:t>Có huy hiệu báo rõ: Đã vào ca lúc mấy giờ hoặc Đang trong ca làm việc.</a:t>
            </a:r>
          </a:p>
          <a:p>
            <a:pPr>
              <a:spcAft>
                <a:spcPts val="200"/>
              </a:spcAft>
              <a:defRPr sz="1300" b="1">
                <a:solidFill>
                  <a:srgbClr val="243858"/>
                </a:solidFill>
                <a:latin typeface="SVN-Avo"/>
              </a:defRPr>
            </a:pPr>
            <a:r>
              <a:t>• Hiển thị địa điểm &amp; khoảng cách</a:t>
            </a:r>
          </a:p>
          <a:p>
            <a:pPr>
              <a:spcAft>
                <a:spcPts val="800"/>
              </a:spcAft>
              <a:defRPr sz="1100" b="0">
                <a:solidFill>
                  <a:srgbClr val="64748B"/>
                </a:solidFill>
                <a:latin typeface="SVN-Avo"/>
              </a:defRPr>
            </a:pPr>
            <a:r>
              <a:t>Biết ngay khoảng cách từ vị trí hiện tại tới văn phòng chi nhánh.</a:t>
            </a:r>
          </a:p>
          <a:p>
            <a:pPr>
              <a:spcAft>
                <a:spcPts val="200"/>
              </a:spcAft>
              <a:defRPr sz="1300" b="1">
                <a:solidFill>
                  <a:srgbClr val="243858"/>
                </a:solidFill>
                <a:latin typeface="SVN-Avo"/>
              </a:defRPr>
            </a:pPr>
            <a:r>
              <a:t>• Nút mở Lịch sử ngày công</a:t>
            </a:r>
          </a:p>
          <a:p>
            <a:pPr>
              <a:spcAft>
                <a:spcPts val="800"/>
              </a:spcAft>
              <a:defRPr sz="1100" b="0">
                <a:solidFill>
                  <a:srgbClr val="64748B"/>
                </a:solidFill>
                <a:latin typeface="SVN-Avo"/>
              </a:defRPr>
            </a:pPr>
            <a:r>
              <a:t>Xem ngay tổng số ngày công đã tích lũy trong tháng.</a:t>
            </a:r>
          </a:p>
        </p:txBody>
      </p:sp>
      <p:sp>
        <p:nvSpPr>
          <p:cNvPr id="6" name="Rounded Rectangle 5"/>
          <p:cNvSpPr/>
          <p:nvPr/>
        </p:nvSpPr>
        <p:spPr>
          <a:xfrm>
            <a:off x="4352544" y="1051560"/>
            <a:ext cx="3474720" cy="4572000"/>
          </a:xfrm>
          <a:prstGeom prst="roundRect">
            <a:avLst/>
          </a:prstGeom>
          <a:solidFill>
            <a:srgbClr val="F8FAFC"/>
          </a:solidFill>
          <a:ln w="12700">
            <a:solidFill>
              <a:srgbClr val="DF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35424" y="1143000"/>
            <a:ext cx="3108960" cy="4389120"/>
          </a:xfrm>
          <a:prstGeom prst="rect">
            <a:avLst/>
          </a:prstGeom>
          <a:noFill/>
        </p:spPr>
        <p:txBody>
          <a:bodyPr wrap="square">
            <a:spAutoFit/>
          </a:bodyPr>
          <a:lstStyle/>
          <a:p>
            <a:pPr>
              <a:spcAft>
                <a:spcPts val="400"/>
              </a:spcAft>
              <a:defRPr sz="1600" b="1">
                <a:solidFill>
                  <a:srgbClr val="355FAC"/>
                </a:solidFill>
                <a:latin typeface="SVN-Avo"/>
              </a:defRPr>
            </a:pPr>
            <a:r>
              <a:t>HỘP 2: LỘ TRÌNH TUYẾN</a:t>
            </a:r>
          </a:p>
          <a:p>
            <a:pPr>
              <a:spcAft>
                <a:spcPts val="1200"/>
              </a:spcAft>
              <a:defRPr sz="1200" b="0">
                <a:solidFill>
                  <a:srgbClr val="64748B"/>
                </a:solidFill>
                <a:latin typeface="SVN-Avo"/>
              </a:defRPr>
            </a:pPr>
            <a:r>
              <a:t>Màu Xanh Dương Nổi Bật</a:t>
            </a:r>
          </a:p>
          <a:p>
            <a:pPr>
              <a:spcAft>
                <a:spcPts val="200"/>
              </a:spcAft>
              <a:defRPr sz="1300" b="1">
                <a:solidFill>
                  <a:srgbClr val="243858"/>
                </a:solidFill>
                <a:latin typeface="SVN-Avo"/>
              </a:defRPr>
            </a:pPr>
            <a:r>
              <a:t>• Tiến độ viếng thăm trong ngày</a:t>
            </a:r>
          </a:p>
          <a:p>
            <a:pPr>
              <a:spcAft>
                <a:spcPts val="800"/>
              </a:spcAft>
              <a:defRPr sz="1100" b="0">
                <a:solidFill>
                  <a:srgbClr val="64748B"/>
                </a:solidFill>
                <a:latin typeface="SVN-Avo"/>
              </a:defRPr>
            </a:pPr>
            <a:r>
              <a:t>Hiển thị trực quan: Đã thăm 8/15 đại lý (Đạt 53%).</a:t>
            </a:r>
          </a:p>
          <a:p>
            <a:pPr>
              <a:spcAft>
                <a:spcPts val="200"/>
              </a:spcAft>
              <a:defRPr sz="1300" b="1">
                <a:solidFill>
                  <a:srgbClr val="243858"/>
                </a:solidFill>
                <a:latin typeface="SVN-Avo"/>
              </a:defRPr>
            </a:pPr>
            <a:r>
              <a:t>• Chuyển đổi 1 chạm sang Bản đồ</a:t>
            </a:r>
          </a:p>
          <a:p>
            <a:pPr>
              <a:spcAft>
                <a:spcPts val="800"/>
              </a:spcAft>
              <a:defRPr sz="1100" b="0">
                <a:solidFill>
                  <a:srgbClr val="64748B"/>
                </a:solidFill>
                <a:latin typeface="SVN-Avo"/>
              </a:defRPr>
            </a:pPr>
            <a:r>
              <a:t>Xem toàn bộ mạng lưới đại lý trên nền bản đồ số vệ tinh.</a:t>
            </a:r>
          </a:p>
          <a:p>
            <a:pPr>
              <a:spcAft>
                <a:spcPts val="200"/>
              </a:spcAft>
              <a:defRPr sz="1300" b="1">
                <a:solidFill>
                  <a:srgbClr val="243858"/>
                </a:solidFill>
                <a:latin typeface="SVN-Avo"/>
              </a:defRPr>
            </a:pPr>
            <a:r>
              <a:t>• Đại lý gần nhất đưa lên đầu</a:t>
            </a:r>
          </a:p>
          <a:p>
            <a:pPr>
              <a:spcAft>
                <a:spcPts val="800"/>
              </a:spcAft>
              <a:defRPr sz="1100" b="0">
                <a:solidFill>
                  <a:srgbClr val="64748B"/>
                </a:solidFill>
                <a:latin typeface="SVN-Avo"/>
              </a:defRPr>
            </a:pPr>
            <a:r>
              <a:t>Tự động sắp xếp để nhân viên đi theo đường ngắn nhất.</a:t>
            </a:r>
          </a:p>
        </p:txBody>
      </p:sp>
      <p:sp>
        <p:nvSpPr>
          <p:cNvPr id="8" name="Rounded Rectangle 7"/>
          <p:cNvSpPr/>
          <p:nvPr/>
        </p:nvSpPr>
        <p:spPr>
          <a:xfrm>
            <a:off x="8247888" y="1051560"/>
            <a:ext cx="3474720" cy="4572000"/>
          </a:xfrm>
          <a:prstGeom prst="roundRect">
            <a:avLst/>
          </a:prstGeom>
          <a:solidFill>
            <a:srgbClr val="F8FAFC"/>
          </a:solidFill>
          <a:ln w="12700">
            <a:solidFill>
              <a:srgbClr val="DF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0768" y="1143000"/>
            <a:ext cx="3108960" cy="4389120"/>
          </a:xfrm>
          <a:prstGeom prst="rect">
            <a:avLst/>
          </a:prstGeom>
          <a:noFill/>
        </p:spPr>
        <p:txBody>
          <a:bodyPr wrap="square">
            <a:spAutoFit/>
          </a:bodyPr>
          <a:lstStyle/>
          <a:p>
            <a:pPr>
              <a:spcAft>
                <a:spcPts val="400"/>
              </a:spcAft>
              <a:defRPr sz="1600" b="1">
                <a:solidFill>
                  <a:srgbClr val="10B75A"/>
                </a:solidFill>
                <a:latin typeface="SVN-Avo"/>
              </a:defRPr>
            </a:pPr>
            <a:r>
              <a:t>HỘP 3: KHÁCH HÀNG &amp; BÁO CÁO</a:t>
            </a:r>
          </a:p>
          <a:p>
            <a:pPr>
              <a:spcAft>
                <a:spcPts val="1200"/>
              </a:spcAft>
              <a:defRPr sz="1200" b="0">
                <a:solidFill>
                  <a:srgbClr val="64748B"/>
                </a:solidFill>
                <a:latin typeface="SVN-Avo"/>
              </a:defRPr>
            </a:pPr>
            <a:r>
              <a:t>Màu Xanh Lá &amp; Tiện Ích</a:t>
            </a:r>
          </a:p>
          <a:p>
            <a:pPr>
              <a:spcAft>
                <a:spcPts val="200"/>
              </a:spcAft>
              <a:defRPr sz="1300" b="1">
                <a:solidFill>
                  <a:srgbClr val="243858"/>
                </a:solidFill>
                <a:latin typeface="SVN-Avo"/>
              </a:defRPr>
            </a:pPr>
            <a:r>
              <a:t>• Mở mới đại lý trong 1 phút</a:t>
            </a:r>
          </a:p>
          <a:p>
            <a:pPr>
              <a:spcAft>
                <a:spcPts val="800"/>
              </a:spcAft>
              <a:defRPr sz="1100" b="0">
                <a:solidFill>
                  <a:srgbClr val="64748B"/>
                </a:solidFill>
                <a:latin typeface="SVN-Avo"/>
              </a:defRPr>
            </a:pPr>
            <a:r>
              <a:t>Thêm tiệm tạp hóa mới ngay cả khi mất sóng điện thoại.</a:t>
            </a:r>
          </a:p>
          <a:p>
            <a:pPr>
              <a:spcAft>
                <a:spcPts val="200"/>
              </a:spcAft>
              <a:defRPr sz="1300" b="1">
                <a:solidFill>
                  <a:srgbClr val="243858"/>
                </a:solidFill>
                <a:latin typeface="SVN-Avo"/>
              </a:defRPr>
            </a:pPr>
            <a:r>
              <a:t>• Tra cứu danh bạ khách hàng</a:t>
            </a:r>
          </a:p>
          <a:p>
            <a:pPr>
              <a:spcAft>
                <a:spcPts val="800"/>
              </a:spcAft>
              <a:defRPr sz="1100" b="0">
                <a:solidFill>
                  <a:srgbClr val="64748B"/>
                </a:solidFill>
                <a:latin typeface="SVN-Avo"/>
              </a:defRPr>
            </a:pPr>
            <a:r>
              <a:t>Tìm kiếm theo tên chủ tiệm, số điện thoại trong 0 giây.</a:t>
            </a:r>
          </a:p>
          <a:p>
            <a:pPr>
              <a:spcAft>
                <a:spcPts val="200"/>
              </a:spcAft>
              <a:defRPr sz="1300" b="1">
                <a:solidFill>
                  <a:srgbClr val="243858"/>
                </a:solidFill>
                <a:latin typeface="SVN-Avo"/>
              </a:defRPr>
            </a:pPr>
            <a:r>
              <a:t>• Báo cáo tiến độ KPI trong ngày</a:t>
            </a:r>
          </a:p>
          <a:p>
            <a:pPr>
              <a:spcAft>
                <a:spcPts val="800"/>
              </a:spcAft>
              <a:defRPr sz="1100" b="0">
                <a:solidFill>
                  <a:srgbClr val="64748B"/>
                </a:solidFill>
                <a:latin typeface="SVN-Avo"/>
              </a:defRPr>
            </a:pPr>
            <a:r>
              <a:t>Số đơn, số hình ảnh, số km di chuyển cập nhật liên tục.</a:t>
            </a:r>
          </a:p>
        </p:txBody>
      </p:sp>
      <p:sp>
        <p:nvSpPr>
          <p:cNvPr id="10" name="Rounded Rectangle 9"/>
          <p:cNvSpPr/>
          <p:nvPr/>
        </p:nvSpPr>
        <p:spPr>
          <a:xfrm>
            <a:off x="457200" y="5779008"/>
            <a:ext cx="11274552" cy="502920"/>
          </a:xfrm>
          <a:prstGeom prst="roundRect">
            <a:avLst/>
          </a:prstGeom>
          <a:solidFill>
            <a:srgbClr val="EAFAEA"/>
          </a:solidFill>
          <a:ln w="12700">
            <a:solidFill>
              <a:srgbClr val="10B7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200" b="1">
                <a:solidFill>
                  <a:srgbClr val="10B75A"/>
                </a:solidFill>
                <a:latin typeface="SVN-Avo"/>
              </a:defRPr>
            </a:pPr>
            <a:r>
              <a:t>💡 GIÁ TRỊ DOANH NGHIỆP: Thiết kế tối giản cho người lao động thực tế: Nhìn là hiểu, chạm là chạy, không cần đọc sách hướng dẫn dày cộp.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Content Placeholder 2"/>
          <p:cNvSpPr>
            <a:spLocks noGrp="1"/>
          </p:cNvSpPr>
          <p:nvPr>
            <p:ph idx="2" sz="half"/>
          </p:nvPr>
        </p:nvSpPr>
        <p:spPr/>
        <p:txBody>
          <a:bodyPr/>
          <a:lstStyle/>
          <a:p/>
        </p:txBody>
      </p:sp>
      <p:sp>
        <p:nvSpPr>
          <p:cNvPr id="4" name="Title 3"/>
          <p:cNvSpPr>
            <a:spLocks noGrp="1"/>
          </p:cNvSpPr>
          <p:nvPr>
            <p:ph type="title"/>
          </p:nvPr>
        </p:nvSpPr>
        <p:spPr/>
        <p:txBody>
          <a:bodyPr/>
          <a:lstStyle/>
          <a:p>
            <a:pPr>
              <a:defRPr sz="2200" b="1">
                <a:solidFill>
                  <a:srgbClr val="355FAC"/>
                </a:solidFill>
                <a:latin typeface="SVN-Avo"/>
              </a:defRPr>
            </a:pPr>
            <a:r>
              <a:t>CƠ CHẾ ĐỒNG BỘ NGOẠI TUYẾN: MẤT MẠNG LƯU AN TOÀN – CÓ MẠNG TỰ GỬI VỀ</a:t>
            </a:r>
          </a:p>
        </p:txBody>
      </p:sp>
      <p:sp>
        <p:nvSpPr>
          <p:cNvPr id="5" name="Text Placeholder 4"/>
          <p:cNvSpPr>
            <a:spLocks noGrp="1"/>
          </p:cNvSpPr>
          <p:nvPr>
            <p:ph type="body" idx="3" sz="quarter"/>
          </p:nvPr>
        </p:nvSpPr>
        <p:spPr/>
        <p:txBody>
          <a:bodyPr/>
          <a:lstStyle/>
          <a:p/>
        </p:txBody>
      </p:sp>
      <p:sp>
        <p:nvSpPr>
          <p:cNvPr id="6" name="Content Placeholder 5"/>
          <p:cNvSpPr>
            <a:spLocks noGrp="1"/>
          </p:cNvSpPr>
          <p:nvPr>
            <p:ph idx="4" sz="quarter"/>
          </p:nvPr>
        </p:nvSpPr>
        <p:spPr/>
        <p:txBody>
          <a:bodyPr/>
          <a:lstStyle/>
          <a:p/>
        </p:txBody>
      </p:sp>
      <p:sp>
        <p:nvSpPr>
          <p:cNvPr id="7" name="Rounded Rectangle 6"/>
          <p:cNvSpPr/>
          <p:nvPr/>
        </p:nvSpPr>
        <p:spPr>
          <a:xfrm>
            <a:off x="457200" y="1051560"/>
            <a:ext cx="5440680" cy="4572000"/>
          </a:xfrm>
          <a:prstGeom prst="roundRect">
            <a:avLst/>
          </a:prstGeom>
          <a:solidFill>
            <a:srgbClr val="F8FAFC"/>
          </a:solidFill>
          <a:ln w="12700">
            <a:solidFill>
              <a:srgbClr val="DF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188720"/>
            <a:ext cx="5074920" cy="4297680"/>
          </a:xfrm>
          <a:prstGeom prst="rect">
            <a:avLst/>
          </a:prstGeom>
          <a:noFill/>
        </p:spPr>
        <p:txBody>
          <a:bodyPr wrap="none">
            <a:spAutoFit/>
          </a:bodyPr>
          <a:lstStyle/>
          <a:p>
            <a:pPr>
              <a:spcAft>
                <a:spcPts val="1200"/>
              </a:spcAft>
              <a:defRPr sz="1600" b="1">
                <a:solidFill>
                  <a:srgbClr val="355FAC"/>
                </a:solidFill>
                <a:latin typeface="SVN-Avo"/>
              </a:defRPr>
            </a:pPr>
            <a:r>
              <a:t>4 TRẠNG THÁI MÀU SẮC TRỰC QUAN</a:t>
            </a:r>
          </a:p>
          <a:p>
            <a:pPr>
              <a:spcAft>
                <a:spcPts val="200"/>
              </a:spcAft>
              <a:defRPr sz="1300" b="1">
                <a:solidFill>
                  <a:srgbClr val="10B75A"/>
                </a:solidFill>
                <a:latin typeface="SVN-Avo"/>
              </a:defRPr>
            </a:pPr>
            <a:r>
              <a:t>🟢 Màu Xanh lá (Đã đồng bộ):</a:t>
            </a:r>
          </a:p>
          <a:p>
            <a:pPr>
              <a:spcAft>
                <a:spcPts val="1000"/>
              </a:spcAft>
              <a:defRPr sz="1200" b="0">
                <a:solidFill>
                  <a:srgbClr val="243858"/>
                </a:solidFill>
                <a:latin typeface="SVN-Avo"/>
              </a:defRPr>
            </a:pPr>
            <a:r>
              <a:t>Toàn bộ dữ liệu tác nghiệp đã gửi an toàn về máy chủ. Sếp và Kế toán đã nhìn thấy số liệu.</a:t>
            </a:r>
          </a:p>
          <a:p>
            <a:pPr>
              <a:spcAft>
                <a:spcPts val="200"/>
              </a:spcAft>
              <a:defRPr sz="1300" b="1">
                <a:solidFill>
                  <a:srgbClr val="F59E0B"/>
                </a:solidFill>
                <a:latin typeface="SVN-Avo"/>
              </a:defRPr>
            </a:pPr>
            <a:r>
              <a:t>🟡 Màu Vàng (Chờ đồng bộ / Ngoại tuyến):</a:t>
            </a:r>
          </a:p>
          <a:p>
            <a:pPr>
              <a:spcAft>
                <a:spcPts val="1000"/>
              </a:spcAft>
              <a:defRPr sz="1200" b="0">
                <a:solidFill>
                  <a:srgbClr val="243858"/>
                </a:solidFill>
                <a:latin typeface="SVN-Avo"/>
              </a:defRPr>
            </a:pPr>
            <a:r>
              <a:t>Đang đứng ở vùng mất mạng; dữ liệu được niêm phong an toàn tuyệt đối trong bộ nhớ máy.</a:t>
            </a:r>
          </a:p>
          <a:p>
            <a:pPr>
              <a:spcAft>
                <a:spcPts val="200"/>
              </a:spcAft>
              <a:defRPr sz="1300" b="1">
                <a:solidFill>
                  <a:srgbClr val="355FAC"/>
                </a:solidFill>
                <a:latin typeface="SVN-Avo"/>
              </a:defRPr>
            </a:pPr>
            <a:r>
              <a:t>🔵 Màu Xanh dương (Đang đồng bộ):</a:t>
            </a:r>
          </a:p>
          <a:p>
            <a:pPr>
              <a:spcAft>
                <a:spcPts val="1000"/>
              </a:spcAft>
              <a:defRPr sz="1200" b="0">
                <a:solidFill>
                  <a:srgbClr val="243858"/>
                </a:solidFill>
                <a:latin typeface="SVN-Avo"/>
              </a:defRPr>
            </a:pPr>
            <a:r>
              <a:t>Có mạng trở lại, hệ thống đang âm thầm đẩy dữ liệu về trung tâm mà không làm phiền người dùng.</a:t>
            </a:r>
          </a:p>
          <a:p>
            <a:pPr>
              <a:spcAft>
                <a:spcPts val="200"/>
              </a:spcAft>
              <a:defRPr sz="1300" b="1">
                <a:solidFill>
                  <a:srgbClr val="EE4B4B"/>
                </a:solidFill>
                <a:latin typeface="SVN-Avo"/>
              </a:defRPr>
            </a:pPr>
            <a:r>
              <a:t>🔴 Màu Đỏ (Lỗi kết nối):</a:t>
            </a:r>
          </a:p>
          <a:p>
            <a:pPr>
              <a:spcAft>
                <a:spcPts val="500"/>
              </a:spcAft>
              <a:defRPr sz="1200" b="0">
                <a:solidFill>
                  <a:srgbClr val="243858"/>
                </a:solidFill>
                <a:latin typeface="SVN-Avo"/>
              </a:defRPr>
            </a:pPr>
            <a:r>
              <a:t>Cảnh báo mạng yếu, cung cấp nút 'Thử lại ngay' để nhân viên chủ động gửi lại khi cần.</a:t>
            </a:r>
          </a:p>
        </p:txBody>
      </p:sp>
      <p:sp>
        <p:nvSpPr>
          <p:cNvPr id="9" name="Rounded Rectangle 8"/>
          <p:cNvSpPr/>
          <p:nvPr/>
        </p:nvSpPr>
        <p:spPr>
          <a:xfrm>
            <a:off x="6263640" y="1051560"/>
            <a:ext cx="5440680" cy="4572000"/>
          </a:xfrm>
          <a:prstGeom prst="roundRect">
            <a:avLst/>
          </a:prstGeom>
          <a:solidFill>
            <a:srgbClr val="F8FAFC"/>
          </a:solidFill>
          <a:ln w="12700">
            <a:solidFill>
              <a:srgbClr val="DF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188720"/>
            <a:ext cx="5074920" cy="4297680"/>
          </a:xfrm>
          <a:prstGeom prst="rect">
            <a:avLst/>
          </a:prstGeom>
          <a:noFill/>
        </p:spPr>
        <p:txBody>
          <a:bodyPr wrap="none">
            <a:spAutoFit/>
          </a:bodyPr>
          <a:lstStyle/>
          <a:p>
            <a:pPr>
              <a:spcAft>
                <a:spcPts val="1200"/>
              </a:spcAft>
              <a:defRPr sz="1600" b="1">
                <a:solidFill>
                  <a:srgbClr val="355FAC"/>
                </a:solidFill>
                <a:latin typeface="SVN-Avo"/>
              </a:defRPr>
            </a:pPr>
            <a:r>
              <a:t>CÔNG NGHỆ BẢO TOÀN DỮ LIỆU ĐỘT PHÁ</a:t>
            </a:r>
          </a:p>
          <a:p>
            <a:pPr>
              <a:spcAft>
                <a:spcPts val="400"/>
              </a:spcAft>
              <a:defRPr sz="1300" b="1">
                <a:solidFill>
                  <a:srgbClr val="355FAC"/>
                </a:solidFill>
                <a:latin typeface="SVN-Avo"/>
              </a:defRPr>
            </a:pPr>
            <a:r>
              <a:t>Chạm vào để xem hàng đợi chi tiết:</a:t>
            </a:r>
          </a:p>
          <a:p>
            <a:pPr>
              <a:spcAft>
                <a:spcPts val="1400"/>
              </a:spcAft>
              <a:defRPr sz="1200" b="0">
                <a:solidFill>
                  <a:srgbClr val="243858"/>
                </a:solidFill>
                <a:latin typeface="SVN-Avo"/>
              </a:defRPr>
            </a:pPr>
            <a:r>
              <a:t>Nhân viên bấm vào biểu tượng đám mây là xem được danh sách: Có bao nhiêu ảnh, bao nhiêu đơn hàng đang chờ gửi. Minh bạch hoàn toàn, không lo bị 'mất tích' thông tin.</a:t>
            </a:r>
          </a:p>
          <a:p>
            <a:pPr>
              <a:spcAft>
                <a:spcPts val="400"/>
              </a:spcAft>
              <a:defRPr sz="1300" b="1">
                <a:solidFill>
                  <a:srgbClr val="10B75A"/>
                </a:solidFill>
                <a:latin typeface="SVN-Avo"/>
              </a:defRPr>
            </a:pPr>
            <a:r>
              <a:t>Tự động đẩy về khi có mạng 4G/Wifi:</a:t>
            </a:r>
          </a:p>
          <a:p>
            <a:pPr>
              <a:spcAft>
                <a:spcPts val="1400"/>
              </a:spcAft>
              <a:defRPr sz="1200" b="0">
                <a:solidFill>
                  <a:srgbClr val="243858"/>
                </a:solidFill>
                <a:latin typeface="SVN-Avo"/>
              </a:defRPr>
            </a:pPr>
            <a:r>
              <a:t>Vừa bước ra khỏi chợ hoặc vùng khuất sóng, ứng dụng nhận sóng và gửi dữ liệu ngay, nhân viên không cần phải bấm tay thủ công.</a:t>
            </a:r>
          </a:p>
          <a:p>
            <a:pPr>
              <a:spcAft>
                <a:spcPts val="400"/>
              </a:spcAft>
              <a:defRPr sz="1300" b="1">
                <a:solidFill>
                  <a:srgbClr val="10B75A"/>
                </a:solidFill>
                <a:latin typeface="SVN-Avo"/>
              </a:defRPr>
            </a:pPr>
            <a:r>
              <a:t>Không bao giờ mất dữ liệu:</a:t>
            </a:r>
          </a:p>
          <a:p>
            <a:pPr>
              <a:spcAft>
                <a:spcPts val="500"/>
              </a:spcAft>
              <a:defRPr sz="1200" b="0">
                <a:solidFill>
                  <a:srgbClr val="243858"/>
                </a:solidFill>
                <a:latin typeface="SVN-Avo"/>
              </a:defRPr>
            </a:pPr>
            <a:r>
              <a:t>Dữ liệu được lưu trữ nhiều lớp trong máy, kể cả máy hết pin tắt nguồn đột ngột cũng không mất.</a:t>
            </a:r>
          </a:p>
        </p:txBody>
      </p:sp>
      <p:sp>
        <p:nvSpPr>
          <p:cNvPr id="11" name="Rounded Rectangle 10"/>
          <p:cNvSpPr/>
          <p:nvPr/>
        </p:nvSpPr>
        <p:spPr>
          <a:xfrm>
            <a:off x="457200" y="5779008"/>
            <a:ext cx="11274552" cy="502920"/>
          </a:xfrm>
          <a:prstGeom prst="roundRect">
            <a:avLst/>
          </a:prstGeom>
          <a:solidFill>
            <a:srgbClr val="EAFAEA"/>
          </a:solidFill>
          <a:ln w="12700">
            <a:solidFill>
              <a:srgbClr val="10B7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200" b="1">
                <a:solidFill>
                  <a:srgbClr val="10B75A"/>
                </a:solidFill>
                <a:latin typeface="SVN-Avo"/>
              </a:defRPr>
            </a:pPr>
            <a:r>
              <a:t>💡 GIÁ TRỊ DOANH NGHIỆP: Nhân viên bán hàng vùng sâu vùng xa hoàn toàn an tâm: Mất mạng dữ liệu vẫn nằm chắc trong máy, có mạng là tự bay về công ty.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658368" y="1645920"/>
            <a:ext cx="1828800" cy="731520"/>
          </a:xfrm>
          <a:prstGeom prst="rect">
            <a:avLst/>
          </a:prstGeom>
          <a:noFill/>
        </p:spPr>
        <p:txBody>
          <a:bodyPr wrap="none">
            <a:spAutoFit/>
          </a:bodyPr>
          <a:lstStyle/>
          <a:p>
            <a:pPr>
              <a:defRPr sz="4400" b="1">
                <a:solidFill>
                  <a:srgbClr val="10B75A"/>
                </a:solidFill>
                <a:latin typeface="SVN-Avo"/>
              </a:defRPr>
            </a:pPr>
            <a:r>
              <a:t>03</a:t>
            </a:r>
          </a:p>
        </p:txBody>
      </p:sp>
      <p:sp>
        <p:nvSpPr>
          <p:cNvPr id="5" name="Rectangle 4"/>
          <p:cNvSpPr/>
          <p:nvPr/>
        </p:nvSpPr>
        <p:spPr>
          <a:xfrm>
            <a:off x="676656" y="2468880"/>
            <a:ext cx="1371600" cy="36576"/>
          </a:xfrm>
          <a:prstGeom prst="rect">
            <a:avLst/>
          </a:prstGeom>
          <a:solidFill>
            <a:srgbClr val="355F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743200"/>
            <a:ext cx="9144000" cy="1645920"/>
          </a:xfrm>
          <a:prstGeom prst="rect">
            <a:avLst/>
          </a:prstGeom>
          <a:noFill/>
        </p:spPr>
        <p:txBody>
          <a:bodyPr wrap="square">
            <a:spAutoFit/>
          </a:bodyPr>
          <a:lstStyle/>
          <a:p>
            <a:pPr>
              <a:defRPr sz="3000" b="1">
                <a:solidFill>
                  <a:srgbClr val="355FAC"/>
                </a:solidFill>
                <a:latin typeface="SVN-Avo"/>
              </a:defRPr>
            </a:pPr>
            <a:r>
              <a:t>KỶ LUẬT THỰC ĐỊA &amp; CÔNG NGHỆ CHỐNG GIAN LẬN</a:t>
            </a:r>
          </a:p>
          <a:p>
            <a:pPr>
              <a:spcBef>
                <a:spcPts val="800"/>
              </a:spcBef>
              <a:defRPr sz="1600" b="0">
                <a:solidFill>
                  <a:srgbClr val="64748B"/>
                </a:solidFill>
                <a:latin typeface="SVN-Avo"/>
              </a:defRPr>
            </a:pPr>
            <a:r>
              <a:t>Đúng người, đúng giờ, đúng vị trí – Chặn đứng vị trí ảo và ảnh in chìm chứng thực</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Content Placeholder 2"/>
          <p:cNvSpPr>
            <a:spLocks noGrp="1"/>
          </p:cNvSpPr>
          <p:nvPr>
            <p:ph idx="2" sz="half"/>
          </p:nvPr>
        </p:nvSpPr>
        <p:spPr/>
        <p:txBody>
          <a:bodyPr/>
          <a:lstStyle/>
          <a:p/>
        </p:txBody>
      </p:sp>
      <p:sp>
        <p:nvSpPr>
          <p:cNvPr id="4" name="Title 3"/>
          <p:cNvSpPr>
            <a:spLocks noGrp="1"/>
          </p:cNvSpPr>
          <p:nvPr>
            <p:ph type="title"/>
          </p:nvPr>
        </p:nvSpPr>
        <p:spPr/>
        <p:txBody>
          <a:bodyPr/>
          <a:lstStyle/>
          <a:p>
            <a:pPr>
              <a:defRPr sz="2200" b="1">
                <a:solidFill>
                  <a:srgbClr val="355FAC"/>
                </a:solidFill>
                <a:latin typeface="SVN-Avo"/>
              </a:defRPr>
            </a:pPr>
            <a:r>
              <a:t>CHẤM CÔNG THỰC ĐỊA: ĐÚNG NGƯỜI – ĐÚNG GIỜ – ĐÚNG VỊ TRÍ</a:t>
            </a:r>
          </a:p>
        </p:txBody>
      </p:sp>
      <p:sp>
        <p:nvSpPr>
          <p:cNvPr id="5" name="Text Placeholder 4"/>
          <p:cNvSpPr>
            <a:spLocks noGrp="1"/>
          </p:cNvSpPr>
          <p:nvPr>
            <p:ph type="body" idx="3" sz="quarter"/>
          </p:nvPr>
        </p:nvSpPr>
        <p:spPr/>
        <p:txBody>
          <a:bodyPr/>
          <a:lstStyle/>
          <a:p/>
        </p:txBody>
      </p:sp>
      <p:sp>
        <p:nvSpPr>
          <p:cNvPr id="6" name="Content Placeholder 5"/>
          <p:cNvSpPr>
            <a:spLocks noGrp="1"/>
          </p:cNvSpPr>
          <p:nvPr>
            <p:ph idx="4" sz="quarter"/>
          </p:nvPr>
        </p:nvSpPr>
        <p:spPr/>
        <p:txBody>
          <a:bodyPr/>
          <a:lstStyle/>
          <a:p/>
        </p:txBody>
      </p:sp>
      <p:sp>
        <p:nvSpPr>
          <p:cNvPr id="7" name="Rounded Rectangle 6"/>
          <p:cNvSpPr/>
          <p:nvPr/>
        </p:nvSpPr>
        <p:spPr>
          <a:xfrm>
            <a:off x="457200" y="1051560"/>
            <a:ext cx="5440680" cy="4572000"/>
          </a:xfrm>
          <a:prstGeom prst="roundRect">
            <a:avLst/>
          </a:prstGeom>
          <a:solidFill>
            <a:srgbClr val="F8FAFC"/>
          </a:solidFill>
          <a:ln w="12700">
            <a:solidFill>
              <a:srgbClr val="DF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188720"/>
            <a:ext cx="5074920" cy="4297680"/>
          </a:xfrm>
          <a:prstGeom prst="rect">
            <a:avLst/>
          </a:prstGeom>
          <a:noFill/>
        </p:spPr>
        <p:txBody>
          <a:bodyPr wrap="none">
            <a:spAutoFit/>
          </a:bodyPr>
          <a:lstStyle/>
          <a:p>
            <a:pPr>
              <a:spcAft>
                <a:spcPts val="1200"/>
              </a:spcAft>
              <a:defRPr sz="1600" b="1">
                <a:solidFill>
                  <a:srgbClr val="355FAC"/>
                </a:solidFill>
                <a:latin typeface="SVN-Avo"/>
              </a:defRPr>
            </a:pPr>
            <a:r>
              <a:t>QUY TRÌNH CHẤM CÔNG 2 ẢNH XÁC THỰC</a:t>
            </a:r>
          </a:p>
          <a:p>
            <a:pPr>
              <a:spcAft>
                <a:spcPts val="400"/>
              </a:spcAft>
              <a:defRPr sz="1400" b="1">
                <a:solidFill>
                  <a:srgbClr val="10B75A"/>
                </a:solidFill>
                <a:latin typeface="SVN-Avo"/>
              </a:defRPr>
            </a:pPr>
            <a:r>
              <a:t>1. Ảnh Chân dung khuôn mặt (Selfie):</a:t>
            </a:r>
          </a:p>
          <a:p>
            <a:pPr>
              <a:spcAft>
                <a:spcPts val="1400"/>
              </a:spcAft>
              <a:defRPr sz="1200" b="0">
                <a:solidFill>
                  <a:srgbClr val="243858"/>
                </a:solidFill>
                <a:latin typeface="SVN-Avo"/>
              </a:defRPr>
            </a:pPr>
            <a:r>
              <a:t>Xác thực danh tính người lao động, chống tuyệt đối tình trạng nhờ đồng nghiệp cầm máy chấm công hộ.</a:t>
            </a:r>
          </a:p>
          <a:p>
            <a:pPr>
              <a:spcAft>
                <a:spcPts val="400"/>
              </a:spcAft>
              <a:defRPr sz="1400" b="1">
                <a:solidFill>
                  <a:srgbClr val="10B75A"/>
                </a:solidFill>
                <a:latin typeface="SVN-Avo"/>
              </a:defRPr>
            </a:pPr>
            <a:r>
              <a:t>2. Ảnh Bối cảnh địa điểm làm việc:</a:t>
            </a:r>
          </a:p>
          <a:p>
            <a:pPr>
              <a:spcAft>
                <a:spcPts val="1400"/>
              </a:spcAft>
              <a:defRPr sz="1200" b="0">
                <a:solidFill>
                  <a:srgbClr val="243858"/>
                </a:solidFill>
                <a:latin typeface="SVN-Avo"/>
              </a:defRPr>
            </a:pPr>
            <a:r>
              <a:t>Chụp toàn cảnh mặt tiền văn phòng chi nhánh hoặc đại lý bắt đầu tuyến, chứng minh thực tế sự có mặt ngoài hiện trường.</a:t>
            </a:r>
          </a:p>
          <a:p>
            <a:pPr>
              <a:spcAft>
                <a:spcPts val="400"/>
              </a:spcAft>
              <a:defRPr sz="1400" b="1">
                <a:solidFill>
                  <a:srgbClr val="355FAC"/>
                </a:solidFill>
                <a:latin typeface="SVN-Avo"/>
              </a:defRPr>
            </a:pPr>
            <a:r>
              <a:t>Giao diện chuyển đổi camera mượt mà:</a:t>
            </a:r>
          </a:p>
          <a:p>
            <a:pPr>
              <a:spcAft>
                <a:spcPts val="500"/>
              </a:spcAft>
              <a:defRPr sz="1200" b="0">
                <a:solidFill>
                  <a:srgbClr val="243858"/>
                </a:solidFill>
                <a:latin typeface="SVN-Avo"/>
              </a:defRPr>
            </a:pPr>
            <a:r>
              <a:t>Tự động đổi camera trước/sau phù hợp cho từng bước, thao tác hoàn tất trong chưa đầy 30 giây.</a:t>
            </a:r>
          </a:p>
        </p:txBody>
      </p:sp>
      <p:sp>
        <p:nvSpPr>
          <p:cNvPr id="9" name="Rounded Rectangle 8"/>
          <p:cNvSpPr/>
          <p:nvPr/>
        </p:nvSpPr>
        <p:spPr>
          <a:xfrm>
            <a:off x="6263640" y="1051560"/>
            <a:ext cx="5440680" cy="4572000"/>
          </a:xfrm>
          <a:prstGeom prst="roundRect">
            <a:avLst/>
          </a:prstGeom>
          <a:solidFill>
            <a:srgbClr val="F8FAFC"/>
          </a:solidFill>
          <a:ln w="12700">
            <a:solidFill>
              <a:srgbClr val="DF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188720"/>
            <a:ext cx="5074920" cy="4297680"/>
          </a:xfrm>
          <a:prstGeom prst="rect">
            <a:avLst/>
          </a:prstGeom>
          <a:noFill/>
        </p:spPr>
        <p:txBody>
          <a:bodyPr wrap="none">
            <a:spAutoFit/>
          </a:bodyPr>
          <a:lstStyle/>
          <a:p>
            <a:pPr>
              <a:spcAft>
                <a:spcPts val="1200"/>
              </a:spcAft>
              <a:defRPr sz="1600" b="1">
                <a:solidFill>
                  <a:srgbClr val="355FAC"/>
                </a:solidFill>
                <a:latin typeface="SVN-Avo"/>
              </a:defRPr>
            </a:pPr>
            <a:r>
              <a:t>KIỂM SOÁT TỌA ĐỘ VỊ TRÍ CHUẨN XÁC</a:t>
            </a:r>
          </a:p>
          <a:p>
            <a:pPr>
              <a:spcAft>
                <a:spcPts val="400"/>
              </a:spcAft>
              <a:defRPr sz="1300" b="1">
                <a:solidFill>
                  <a:srgbClr val="355FAC"/>
                </a:solidFill>
                <a:latin typeface="SVN-Avo"/>
              </a:defRPr>
            </a:pPr>
            <a:r>
              <a:t>Kiểm tra bán kính cho phép (Geofence):</a:t>
            </a:r>
          </a:p>
          <a:p>
            <a:pPr>
              <a:spcAft>
                <a:spcPts val="1400"/>
              </a:spcAft>
              <a:defRPr sz="1200" b="0">
                <a:solidFill>
                  <a:srgbClr val="243858"/>
                </a:solidFill>
                <a:latin typeface="SVN-Avo"/>
              </a:defRPr>
            </a:pPr>
            <a:r>
              <a:t>Hệ thống tự động so khớp toạ độ đứng với địa điểm làm việc quy định. Nếu nằm ngoài bán kính (200m - 500m), app lập tức chuyển sang chế độ giải trình ngoài vùng.</a:t>
            </a:r>
          </a:p>
          <a:p>
            <a:pPr>
              <a:spcAft>
                <a:spcPts val="400"/>
              </a:spcAft>
              <a:defRPr sz="1300" b="1">
                <a:solidFill>
                  <a:srgbClr val="355FAC"/>
                </a:solidFill>
                <a:latin typeface="SVN-Avo"/>
              </a:defRPr>
            </a:pPr>
            <a:r>
              <a:t>Ghi nhận 2 đầu ngày làm việc minh bạch:</a:t>
            </a:r>
          </a:p>
          <a:p>
            <a:pPr>
              <a:spcAft>
                <a:spcPts val="1400"/>
              </a:spcAft>
              <a:defRPr sz="1200" b="0">
                <a:solidFill>
                  <a:srgbClr val="243858"/>
                </a:solidFill>
                <a:latin typeface="SVN-Avo"/>
              </a:defRPr>
            </a:pPr>
            <a:r>
              <a:t>• Chấm công VÀO CA (Sáng): Ghi nhận giờ bắt đầu đi thị trường.</a:t>
            </a:r>
            <a:br/>
            <a:r>
              <a:t>• Chấm công RA CA (Chiều): Ghi nhận giờ kết thúc và chốt số km.</a:t>
            </a:r>
          </a:p>
          <a:p>
            <a:pPr>
              <a:spcAft>
                <a:spcPts val="400"/>
              </a:spcAft>
              <a:defRPr sz="1300" b="1">
                <a:solidFill>
                  <a:srgbClr val="10B75A"/>
                </a:solidFill>
                <a:latin typeface="SVN-Avo"/>
              </a:defRPr>
            </a:pPr>
            <a:r>
              <a:t>Tự động gửi dữ liệu sang phần mềm Nhân sự:</a:t>
            </a:r>
          </a:p>
          <a:p>
            <a:pPr>
              <a:spcAft>
                <a:spcPts val="500"/>
              </a:spcAft>
              <a:defRPr sz="1200" b="0">
                <a:solidFill>
                  <a:srgbClr val="243858"/>
                </a:solidFill>
                <a:latin typeface="SVN-Avo"/>
              </a:defRPr>
            </a:pPr>
            <a:r>
              <a:t>Kế toán không phải tổng hợp tay, giảm thiểu 100% sai sót đối soát bảng công.</a:t>
            </a:r>
          </a:p>
        </p:txBody>
      </p:sp>
      <p:sp>
        <p:nvSpPr>
          <p:cNvPr id="11" name="Rounded Rectangle 10"/>
          <p:cNvSpPr/>
          <p:nvPr/>
        </p:nvSpPr>
        <p:spPr>
          <a:xfrm>
            <a:off x="457200" y="5779008"/>
            <a:ext cx="11274552" cy="502920"/>
          </a:xfrm>
          <a:prstGeom prst="roundRect">
            <a:avLst/>
          </a:prstGeom>
          <a:solidFill>
            <a:srgbClr val="EAFAEA"/>
          </a:solidFill>
          <a:ln w="12700">
            <a:solidFill>
              <a:srgbClr val="10B7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200" b="1">
                <a:solidFill>
                  <a:srgbClr val="10B75A"/>
                </a:solidFill>
                <a:latin typeface="SVN-Avo"/>
              </a:defRPr>
            </a:pPr>
            <a:r>
              <a:t>💡 GIÁ TRỊ DOANH NGHIỆP: Thiết lập kỷ luật thực địa nghiêm minh: Không thể chấm công hộ, không thể báo cáo giờ làm việc giả mạo.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 sz="half"/>
          </p:nvPr>
        </p:nvSpPr>
        <p:spPr/>
        <p:txBody>
          <a:bodyPr/>
          <a:lstStyle/>
          <a:p/>
        </p:txBody>
      </p:sp>
      <p:sp>
        <p:nvSpPr>
          <p:cNvPr id="3" name="Title 2"/>
          <p:cNvSpPr>
            <a:spLocks noGrp="1"/>
          </p:cNvSpPr>
          <p:nvPr>
            <p:ph type="title"/>
          </p:nvPr>
        </p:nvSpPr>
        <p:spPr/>
        <p:txBody>
          <a:bodyPr/>
          <a:lstStyle/>
          <a:p>
            <a:pPr>
              <a:defRPr sz="2200" b="1">
                <a:solidFill>
                  <a:srgbClr val="355FAC"/>
                </a:solidFill>
                <a:latin typeface="SVN-Avo"/>
              </a:defRPr>
            </a:pPr>
            <a:r>
              <a:t>CÔNG NGHỆ CHỐNG GIAN LẬN: CHẶN ĐỨNG VỊ TRÍ ẢO &amp; LÙI GIỜ ĐIỆN THOẠI</a:t>
            </a:r>
          </a:p>
        </p:txBody>
      </p:sp>
      <p:sp>
        <p:nvSpPr>
          <p:cNvPr id="4" name="Rounded Rectangle 3"/>
          <p:cNvSpPr/>
          <p:nvPr/>
        </p:nvSpPr>
        <p:spPr>
          <a:xfrm>
            <a:off x="457200" y="1051560"/>
            <a:ext cx="5440680" cy="4572000"/>
          </a:xfrm>
          <a:prstGeom prst="roundRect">
            <a:avLst/>
          </a:prstGeom>
          <a:solidFill>
            <a:srgbClr val="F8FAFC"/>
          </a:solidFill>
          <a:ln w="12700">
            <a:solidFill>
              <a:srgbClr val="DF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188720"/>
            <a:ext cx="5074920" cy="4297680"/>
          </a:xfrm>
          <a:prstGeom prst="rect">
            <a:avLst/>
          </a:prstGeom>
          <a:noFill/>
        </p:spPr>
        <p:txBody>
          <a:bodyPr wrap="none">
            <a:spAutoFit/>
          </a:bodyPr>
          <a:lstStyle/>
          <a:p>
            <a:pPr>
              <a:spcAft>
                <a:spcPts val="1200"/>
              </a:spcAft>
              <a:defRPr sz="1600" b="1">
                <a:solidFill>
                  <a:srgbClr val="EE4B4B"/>
                </a:solidFill>
                <a:latin typeface="SVN-Avo"/>
              </a:defRPr>
            </a:pPr>
            <a:r>
              <a:t>RÀO CHẮN 1: CHẶN ĐỊNH VỊ ẢO (FAKE GPS)</a:t>
            </a:r>
          </a:p>
          <a:p>
            <a:pPr>
              <a:spcAft>
                <a:spcPts val="200"/>
              </a:spcAft>
              <a:defRPr sz="1300" b="1">
                <a:solidFill>
                  <a:srgbClr val="243858"/>
                </a:solidFill>
                <a:latin typeface="SVN-Avo"/>
              </a:defRPr>
            </a:pPr>
            <a:r>
              <a:t>Nguy cơ thực tế trên thị trường:</a:t>
            </a:r>
          </a:p>
          <a:p>
            <a:pPr>
              <a:spcAft>
                <a:spcPts val="1000"/>
              </a:spcAft>
              <a:defRPr sz="1200" b="0">
                <a:solidFill>
                  <a:srgbClr val="64748B"/>
                </a:solidFill>
                <a:latin typeface="SVN-Avo"/>
              </a:defRPr>
            </a:pPr>
            <a:r>
              <a:t>Nhân viên cài các app làm giả vị trí ('Fake GPS', 'Mock Location') để 'bay' tọa độ đến đại lý trong khi người vẫn ngồi quán cà phê.</a:t>
            </a:r>
          </a:p>
          <a:p>
            <a:pPr>
              <a:spcAft>
                <a:spcPts val="200"/>
              </a:spcAft>
              <a:defRPr sz="1300" b="1">
                <a:solidFill>
                  <a:srgbClr val="EE4B4B"/>
                </a:solidFill>
                <a:latin typeface="SVN-Avo"/>
              </a:defRPr>
            </a:pPr>
            <a:r>
              <a:t>Cơ chế phát hiện &amp; ngăn chặn trên DMS VTHM:</a:t>
            </a:r>
          </a:p>
          <a:p>
            <a:pPr>
              <a:spcAft>
                <a:spcPts val="1000"/>
              </a:spcAft>
              <a:defRPr sz="1200" b="0">
                <a:solidFill>
                  <a:srgbClr val="243858"/>
                </a:solidFill>
                <a:latin typeface="SVN-Avo"/>
              </a:defRPr>
            </a:pPr>
            <a:r>
              <a:t>Ứng dụng quét trực tiếp tầng phần cứng máy: Nếu phát hiện chế độ 'Cho phép vị trí mô phỏng' (Mock Location) đang bật, app lập tức khóa nút Chấm công và Bán hàng.</a:t>
            </a:r>
          </a:p>
          <a:p>
            <a:pPr>
              <a:spcAft>
                <a:spcPts val="200"/>
              </a:spcAft>
              <a:defRPr sz="1300" b="1">
                <a:solidFill>
                  <a:srgbClr val="243858"/>
                </a:solidFill>
                <a:latin typeface="SVN-Avo"/>
              </a:defRPr>
            </a:pPr>
            <a:r>
              <a:t>Thông báo cảnh báo đỏ nghiêm khắc:</a:t>
            </a:r>
          </a:p>
          <a:p>
            <a:pPr>
              <a:spcAft>
                <a:spcPts val="500"/>
              </a:spcAft>
              <a:defRPr sz="1200" b="0">
                <a:solidFill>
                  <a:srgbClr val="243858"/>
                </a:solidFill>
                <a:latin typeface="SVN-Avo"/>
              </a:defRPr>
            </a:pPr>
            <a:r>
              <a:t>Yêu cầu nhân viên tắt phần mềm gian lận mới được tiếp tục làm việc. Ghi nhận vi phạm gửi về Giám sát.</a:t>
            </a:r>
          </a:p>
        </p:txBody>
      </p:sp>
      <p:sp>
        <p:nvSpPr>
          <p:cNvPr id="6" name="Rounded Rectangle 5"/>
          <p:cNvSpPr/>
          <p:nvPr/>
        </p:nvSpPr>
        <p:spPr>
          <a:xfrm>
            <a:off x="6263640" y="1051560"/>
            <a:ext cx="5440680" cy="4572000"/>
          </a:xfrm>
          <a:prstGeom prst="roundRect">
            <a:avLst/>
          </a:prstGeom>
          <a:solidFill>
            <a:srgbClr val="F8FAFC"/>
          </a:solidFill>
          <a:ln w="12700">
            <a:solidFill>
              <a:srgbClr val="DF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1188720"/>
            <a:ext cx="5074920" cy="4297680"/>
          </a:xfrm>
          <a:prstGeom prst="rect">
            <a:avLst/>
          </a:prstGeom>
          <a:noFill/>
        </p:spPr>
        <p:txBody>
          <a:bodyPr wrap="none">
            <a:spAutoFit/>
          </a:bodyPr>
          <a:lstStyle/>
          <a:p>
            <a:pPr>
              <a:spcAft>
                <a:spcPts val="1200"/>
              </a:spcAft>
              <a:defRPr sz="1600" b="1">
                <a:solidFill>
                  <a:srgbClr val="EE4B4B"/>
                </a:solidFill>
                <a:latin typeface="SVN-Avo"/>
              </a:defRPr>
            </a:pPr>
            <a:r>
              <a:t>RÀO CHẮN 2: CHẶN LÙI GIỜ ĐIỆN THOẠI</a:t>
            </a:r>
          </a:p>
          <a:p>
            <a:pPr>
              <a:spcAft>
                <a:spcPts val="200"/>
              </a:spcAft>
              <a:defRPr sz="1300" b="1">
                <a:solidFill>
                  <a:srgbClr val="243858"/>
                </a:solidFill>
                <a:latin typeface="SVN-Avo"/>
              </a:defRPr>
            </a:pPr>
            <a:r>
              <a:t>Nguy cơ thực tế trên thị trường:</a:t>
            </a:r>
          </a:p>
          <a:p>
            <a:pPr>
              <a:spcAft>
                <a:spcPts val="1000"/>
              </a:spcAft>
              <a:defRPr sz="1200" b="0">
                <a:solidFill>
                  <a:srgbClr val="64748B"/>
                </a:solidFill>
                <a:latin typeface="SVN-Avo"/>
              </a:defRPr>
            </a:pPr>
            <a:r>
              <a:t>Nhân viên đi làm muộn (8h30 mới đến), vào phần Cài đặt điện thoại chỉnh lùi đồng hồ về 7h55 để không bị trừ lương đi trễ.</a:t>
            </a:r>
          </a:p>
          <a:p>
            <a:pPr>
              <a:spcAft>
                <a:spcPts val="200"/>
              </a:spcAft>
              <a:defRPr sz="1300" b="1">
                <a:solidFill>
                  <a:srgbClr val="EE4B4B"/>
                </a:solidFill>
                <a:latin typeface="SVN-Avo"/>
              </a:defRPr>
            </a:pPr>
            <a:r>
              <a:t>Cơ chế đối soát thời gian chuẩn:</a:t>
            </a:r>
          </a:p>
          <a:p>
            <a:pPr>
              <a:spcAft>
                <a:spcPts val="1000"/>
              </a:spcAft>
              <a:defRPr sz="1200" b="0">
                <a:solidFill>
                  <a:srgbClr val="243858"/>
                </a:solidFill>
                <a:latin typeface="SVN-Avo"/>
              </a:defRPr>
            </a:pPr>
            <a:r>
              <a:t>Ứng dụng sử dụng thời gian vệ tinh GPS và thời gian từ máy chủ mạng (NTP Time), hoàn toàn độc lập với đồng hồ hiển thị trên điện thoại.</a:t>
            </a:r>
          </a:p>
          <a:p>
            <a:pPr>
              <a:spcAft>
                <a:spcPts val="200"/>
              </a:spcAft>
              <a:defRPr sz="1300" b="1">
                <a:solidFill>
                  <a:srgbClr val="243858"/>
                </a:solidFill>
                <a:latin typeface="SVN-Avo"/>
              </a:defRPr>
            </a:pPr>
            <a:r>
              <a:t>Chặn đứng hành vi gian dối:</a:t>
            </a:r>
          </a:p>
          <a:p>
            <a:pPr>
              <a:spcAft>
                <a:spcPts val="500"/>
              </a:spcAft>
              <a:defRPr sz="1200" b="0">
                <a:solidFill>
                  <a:srgbClr val="243858"/>
                </a:solidFill>
                <a:latin typeface="SVN-Avo"/>
              </a:defRPr>
            </a:pPr>
            <a:r>
              <a:t>Dù nhân viên có lùi đồng hồ máy về năm trước thì giờ ghi nhận trên hệ thống vẫn là giờ chuẩn xác từng giây.</a:t>
            </a:r>
          </a:p>
        </p:txBody>
      </p:sp>
      <p:sp>
        <p:nvSpPr>
          <p:cNvPr id="8" name="Rounded Rectangle 7"/>
          <p:cNvSpPr/>
          <p:nvPr/>
        </p:nvSpPr>
        <p:spPr>
          <a:xfrm>
            <a:off x="457200" y="5779008"/>
            <a:ext cx="11274552" cy="502920"/>
          </a:xfrm>
          <a:prstGeom prst="roundRect">
            <a:avLst/>
          </a:prstGeom>
          <a:solidFill>
            <a:srgbClr val="EAFAEA"/>
          </a:solidFill>
          <a:ln w="12700">
            <a:solidFill>
              <a:srgbClr val="10B7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200" b="1">
                <a:solidFill>
                  <a:srgbClr val="10B75A"/>
                </a:solidFill>
                <a:latin typeface="SVN-Avo"/>
              </a:defRPr>
            </a:pPr>
            <a:r>
              <a:t>💡 GIÁ TRỊ DOANH NGHIỆP: Triệt tiêu 100% mọi kẽ hở gian lận công nghệ: Bảo vệ sự công bằng cho những nhân viên làm việc chăm chỉ, trung thực.</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Content Placeholder 2"/>
          <p:cNvSpPr>
            <a:spLocks noGrp="1"/>
          </p:cNvSpPr>
          <p:nvPr>
            <p:ph idx="2" sz="half"/>
          </p:nvPr>
        </p:nvSpPr>
        <p:spPr/>
        <p:txBody>
          <a:bodyPr/>
          <a:lstStyle/>
          <a:p/>
        </p:txBody>
      </p:sp>
      <p:sp>
        <p:nvSpPr>
          <p:cNvPr id="4" name="Title 3"/>
          <p:cNvSpPr>
            <a:spLocks noGrp="1"/>
          </p:cNvSpPr>
          <p:nvPr>
            <p:ph type="title"/>
          </p:nvPr>
        </p:nvSpPr>
        <p:spPr/>
        <p:txBody>
          <a:bodyPr/>
          <a:lstStyle/>
          <a:p>
            <a:pPr>
              <a:defRPr sz="2200" b="1">
                <a:solidFill>
                  <a:srgbClr val="355FAC"/>
                </a:solidFill>
                <a:latin typeface="SVN-Avo"/>
              </a:defRPr>
            </a:pPr>
            <a:r>
              <a:t>ẢNH CHỤP CÓ DẤU CHỨNG THỰC: IN CHÌM NGÀY GIỜ &amp; TỌA ĐỘ</a:t>
            </a:r>
          </a:p>
        </p:txBody>
      </p:sp>
      <p:sp>
        <p:nvSpPr>
          <p:cNvPr id="5" name="Text Placeholder 4"/>
          <p:cNvSpPr>
            <a:spLocks noGrp="1"/>
          </p:cNvSpPr>
          <p:nvPr>
            <p:ph type="body" idx="3" sz="quarter"/>
          </p:nvPr>
        </p:nvSpPr>
        <p:spPr/>
        <p:txBody>
          <a:bodyPr/>
          <a:lstStyle/>
          <a:p/>
        </p:txBody>
      </p:sp>
      <p:sp>
        <p:nvSpPr>
          <p:cNvPr id="6" name="Content Placeholder 5"/>
          <p:cNvSpPr>
            <a:spLocks noGrp="1"/>
          </p:cNvSpPr>
          <p:nvPr>
            <p:ph idx="4" sz="quarter"/>
          </p:nvPr>
        </p:nvSpPr>
        <p:spPr/>
        <p:txBody>
          <a:bodyPr/>
          <a:lstStyle/>
          <a:p/>
        </p:txBody>
      </p:sp>
      <p:sp>
        <p:nvSpPr>
          <p:cNvPr id="7" name="Rounded Rectangle 6"/>
          <p:cNvSpPr/>
          <p:nvPr/>
        </p:nvSpPr>
        <p:spPr>
          <a:xfrm>
            <a:off x="457200" y="1051560"/>
            <a:ext cx="5440680" cy="4572000"/>
          </a:xfrm>
          <a:prstGeom prst="roundRect">
            <a:avLst/>
          </a:prstGeom>
          <a:solidFill>
            <a:srgbClr val="F8FAFC"/>
          </a:solidFill>
          <a:ln w="12700">
            <a:solidFill>
              <a:srgbClr val="DF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188720"/>
            <a:ext cx="5074920" cy="4297680"/>
          </a:xfrm>
          <a:prstGeom prst="rect">
            <a:avLst/>
          </a:prstGeom>
          <a:noFill/>
        </p:spPr>
        <p:txBody>
          <a:bodyPr wrap="none">
            <a:spAutoFit/>
          </a:bodyPr>
          <a:lstStyle/>
          <a:p>
            <a:pPr>
              <a:spcAft>
                <a:spcPts val="1200"/>
              </a:spcAft>
              <a:defRPr sz="1600" b="1">
                <a:solidFill>
                  <a:srgbClr val="355FAC"/>
                </a:solidFill>
                <a:latin typeface="SVN-Avo"/>
              </a:defRPr>
            </a:pPr>
            <a:r>
              <a:t>TỰ ĐỘNG IN 4 DÒNG THÔNG TIN LÊN ẢNH</a:t>
            </a:r>
          </a:p>
          <a:p>
            <a:pPr>
              <a:spcAft>
                <a:spcPts val="200"/>
              </a:spcAft>
              <a:defRPr sz="1300" b="1">
                <a:solidFill>
                  <a:srgbClr val="10B75A"/>
                </a:solidFill>
                <a:latin typeface="SVN-Avo"/>
              </a:defRPr>
            </a:pPr>
            <a:r>
              <a:t>• Dòng 1 – Thương hiệu:</a:t>
            </a:r>
          </a:p>
          <a:p>
            <a:pPr>
              <a:spcAft>
                <a:spcPts val="800"/>
              </a:spcAft>
              <a:defRPr sz="1200" b="1">
                <a:solidFill>
                  <a:srgbClr val="243858"/>
                </a:solidFill>
                <a:latin typeface="SVN-Avo"/>
              </a:defRPr>
            </a:pPr>
            <a:r>
              <a:t>VTHM GROUP - DMS FIELD OPERATIONS</a:t>
            </a:r>
          </a:p>
          <a:p>
            <a:pPr>
              <a:spcAft>
                <a:spcPts val="200"/>
              </a:spcAft>
              <a:defRPr sz="1300" b="1">
                <a:solidFill>
                  <a:srgbClr val="10B75A"/>
                </a:solidFill>
                <a:latin typeface="SVN-Avo"/>
              </a:defRPr>
            </a:pPr>
            <a:r>
              <a:t>• Dòng 2 – Tọa độ vệ tinh chính xác:</a:t>
            </a:r>
          </a:p>
          <a:p>
            <a:pPr>
              <a:spcAft>
                <a:spcPts val="800"/>
              </a:spcAft>
              <a:defRPr sz="1200" b="0">
                <a:solidFill>
                  <a:srgbClr val="243858"/>
                </a:solidFill>
                <a:latin typeface="SVN-Avo"/>
              </a:defRPr>
            </a:pPr>
            <a:r>
              <a:t>Lat: 21.028511, Lng: 105.854219 (Chính xác đến từng mét)</a:t>
            </a:r>
          </a:p>
          <a:p>
            <a:pPr>
              <a:spcAft>
                <a:spcPts val="200"/>
              </a:spcAft>
              <a:defRPr sz="1300" b="1">
                <a:solidFill>
                  <a:srgbClr val="10B75A"/>
                </a:solidFill>
                <a:latin typeface="SVN-Avo"/>
              </a:defRPr>
            </a:pPr>
            <a:r>
              <a:t>• Dòng 3 – Thời gian chụp thực tế:</a:t>
            </a:r>
          </a:p>
          <a:p>
            <a:pPr>
              <a:spcAft>
                <a:spcPts val="800"/>
              </a:spcAft>
              <a:defRPr sz="1200" b="0">
                <a:solidFill>
                  <a:srgbClr val="243858"/>
                </a:solidFill>
                <a:latin typeface="SVN-Avo"/>
              </a:defRPr>
            </a:pPr>
            <a:r>
              <a:t>12/10/2026 08:15:32 (GMT+7) – Không thể chỉnh sửa</a:t>
            </a:r>
          </a:p>
          <a:p>
            <a:pPr>
              <a:spcAft>
                <a:spcPts val="200"/>
              </a:spcAft>
              <a:defRPr sz="1300" b="1">
                <a:solidFill>
                  <a:srgbClr val="10B75A"/>
                </a:solidFill>
                <a:latin typeface="SVN-Avo"/>
              </a:defRPr>
            </a:pPr>
            <a:r>
              <a:t>• Dòng 4 – Tên đại lý &amp; Nhân viên:</a:t>
            </a:r>
          </a:p>
          <a:p>
            <a:pPr>
              <a:spcAft>
                <a:spcPts val="500"/>
              </a:spcAft>
              <a:defRPr sz="1200" b="0">
                <a:solidFill>
                  <a:srgbClr val="243858"/>
                </a:solidFill>
                <a:latin typeface="SVN-Avo"/>
              </a:defRPr>
            </a:pPr>
            <a:r>
              <a:t>Tạp hoá Bác Ba – NV: Nguyễn Văn A (Mã NV: VTHM-089)</a:t>
            </a:r>
          </a:p>
        </p:txBody>
      </p:sp>
      <p:sp>
        <p:nvSpPr>
          <p:cNvPr id="9" name="Rounded Rectangle 8"/>
          <p:cNvSpPr/>
          <p:nvPr/>
        </p:nvSpPr>
        <p:spPr>
          <a:xfrm>
            <a:off x="6263640" y="1051560"/>
            <a:ext cx="5440680" cy="4572000"/>
          </a:xfrm>
          <a:prstGeom prst="roundRect">
            <a:avLst/>
          </a:prstGeom>
          <a:solidFill>
            <a:srgbClr val="F8FAFC"/>
          </a:solidFill>
          <a:ln w="12700">
            <a:solidFill>
              <a:srgbClr val="DF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188720"/>
            <a:ext cx="5074920" cy="4297680"/>
          </a:xfrm>
          <a:prstGeom prst="rect">
            <a:avLst/>
          </a:prstGeom>
          <a:noFill/>
        </p:spPr>
        <p:txBody>
          <a:bodyPr wrap="none">
            <a:spAutoFit/>
          </a:bodyPr>
          <a:lstStyle/>
          <a:p>
            <a:pPr>
              <a:spcAft>
                <a:spcPts val="1200"/>
              </a:spcAft>
              <a:defRPr sz="1600" b="1">
                <a:solidFill>
                  <a:srgbClr val="355FAC"/>
                </a:solidFill>
                <a:latin typeface="SVN-Avo"/>
              </a:defRPr>
            </a:pPr>
            <a:r>
              <a:t>GIÁ TRỊ PHÁP LÝ &amp; BẰNG CHỨNG THỰC ĐỊA</a:t>
            </a:r>
          </a:p>
          <a:p>
            <a:pPr>
              <a:spcAft>
                <a:spcPts val="400"/>
              </a:spcAft>
              <a:defRPr sz="1300" b="1">
                <a:solidFill>
                  <a:srgbClr val="355FAC"/>
                </a:solidFill>
                <a:latin typeface="SVN-Avo"/>
              </a:defRPr>
            </a:pPr>
            <a:r>
              <a:t>Nhúng thẳng vào điểm ảnh (Pixel):</a:t>
            </a:r>
          </a:p>
          <a:p>
            <a:pPr>
              <a:spcAft>
                <a:spcPts val="1400"/>
              </a:spcAft>
              <a:defRPr sz="1200" b="0">
                <a:solidFill>
                  <a:srgbClr val="243858"/>
                </a:solidFill>
                <a:latin typeface="SVN-Avo"/>
              </a:defRPr>
            </a:pPr>
            <a:r>
              <a:t>Dấu in chìm (Watermark) được khắc thẳng vào bức ảnh khi bấm chụp, không thể dùng photoshop tẩy xóa.</a:t>
            </a:r>
          </a:p>
          <a:p>
            <a:pPr>
              <a:spcAft>
                <a:spcPts val="400"/>
              </a:spcAft>
              <a:defRPr sz="1300" b="1">
                <a:solidFill>
                  <a:srgbClr val="EE4B4B"/>
                </a:solidFill>
                <a:latin typeface="SVN-Avo"/>
              </a:defRPr>
            </a:pPr>
            <a:r>
              <a:t>Chỉ cho phép chụp trực tiếp từ Camera:</a:t>
            </a:r>
          </a:p>
          <a:p>
            <a:pPr>
              <a:spcAft>
                <a:spcPts val="1400"/>
              </a:spcAft>
              <a:defRPr sz="1200" b="0">
                <a:solidFill>
                  <a:srgbClr val="243858"/>
                </a:solidFill>
                <a:latin typeface="SVN-Avo"/>
              </a:defRPr>
            </a:pPr>
            <a:r>
              <a:t>Ứng dụng khóa hoàn toàn tính năng chọn ảnh có sẵn từ thư viện điện thoại, chặn đứng việc dùng ảnh cũ chụp từ tuần trước gửi lên.</a:t>
            </a:r>
          </a:p>
          <a:p>
            <a:pPr>
              <a:spcAft>
                <a:spcPts val="400"/>
              </a:spcAft>
              <a:defRPr sz="1300" b="1">
                <a:solidFill>
                  <a:srgbClr val="10B75A"/>
                </a:solidFill>
                <a:latin typeface="SVN-Avo"/>
              </a:defRPr>
            </a:pPr>
            <a:r>
              <a:t>Bằng chứng nghiệm thu trả thưởng trưng bày:</a:t>
            </a:r>
          </a:p>
          <a:p>
            <a:pPr>
              <a:spcAft>
                <a:spcPts val="500"/>
              </a:spcAft>
              <a:defRPr sz="1200" b="0">
                <a:solidFill>
                  <a:srgbClr val="243858"/>
                </a:solidFill>
                <a:latin typeface="SVN-Avo"/>
              </a:defRPr>
            </a:pPr>
            <a:r>
              <a:t>Căn cứ vững chắc để Ban Lãnh Đạo chi trả các gói khuyến mãi trưng bày hàng nghìn đại lý.</a:t>
            </a:r>
          </a:p>
        </p:txBody>
      </p:sp>
      <p:sp>
        <p:nvSpPr>
          <p:cNvPr id="11" name="Rounded Rectangle 10"/>
          <p:cNvSpPr/>
          <p:nvPr/>
        </p:nvSpPr>
        <p:spPr>
          <a:xfrm>
            <a:off x="457200" y="5779008"/>
            <a:ext cx="11274552" cy="502920"/>
          </a:xfrm>
          <a:prstGeom prst="roundRect">
            <a:avLst/>
          </a:prstGeom>
          <a:solidFill>
            <a:srgbClr val="EAFAEA"/>
          </a:solidFill>
          <a:ln w="12700">
            <a:solidFill>
              <a:srgbClr val="10B7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200" b="1">
                <a:solidFill>
                  <a:srgbClr val="10B75A"/>
                </a:solidFill>
                <a:latin typeface="SVN-Avo"/>
              </a:defRPr>
            </a:pPr>
            <a:r>
              <a:t>💡 GIÁ TRỊ DOANH NGHIỆP: Mọi bức ảnh gửi về máy chủ công ty đều có giá trị làm bằng chứng thực tế không thể làm giả.</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Content Placeholder 2"/>
          <p:cNvSpPr>
            <a:spLocks noGrp="1"/>
          </p:cNvSpPr>
          <p:nvPr>
            <p:ph idx="2" sz="half"/>
          </p:nvPr>
        </p:nvSpPr>
        <p:spPr/>
        <p:txBody>
          <a:bodyPr/>
          <a:lstStyle/>
          <a:p/>
        </p:txBody>
      </p:sp>
      <p:sp>
        <p:nvSpPr>
          <p:cNvPr id="4" name="Title 3"/>
          <p:cNvSpPr>
            <a:spLocks noGrp="1"/>
          </p:cNvSpPr>
          <p:nvPr>
            <p:ph type="title"/>
          </p:nvPr>
        </p:nvSpPr>
        <p:spPr/>
        <p:txBody>
          <a:bodyPr/>
          <a:lstStyle/>
          <a:p>
            <a:pPr>
              <a:defRPr sz="2200" b="1">
                <a:solidFill>
                  <a:srgbClr val="355FAC"/>
                </a:solidFill>
                <a:latin typeface="SVN-Avo"/>
              </a:defRPr>
            </a:pPr>
            <a:r>
              <a:t>XỬ LÝ TÌNH HUỐNG NGOÀI VÙNG &amp; THỐNG KÊ NGÀY CÔNG MINH BẠCH</a:t>
            </a:r>
          </a:p>
        </p:txBody>
      </p:sp>
      <p:sp>
        <p:nvSpPr>
          <p:cNvPr id="5" name="Text Placeholder 4"/>
          <p:cNvSpPr>
            <a:spLocks noGrp="1"/>
          </p:cNvSpPr>
          <p:nvPr>
            <p:ph type="body" idx="3" sz="quarter"/>
          </p:nvPr>
        </p:nvSpPr>
        <p:spPr/>
        <p:txBody>
          <a:bodyPr/>
          <a:lstStyle/>
          <a:p/>
        </p:txBody>
      </p:sp>
      <p:sp>
        <p:nvSpPr>
          <p:cNvPr id="6" name="Content Placeholder 5"/>
          <p:cNvSpPr>
            <a:spLocks noGrp="1"/>
          </p:cNvSpPr>
          <p:nvPr>
            <p:ph idx="4" sz="quarter"/>
          </p:nvPr>
        </p:nvSpPr>
        <p:spPr/>
        <p:txBody>
          <a:bodyPr/>
          <a:lstStyle/>
          <a:p/>
        </p:txBody>
      </p:sp>
      <p:sp>
        <p:nvSpPr>
          <p:cNvPr id="7" name="Rounded Rectangle 6"/>
          <p:cNvSpPr/>
          <p:nvPr/>
        </p:nvSpPr>
        <p:spPr>
          <a:xfrm>
            <a:off x="457200" y="1051560"/>
            <a:ext cx="5440680" cy="4572000"/>
          </a:xfrm>
          <a:prstGeom prst="roundRect">
            <a:avLst/>
          </a:prstGeom>
          <a:solidFill>
            <a:srgbClr val="F8FAFC"/>
          </a:solidFill>
          <a:ln w="12700">
            <a:solidFill>
              <a:srgbClr val="DF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188720"/>
            <a:ext cx="5074920" cy="4297680"/>
          </a:xfrm>
          <a:prstGeom prst="rect">
            <a:avLst/>
          </a:prstGeom>
          <a:noFill/>
        </p:spPr>
        <p:txBody>
          <a:bodyPr wrap="none">
            <a:spAutoFit/>
          </a:bodyPr>
          <a:lstStyle/>
          <a:p>
            <a:pPr>
              <a:spcAft>
                <a:spcPts val="1200"/>
              </a:spcAft>
              <a:defRPr sz="1600" b="1">
                <a:solidFill>
                  <a:srgbClr val="355FAC"/>
                </a:solidFill>
                <a:latin typeface="SVN-Avo"/>
              </a:defRPr>
            </a:pPr>
            <a:r>
              <a:t>LINH HOẠT VỚI THỰC TẾ (CHẤM CÔNG NGOÀI VÙNG)</a:t>
            </a:r>
          </a:p>
          <a:p>
            <a:pPr>
              <a:spcAft>
                <a:spcPts val="400"/>
              </a:spcAft>
              <a:defRPr sz="1300" b="1">
                <a:solidFill>
                  <a:srgbClr val="243858"/>
                </a:solidFill>
                <a:latin typeface="SVN-Avo"/>
              </a:defRPr>
            </a:pPr>
            <a:r>
              <a:t>Tình huống thực tế phát sinh:</a:t>
            </a:r>
          </a:p>
          <a:p>
            <a:pPr>
              <a:spcAft>
                <a:spcPts val="1200"/>
              </a:spcAft>
              <a:defRPr sz="1200" b="0">
                <a:solidFill>
                  <a:srgbClr val="64748B"/>
                </a:solidFill>
                <a:latin typeface="SVN-Avo"/>
              </a:defRPr>
            </a:pPr>
            <a:r>
              <a:t>Nhân viên có lệnh khẩn cấp phải chạy thẳng đến công trường, kho bãi hoặc đại lý xử lý khiếu nại lúc 7h30 sáng.</a:t>
            </a:r>
          </a:p>
          <a:p>
            <a:pPr>
              <a:spcAft>
                <a:spcPts val="400"/>
              </a:spcAft>
              <a:defRPr sz="1300" b="1">
                <a:solidFill>
                  <a:srgbClr val="10B75A"/>
                </a:solidFill>
                <a:latin typeface="SVN-Avo"/>
              </a:defRPr>
            </a:pPr>
            <a:r>
              <a:t>Cơ chế xử lý nhân văn, chặt chẽ:</a:t>
            </a:r>
          </a:p>
          <a:p>
            <a:pPr>
              <a:spcAft>
                <a:spcPts val="500"/>
              </a:spcAft>
              <a:defRPr sz="1200" b="0">
                <a:solidFill>
                  <a:srgbClr val="243858"/>
                </a:solidFill>
                <a:latin typeface="SVN-Avo"/>
              </a:defRPr>
            </a:pPr>
            <a:r>
              <a:t>Ứng dụng cảnh báo đang đứng ngoài vùng kèm số mét sai lệch.</a:t>
            </a:r>
            <a:br/>
            <a:r>
              <a:t>• Cho phép chấm công kèm Hộp thoại giải trình lý do.</a:t>
            </a:r>
            <a:br/>
            <a:r>
              <a:t>• Bắt buộc chụp ảnh hiện trường và nhập ghi chú chi tiết.</a:t>
            </a:r>
            <a:br/>
            <a:r>
              <a:t>• Gửi trực tiếp lên hệ thống để Giám sát duyệt online.</a:t>
            </a:r>
          </a:p>
        </p:txBody>
      </p:sp>
      <p:sp>
        <p:nvSpPr>
          <p:cNvPr id="9" name="Rounded Rectangle 8"/>
          <p:cNvSpPr/>
          <p:nvPr/>
        </p:nvSpPr>
        <p:spPr>
          <a:xfrm>
            <a:off x="6263640" y="1051560"/>
            <a:ext cx="5440680" cy="4572000"/>
          </a:xfrm>
          <a:prstGeom prst="roundRect">
            <a:avLst/>
          </a:prstGeom>
          <a:solidFill>
            <a:srgbClr val="F8FAFC"/>
          </a:solidFill>
          <a:ln w="12700">
            <a:solidFill>
              <a:srgbClr val="DF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188720"/>
            <a:ext cx="5074920" cy="4297680"/>
          </a:xfrm>
          <a:prstGeom prst="rect">
            <a:avLst/>
          </a:prstGeom>
          <a:noFill/>
        </p:spPr>
        <p:txBody>
          <a:bodyPr wrap="none">
            <a:spAutoFit/>
          </a:bodyPr>
          <a:lstStyle/>
          <a:p>
            <a:pPr>
              <a:spcAft>
                <a:spcPts val="1200"/>
              </a:spcAft>
              <a:defRPr sz="1600" b="1">
                <a:solidFill>
                  <a:srgbClr val="355FAC"/>
                </a:solidFill>
                <a:latin typeface="SVN-Avo"/>
              </a:defRPr>
            </a:pPr>
            <a:r>
              <a:t>BẢNG THỐNG KÊ NGÀY CÔNG TRONG THÁNG</a:t>
            </a:r>
          </a:p>
          <a:p>
            <a:pPr>
              <a:spcAft>
                <a:spcPts val="400"/>
              </a:spcAft>
              <a:defRPr sz="1300" b="1">
                <a:solidFill>
                  <a:srgbClr val="355FAC"/>
                </a:solidFill>
                <a:latin typeface="SVN-Avo"/>
              </a:defRPr>
            </a:pPr>
            <a:r>
              <a:t>Minh bạch cho người lao động:</a:t>
            </a:r>
          </a:p>
          <a:p>
            <a:pPr>
              <a:spcAft>
                <a:spcPts val="1400"/>
              </a:spcAft>
              <a:defRPr sz="1200" b="0">
                <a:solidFill>
                  <a:srgbClr val="243858"/>
                </a:solidFill>
                <a:latin typeface="SVN-Avo"/>
              </a:defRPr>
            </a:pPr>
            <a:r>
              <a:t>Nhân viên tự mở máy xem được:</a:t>
            </a:r>
            <a:br/>
            <a:r>
              <a:t>• Tổng số ngày công thực tế đã đi làm trong tháng.</a:t>
            </a:r>
            <a:br/>
            <a:r>
              <a:t>• Số lần đi đúng giờ, số lần về sớm.</a:t>
            </a:r>
            <a:br/>
            <a:r>
              <a:t>• Lịch sử giờ vào/ra ca của từng ngày kèm ảnh chụp đối soát.</a:t>
            </a:r>
          </a:p>
          <a:p>
            <a:pPr>
              <a:spcAft>
                <a:spcPts val="400"/>
              </a:spcAft>
              <a:defRPr sz="1300" b="1">
                <a:solidFill>
                  <a:srgbClr val="10B75A"/>
                </a:solidFill>
                <a:latin typeface="SVN-Avo"/>
              </a:defRPr>
            </a:pPr>
            <a:r>
              <a:t>Kết nối trực tiếp bảng lương:</a:t>
            </a:r>
          </a:p>
          <a:p>
            <a:pPr>
              <a:spcAft>
                <a:spcPts val="500"/>
              </a:spcAft>
              <a:defRPr sz="1200" b="0">
                <a:solidFill>
                  <a:srgbClr val="243858"/>
                </a:solidFill>
                <a:latin typeface="SVN-Avo"/>
              </a:defRPr>
            </a:pPr>
            <a:r>
              <a:t>Dữ liệu được xuất tự động sang bộ phận Nhân sự để chốt công, không cần nhập liệu thủ công bằng tay.</a:t>
            </a:r>
          </a:p>
        </p:txBody>
      </p:sp>
      <p:sp>
        <p:nvSpPr>
          <p:cNvPr id="11" name="Rounded Rectangle 10"/>
          <p:cNvSpPr/>
          <p:nvPr/>
        </p:nvSpPr>
        <p:spPr>
          <a:xfrm>
            <a:off x="457200" y="5779008"/>
            <a:ext cx="11274552" cy="502920"/>
          </a:xfrm>
          <a:prstGeom prst="roundRect">
            <a:avLst/>
          </a:prstGeom>
          <a:solidFill>
            <a:srgbClr val="EAFAEA"/>
          </a:solidFill>
          <a:ln w="12700">
            <a:solidFill>
              <a:srgbClr val="10B7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200" b="1">
                <a:solidFill>
                  <a:srgbClr val="10B75A"/>
                </a:solidFill>
                <a:latin typeface="SVN-Avo"/>
              </a:defRPr>
            </a:pPr>
            <a:r>
              <a:t>💡 GIÁ TRỊ DOANH NGHIỆP: Vừa giữ nghiêm kỷ luật vị trí, vừa tháo gỡ rào cản hành chính cho những nhân viên làm việc thực tế.</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658368" y="1645920"/>
            <a:ext cx="1828800" cy="731520"/>
          </a:xfrm>
          <a:prstGeom prst="rect">
            <a:avLst/>
          </a:prstGeom>
          <a:noFill/>
        </p:spPr>
        <p:txBody>
          <a:bodyPr wrap="none">
            <a:spAutoFit/>
          </a:bodyPr>
          <a:lstStyle/>
          <a:p>
            <a:pPr>
              <a:defRPr sz="4400" b="1">
                <a:solidFill>
                  <a:srgbClr val="10B75A"/>
                </a:solidFill>
                <a:latin typeface="SVN-Avo"/>
              </a:defRPr>
            </a:pPr>
            <a:r>
              <a:t>04</a:t>
            </a:r>
          </a:p>
        </p:txBody>
      </p:sp>
      <p:sp>
        <p:nvSpPr>
          <p:cNvPr id="5" name="Rectangle 4"/>
          <p:cNvSpPr/>
          <p:nvPr/>
        </p:nvSpPr>
        <p:spPr>
          <a:xfrm>
            <a:off x="676656" y="2468880"/>
            <a:ext cx="1371600" cy="36576"/>
          </a:xfrm>
          <a:prstGeom prst="rect">
            <a:avLst/>
          </a:prstGeom>
          <a:solidFill>
            <a:srgbClr val="355F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743200"/>
            <a:ext cx="9144000" cy="1645920"/>
          </a:xfrm>
          <a:prstGeom prst="rect">
            <a:avLst/>
          </a:prstGeom>
          <a:noFill/>
        </p:spPr>
        <p:txBody>
          <a:bodyPr wrap="square">
            <a:spAutoFit/>
          </a:bodyPr>
          <a:lstStyle/>
          <a:p>
            <a:pPr>
              <a:defRPr sz="3000" b="1">
                <a:solidFill>
                  <a:srgbClr val="355FAC"/>
                </a:solidFill>
                <a:latin typeface="SVN-Avo"/>
              </a:defRPr>
            </a:pPr>
            <a:r>
              <a:t>ĐIỀU PHỐI THỰC ĐỊA &amp; THEO DÕI VỊ TRÍ MINH BẠCH</a:t>
            </a:r>
          </a:p>
          <a:p>
            <a:pPr>
              <a:spcBef>
                <a:spcPts val="800"/>
              </a:spcBef>
              <a:defRPr sz="1600" b="0">
                <a:solidFill>
                  <a:srgbClr val="64748B"/>
                </a:solidFill>
                <a:latin typeface="SVN-Avo"/>
              </a:defRPr>
            </a:pPr>
            <a:r>
              <a:t>Bản đồ thời gian thực, lệnh xin vị trí đột xuất 10 phút và tuân thủ Luật 91/2025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Content Placeholder 2"/>
          <p:cNvSpPr>
            <a:spLocks noGrp="1"/>
          </p:cNvSpPr>
          <p:nvPr>
            <p:ph idx="2" sz="half"/>
          </p:nvPr>
        </p:nvSpPr>
        <p:spPr/>
        <p:txBody>
          <a:bodyPr/>
          <a:lstStyle/>
          <a:p/>
        </p:txBody>
      </p:sp>
      <p:sp>
        <p:nvSpPr>
          <p:cNvPr id="4" name="Title 3"/>
          <p:cNvSpPr>
            <a:spLocks noGrp="1"/>
          </p:cNvSpPr>
          <p:nvPr>
            <p:ph type="title"/>
          </p:nvPr>
        </p:nvSpPr>
        <p:spPr/>
        <p:txBody>
          <a:bodyPr/>
          <a:lstStyle/>
          <a:p>
            <a:pPr>
              <a:defRPr sz="2200" b="1">
                <a:solidFill>
                  <a:srgbClr val="355FAC"/>
                </a:solidFill>
                <a:latin typeface="SVN-Avo"/>
              </a:defRPr>
            </a:pPr>
            <a:r>
              <a:t>BẢN ĐỒ ĐỊNH VỊ GIÁM SÁT: TRẢ LỜI CÂU HỎI 'NHÂN VIÊN ĐANG Ở ĐÂU?'</a:t>
            </a:r>
          </a:p>
        </p:txBody>
      </p:sp>
      <p:sp>
        <p:nvSpPr>
          <p:cNvPr id="5" name="Text Placeholder 4"/>
          <p:cNvSpPr>
            <a:spLocks noGrp="1"/>
          </p:cNvSpPr>
          <p:nvPr>
            <p:ph type="body" idx="3" sz="quarter"/>
          </p:nvPr>
        </p:nvSpPr>
        <p:spPr/>
        <p:txBody>
          <a:bodyPr/>
          <a:lstStyle/>
          <a:p/>
        </p:txBody>
      </p:sp>
      <p:sp>
        <p:nvSpPr>
          <p:cNvPr id="6" name="Content Placeholder 5"/>
          <p:cNvSpPr>
            <a:spLocks noGrp="1"/>
          </p:cNvSpPr>
          <p:nvPr>
            <p:ph idx="4" sz="quarter"/>
          </p:nvPr>
        </p:nvSpPr>
        <p:spPr/>
        <p:txBody>
          <a:bodyPr/>
          <a:lstStyle/>
          <a:p/>
        </p:txBody>
      </p:sp>
      <p:sp>
        <p:nvSpPr>
          <p:cNvPr id="7" name="Rounded Rectangle 6"/>
          <p:cNvSpPr/>
          <p:nvPr/>
        </p:nvSpPr>
        <p:spPr>
          <a:xfrm>
            <a:off x="457200" y="1051560"/>
            <a:ext cx="5440680" cy="4572000"/>
          </a:xfrm>
          <a:prstGeom prst="roundRect">
            <a:avLst/>
          </a:prstGeom>
          <a:solidFill>
            <a:srgbClr val="F8FAFC"/>
          </a:solidFill>
          <a:ln w="12700">
            <a:solidFill>
              <a:srgbClr val="DF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188720"/>
            <a:ext cx="5074920" cy="4297680"/>
          </a:xfrm>
          <a:prstGeom prst="rect">
            <a:avLst/>
          </a:prstGeom>
          <a:noFill/>
        </p:spPr>
        <p:txBody>
          <a:bodyPr wrap="none">
            <a:spAutoFit/>
          </a:bodyPr>
          <a:lstStyle/>
          <a:p>
            <a:pPr>
              <a:spcAft>
                <a:spcPts val="1200"/>
              </a:spcAft>
              <a:defRPr sz="1600" b="1">
                <a:solidFill>
                  <a:srgbClr val="355FAC"/>
                </a:solidFill>
                <a:latin typeface="SVN-Avo"/>
              </a:defRPr>
            </a:pPr>
            <a:r>
              <a:t>MỤC TIÊU &amp; NHU CẦU QUẢN LÝ</a:t>
            </a:r>
          </a:p>
          <a:p>
            <a:pPr>
              <a:spcAft>
                <a:spcPts val="400"/>
              </a:spcAft>
              <a:defRPr sz="1300" b="1">
                <a:solidFill>
                  <a:srgbClr val="243858"/>
                </a:solidFill>
                <a:latin typeface="SVN-Avo"/>
              </a:defRPr>
            </a:pPr>
            <a:r>
              <a:t>Trả lời câu hỏi sống còn của Giám đốc Bán hàng:</a:t>
            </a:r>
          </a:p>
          <a:p>
            <a:pPr>
              <a:spcAft>
                <a:spcPts val="1200"/>
              </a:spcAft>
              <a:defRPr sz="1200" b="1">
                <a:solidFill>
                  <a:srgbClr val="355FAC"/>
                </a:solidFill>
                <a:latin typeface="SVN-Avo"/>
              </a:defRPr>
            </a:pPr>
            <a:r>
              <a:t>'Đội ngũ thị trường hiện tại đang ở khu vực nào, có đang hoạt động trên tuyến không?'</a:t>
            </a:r>
          </a:p>
          <a:p>
            <a:pPr>
              <a:spcAft>
                <a:spcPts val="400"/>
              </a:spcAft>
              <a:defRPr sz="1300" b="1">
                <a:solidFill>
                  <a:srgbClr val="10B75A"/>
                </a:solidFill>
                <a:latin typeface="SVN-Avo"/>
              </a:defRPr>
            </a:pPr>
            <a:r>
              <a:t>Nắm bắt tức thời không cần chờ đợi:</a:t>
            </a:r>
          </a:p>
          <a:p>
            <a:pPr>
              <a:spcAft>
                <a:spcPts val="1200"/>
              </a:spcAft>
              <a:defRPr sz="1200" b="0">
                <a:solidFill>
                  <a:srgbClr val="243858"/>
                </a:solidFill>
                <a:latin typeface="SVN-Avo"/>
              </a:defRPr>
            </a:pPr>
            <a:r>
              <a:t>Không cần đợi nhân viên Check-in đại lý hay nộp báo cáo Zalo cuối ngày, Ban Điều hành luôn nắm chắc vị trí thực tế.</a:t>
            </a:r>
          </a:p>
          <a:p>
            <a:pPr>
              <a:spcAft>
                <a:spcPts val="400"/>
              </a:spcAft>
              <a:defRPr sz="1300" b="1">
                <a:solidFill>
                  <a:srgbClr val="355FAC"/>
                </a:solidFill>
                <a:latin typeface="SVN-Avo"/>
              </a:defRPr>
            </a:pPr>
            <a:r>
              <a:t>Bản đồ nhiệt độ phủ mạng lưới:</a:t>
            </a:r>
          </a:p>
          <a:p>
            <a:pPr>
              <a:spcAft>
                <a:spcPts val="500"/>
              </a:spcAft>
              <a:defRPr sz="1200" b="0">
                <a:solidFill>
                  <a:srgbClr val="243858"/>
                </a:solidFill>
                <a:latin typeface="SVN-Avo"/>
              </a:defRPr>
            </a:pPr>
            <a:r>
              <a:t>Nhìn thấy toàn cảnh mật độ di chuyển của đội ngũ nhân viên trên từng địa bàn quận/huyện một cách trực quan.</a:t>
            </a:r>
          </a:p>
        </p:txBody>
      </p:sp>
      <p:sp>
        <p:nvSpPr>
          <p:cNvPr id="9" name="Rounded Rectangle 8"/>
          <p:cNvSpPr/>
          <p:nvPr/>
        </p:nvSpPr>
        <p:spPr>
          <a:xfrm>
            <a:off x="6263640" y="1051560"/>
            <a:ext cx="5440680" cy="4572000"/>
          </a:xfrm>
          <a:prstGeom prst="roundRect">
            <a:avLst/>
          </a:prstGeom>
          <a:solidFill>
            <a:srgbClr val="F8FAFC"/>
          </a:solidFill>
          <a:ln w="12700">
            <a:solidFill>
              <a:srgbClr val="DF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188720"/>
            <a:ext cx="5074920" cy="4297680"/>
          </a:xfrm>
          <a:prstGeom prst="rect">
            <a:avLst/>
          </a:prstGeom>
          <a:noFill/>
        </p:spPr>
        <p:txBody>
          <a:bodyPr wrap="none">
            <a:spAutoFit/>
          </a:bodyPr>
          <a:lstStyle/>
          <a:p>
            <a:pPr>
              <a:spcAft>
                <a:spcPts val="1200"/>
              </a:spcAft>
              <a:defRPr sz="1600" b="1">
                <a:solidFill>
                  <a:srgbClr val="355FAC"/>
                </a:solidFill>
                <a:latin typeface="SVN-Avo"/>
              </a:defRPr>
            </a:pPr>
            <a:r>
              <a:t>CƠ CHẾ THEO DÕI NHÂN VĂN &amp; KHOA HỌC</a:t>
            </a:r>
          </a:p>
          <a:p>
            <a:pPr>
              <a:spcAft>
                <a:spcPts val="200"/>
              </a:spcAft>
              <a:defRPr sz="1300" b="1">
                <a:solidFill>
                  <a:srgbClr val="10B75A"/>
                </a:solidFill>
                <a:latin typeface="SVN-Avo"/>
              </a:defRPr>
            </a:pPr>
            <a:r>
              <a:t>🟢 Chỉ gửi khi nhân viên đang mở app:</a:t>
            </a:r>
          </a:p>
          <a:p>
            <a:pPr>
              <a:spcAft>
                <a:spcPts val="1000"/>
              </a:spcAft>
              <a:defRPr sz="1200" b="0">
                <a:solidFill>
                  <a:srgbClr val="243858"/>
                </a:solidFill>
                <a:latin typeface="SVN-Avo"/>
              </a:defRPr>
            </a:pPr>
            <a:r>
              <a:t>Tuyệt đối không chạy ngầm cả ngày, không gây hao pin, không làm nóng máy của nhân viên.</a:t>
            </a:r>
          </a:p>
          <a:p>
            <a:pPr>
              <a:spcAft>
                <a:spcPts val="200"/>
              </a:spcAft>
              <a:defRPr sz="1300" b="1">
                <a:solidFill>
                  <a:srgbClr val="355FAC"/>
                </a:solidFill>
                <a:latin typeface="SVN-Avo"/>
              </a:defRPr>
            </a:pPr>
            <a:r>
              <a:t>⏱️ Nhịp gửi tự động do Server điều khiển:</a:t>
            </a:r>
          </a:p>
          <a:p>
            <a:pPr>
              <a:spcAft>
                <a:spcPts val="1000"/>
              </a:spcAft>
              <a:defRPr sz="1200" b="0">
                <a:solidFill>
                  <a:srgbClr val="243858"/>
                </a:solidFill>
                <a:latin typeface="SVN-Avo"/>
              </a:defRPr>
            </a:pPr>
            <a:r>
              <a:t>Trung bình 3 phút (180 giây) gửi 1 toạ độ mới; Ban quản trị đổi nhịp linh hoạt (180s - 300s) từ trang quản trị web.</a:t>
            </a:r>
          </a:p>
          <a:p>
            <a:pPr>
              <a:spcAft>
                <a:spcPts val="200"/>
              </a:spcAft>
              <a:defRPr sz="1300" b="1">
                <a:solidFill>
                  <a:srgbClr val="F59E0B"/>
                </a:solidFill>
                <a:latin typeface="SVN-Avo"/>
              </a:defRPr>
            </a:pPr>
            <a:r>
              <a:t>🚪 Gửi điểm cuối khi thoát app (app_exit):</a:t>
            </a:r>
          </a:p>
          <a:p>
            <a:pPr>
              <a:spcAft>
                <a:spcPts val="1000"/>
              </a:spcAft>
              <a:defRPr sz="1200" b="0">
                <a:solidFill>
                  <a:srgbClr val="243858"/>
                </a:solidFill>
                <a:latin typeface="SVN-Avo"/>
              </a:defRPr>
            </a:pPr>
            <a:r>
              <a:t>Khi nhân viên tắt app, hệ thống tự động chốt một vị trí cuối cùng trước khi đóng ứng dụng.</a:t>
            </a:r>
          </a:p>
          <a:p>
            <a:pPr>
              <a:spcAft>
                <a:spcPts val="200"/>
              </a:spcAft>
              <a:defRPr sz="1300" b="1">
                <a:solidFill>
                  <a:srgbClr val="0D9488"/>
                </a:solidFill>
                <a:latin typeface="SVN-Avo"/>
              </a:defRPr>
            </a:pPr>
            <a:r>
              <a:t>🔔 Huy hiệu chia sẻ vị trí trực quan:</a:t>
            </a:r>
          </a:p>
          <a:p>
            <a:pPr>
              <a:spcAft>
                <a:spcPts val="500"/>
              </a:spcAft>
              <a:defRPr sz="1200" b="0">
                <a:solidFill>
                  <a:srgbClr val="243858"/>
                </a:solidFill>
                <a:latin typeface="SVN-Avo"/>
              </a:defRPr>
            </a:pPr>
            <a:r>
              <a:t>Biểu tượng radar xanh trên thanh tiêu đề giúp nhân viên luôn biết mình đang được chia sẻ vị trí phục vụ công việc.</a:t>
            </a:r>
          </a:p>
        </p:txBody>
      </p:sp>
      <p:sp>
        <p:nvSpPr>
          <p:cNvPr id="11" name="Rounded Rectangle 10"/>
          <p:cNvSpPr/>
          <p:nvPr/>
        </p:nvSpPr>
        <p:spPr>
          <a:xfrm>
            <a:off x="457200" y="5779008"/>
            <a:ext cx="11274552" cy="502920"/>
          </a:xfrm>
          <a:prstGeom prst="roundRect">
            <a:avLst/>
          </a:prstGeom>
          <a:solidFill>
            <a:srgbClr val="EAFAEA"/>
          </a:solidFill>
          <a:ln w="12700">
            <a:solidFill>
              <a:srgbClr val="10B7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200" b="1">
                <a:solidFill>
                  <a:srgbClr val="10B75A"/>
                </a:solidFill>
                <a:latin typeface="SVN-Avo"/>
              </a:defRPr>
            </a:pPr>
            <a:r>
              <a:t>💡 GIÁ TRỊ DOANH NGHIỆP: Ban Lãnh Đạo nắm bắt tức thời vị trí của đội ngũ thị trường, tối ưu năng lực điều phối mà không gây hao pin thiết bị.</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Content Placeholder 2"/>
          <p:cNvSpPr>
            <a:spLocks noGrp="1"/>
          </p:cNvSpPr>
          <p:nvPr>
            <p:ph idx="2" sz="half"/>
          </p:nvPr>
        </p:nvSpPr>
        <p:spPr/>
        <p:txBody>
          <a:bodyPr/>
          <a:lstStyle/>
          <a:p/>
        </p:txBody>
      </p:sp>
      <p:sp>
        <p:nvSpPr>
          <p:cNvPr id="4" name="Title 3"/>
          <p:cNvSpPr>
            <a:spLocks noGrp="1"/>
          </p:cNvSpPr>
          <p:nvPr>
            <p:ph type="title"/>
          </p:nvPr>
        </p:nvSpPr>
        <p:spPr/>
        <p:txBody>
          <a:bodyPr/>
          <a:lstStyle/>
          <a:p>
            <a:pPr>
              <a:defRPr sz="2200" b="1">
                <a:solidFill>
                  <a:srgbClr val="355FAC"/>
                </a:solidFill>
                <a:latin typeface="SVN-Avo"/>
              </a:defRPr>
            </a:pPr>
            <a:r>
              <a:t>LỆNH 'XIN VỊ TRÍ NGAY': QUẢN LÝ KIỂM TRA ĐỘT XUẤT TRONG 10 PHÚT</a:t>
            </a:r>
          </a:p>
        </p:txBody>
      </p:sp>
      <p:sp>
        <p:nvSpPr>
          <p:cNvPr id="5" name="Text Placeholder 4"/>
          <p:cNvSpPr>
            <a:spLocks noGrp="1"/>
          </p:cNvSpPr>
          <p:nvPr>
            <p:ph type="body" idx="3" sz="quarter"/>
          </p:nvPr>
        </p:nvSpPr>
        <p:spPr/>
        <p:txBody>
          <a:bodyPr/>
          <a:lstStyle/>
          <a:p/>
        </p:txBody>
      </p:sp>
      <p:sp>
        <p:nvSpPr>
          <p:cNvPr id="6" name="Content Placeholder 5"/>
          <p:cNvSpPr>
            <a:spLocks noGrp="1"/>
          </p:cNvSpPr>
          <p:nvPr>
            <p:ph idx="4" sz="quarter"/>
          </p:nvPr>
        </p:nvSpPr>
        <p:spPr/>
        <p:txBody>
          <a:bodyPr/>
          <a:lstStyle/>
          <a:p/>
        </p:txBody>
      </p:sp>
      <p:sp>
        <p:nvSpPr>
          <p:cNvPr id="7" name="Rounded Rectangle 6"/>
          <p:cNvSpPr/>
          <p:nvPr/>
        </p:nvSpPr>
        <p:spPr>
          <a:xfrm>
            <a:off x="457200" y="1051560"/>
            <a:ext cx="5440680" cy="4572000"/>
          </a:xfrm>
          <a:prstGeom prst="roundRect">
            <a:avLst/>
          </a:prstGeom>
          <a:solidFill>
            <a:srgbClr val="F8FAFC"/>
          </a:solidFill>
          <a:ln w="12700">
            <a:solidFill>
              <a:srgbClr val="DF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188720"/>
            <a:ext cx="5074920" cy="4297680"/>
          </a:xfrm>
          <a:prstGeom prst="rect">
            <a:avLst/>
          </a:prstGeom>
          <a:noFill/>
        </p:spPr>
        <p:txBody>
          <a:bodyPr wrap="none">
            <a:spAutoFit/>
          </a:bodyPr>
          <a:lstStyle/>
          <a:p>
            <a:pPr>
              <a:spcAft>
                <a:spcPts val="1200"/>
              </a:spcAft>
              <a:defRPr sz="1600" b="1">
                <a:solidFill>
                  <a:srgbClr val="355FAC"/>
                </a:solidFill>
                <a:latin typeface="SVN-Avo"/>
              </a:defRPr>
            </a:pPr>
            <a:r>
              <a:t>LỆNH 'XIN VỊ TRÍ NGAY' TỪ GIÁM SÁT</a:t>
            </a:r>
          </a:p>
          <a:p>
            <a:pPr>
              <a:spcAft>
                <a:spcPts val="400"/>
              </a:spcAft>
              <a:defRPr sz="1300" b="1">
                <a:solidFill>
                  <a:srgbClr val="355FAC"/>
                </a:solidFill>
                <a:latin typeface="SVN-Avo"/>
              </a:defRPr>
            </a:pPr>
            <a:r>
              <a:t>🖱️ Quản lý bấm nút tức thời trên Web:</a:t>
            </a:r>
          </a:p>
          <a:p>
            <a:pPr>
              <a:spcAft>
                <a:spcPts val="1400"/>
              </a:spcAft>
              <a:defRPr sz="1200" b="0">
                <a:solidFill>
                  <a:srgbClr val="243858"/>
                </a:solidFill>
                <a:latin typeface="SVN-Avo"/>
              </a:defRPr>
            </a:pPr>
            <a:r>
              <a:t>Giám sát nhập lý do (ví dụ: 'Kiểm tra tuyến sáng nay') và phát lệnh yêu cầu vị trí tức thời tới đúng nhân viên cần kiểm tra.</a:t>
            </a:r>
          </a:p>
          <a:p>
            <a:pPr>
              <a:spcAft>
                <a:spcPts val="400"/>
              </a:spcAft>
              <a:defRPr sz="1300" b="1">
                <a:solidFill>
                  <a:srgbClr val="10B75A"/>
                </a:solidFill>
                <a:latin typeface="SVN-Avo"/>
              </a:defRPr>
            </a:pPr>
            <a:r>
              <a:t>⚡ Phản hồi tự động qua đám mây:</a:t>
            </a:r>
          </a:p>
          <a:p>
            <a:pPr>
              <a:spcAft>
                <a:spcPts val="1400"/>
              </a:spcAft>
              <a:defRPr sz="1200" b="0">
                <a:solidFill>
                  <a:srgbClr val="243858"/>
                </a:solidFill>
                <a:latin typeface="SVN-Avo"/>
              </a:defRPr>
            </a:pPr>
            <a:r>
              <a:t>Sử dụng công nghệ thông báo thời gian thực Centrifugo / Push Notification, lệnh truyền đến điện thoại chỉ trong 1 - 2 giây.</a:t>
            </a:r>
          </a:p>
          <a:p>
            <a:pPr>
              <a:spcAft>
                <a:spcPts val="400"/>
              </a:spcAft>
              <a:defRPr sz="1300" b="1">
                <a:solidFill>
                  <a:srgbClr val="10B75A"/>
                </a:solidFill>
                <a:latin typeface="SVN-Avo"/>
              </a:defRPr>
            </a:pPr>
            <a:r>
              <a:t>📍 Đo GPS độ chính xác cao 1 lần duy nhất:</a:t>
            </a:r>
          </a:p>
          <a:p>
            <a:pPr>
              <a:spcAft>
                <a:spcPts val="500"/>
              </a:spcAft>
              <a:defRPr sz="1200" b="0">
                <a:solidFill>
                  <a:srgbClr val="243858"/>
                </a:solidFill>
                <a:latin typeface="SVN-Avo"/>
              </a:defRPr>
            </a:pPr>
            <a:r>
              <a:t>App tự động bật đo GPS chính xác cao một lần, đóng gói toạ độ kèm mã yêu cầu và gửi thẳng về máy chủ công ty.</a:t>
            </a:r>
          </a:p>
        </p:txBody>
      </p:sp>
      <p:sp>
        <p:nvSpPr>
          <p:cNvPr id="9" name="Rounded Rectangle 8"/>
          <p:cNvSpPr/>
          <p:nvPr/>
        </p:nvSpPr>
        <p:spPr>
          <a:xfrm>
            <a:off x="6263640" y="1051560"/>
            <a:ext cx="5440680" cy="4572000"/>
          </a:xfrm>
          <a:prstGeom prst="roundRect">
            <a:avLst/>
          </a:prstGeom>
          <a:solidFill>
            <a:srgbClr val="F8FAFC"/>
          </a:solidFill>
          <a:ln w="12700">
            <a:solidFill>
              <a:srgbClr val="DF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188720"/>
            <a:ext cx="5074920" cy="4297680"/>
          </a:xfrm>
          <a:prstGeom prst="rect">
            <a:avLst/>
          </a:prstGeom>
          <a:noFill/>
        </p:spPr>
        <p:txBody>
          <a:bodyPr wrap="none">
            <a:spAutoFit/>
          </a:bodyPr>
          <a:lstStyle/>
          <a:p>
            <a:pPr>
              <a:spcAft>
                <a:spcPts val="1200"/>
              </a:spcAft>
              <a:defRPr sz="1600" b="1">
                <a:solidFill>
                  <a:srgbClr val="355FAC"/>
                </a:solidFill>
                <a:latin typeface="SVN-Avo"/>
              </a:defRPr>
            </a:pPr>
            <a:r>
              <a:t>HÀNG RÀO BẢO VỆ &amp; THÔNG BÁO MINH BẠCH</a:t>
            </a:r>
          </a:p>
          <a:p>
            <a:pPr>
              <a:spcAft>
                <a:spcPts val="400"/>
              </a:spcAft>
              <a:defRPr sz="1300" b="1">
                <a:solidFill>
                  <a:srgbClr val="F59E0B"/>
                </a:solidFill>
                <a:latin typeface="SVN-Avo"/>
              </a:defRPr>
            </a:pPr>
            <a:r>
              <a:t>📲 Chuông thông báo khay hệ thống:</a:t>
            </a:r>
          </a:p>
          <a:p>
            <a:pPr>
              <a:spcAft>
                <a:spcPts val="1400"/>
              </a:spcAft>
              <a:defRPr sz="1200" b="0">
                <a:solidFill>
                  <a:srgbClr val="243858"/>
                </a:solidFill>
                <a:latin typeface="SVN-Avo"/>
              </a:defRPr>
            </a:pPr>
            <a:r>
              <a:t>Điện thoại nhân viên rung chuông và hiện thông báo rõ ràng: '{Tên quản lý} đã yêu cầu vị trí của bạn - Lý do: Kiểm tra tuyến'.</a:t>
            </a:r>
          </a:p>
          <a:p>
            <a:pPr>
              <a:spcAft>
                <a:spcPts val="400"/>
              </a:spcAft>
              <a:defRPr sz="1300" b="1">
                <a:solidFill>
                  <a:srgbClr val="EE4B4B"/>
                </a:solidFill>
                <a:latin typeface="SVN-Avo"/>
              </a:defRPr>
            </a:pPr>
            <a:r>
              <a:t>⏱️ Hạn bảo vệ tối đa 10 phút (TTL):</a:t>
            </a:r>
          </a:p>
          <a:p>
            <a:pPr>
              <a:spcAft>
                <a:spcPts val="1400"/>
              </a:spcAft>
              <a:defRPr sz="1200" b="0">
                <a:solidFill>
                  <a:srgbClr val="243858"/>
                </a:solidFill>
                <a:latin typeface="SVN-Avo"/>
              </a:defRPr>
            </a:pPr>
            <a:r>
              <a:t>Lệnh chỉ có hiệu lực trong 10 phút. Nếu quá hạn (điện thoại hết pin hoặc tắt nguồn), lệnh tự động huỷ bỏ trên hệ thống.</a:t>
            </a:r>
          </a:p>
          <a:p>
            <a:pPr>
              <a:spcAft>
                <a:spcPts val="400"/>
              </a:spcAft>
              <a:defRPr sz="1300" b="1">
                <a:solidFill>
                  <a:srgbClr val="10B75A"/>
                </a:solidFill>
                <a:latin typeface="SVN-Avo"/>
              </a:defRPr>
            </a:pPr>
            <a:r>
              <a:t>🛡️ Chống lấy toạ độ ban đêm ngoài ý muốn:</a:t>
            </a:r>
          </a:p>
          <a:p>
            <a:pPr>
              <a:spcAft>
                <a:spcPts val="500"/>
              </a:spcAft>
              <a:defRPr sz="1200" b="0">
                <a:solidFill>
                  <a:srgbClr val="243858"/>
                </a:solidFill>
                <a:latin typeface="SVN-Avo"/>
              </a:defRPr>
            </a:pPr>
            <a:r>
              <a:t>Tránh hoàn toàn tình trạng lệnh tồn đọng từ ban ngày bị kích hoạt khi nhân viên mở máy vào ban đêm ở nhà riêng.</a:t>
            </a:r>
          </a:p>
        </p:txBody>
      </p:sp>
      <p:sp>
        <p:nvSpPr>
          <p:cNvPr id="11" name="Rounded Rectangle 10"/>
          <p:cNvSpPr/>
          <p:nvPr/>
        </p:nvSpPr>
        <p:spPr>
          <a:xfrm>
            <a:off x="457200" y="5779008"/>
            <a:ext cx="11274552" cy="502920"/>
          </a:xfrm>
          <a:prstGeom prst="roundRect">
            <a:avLst/>
          </a:prstGeom>
          <a:solidFill>
            <a:srgbClr val="EAFAEA"/>
          </a:solidFill>
          <a:ln w="12700">
            <a:solidFill>
              <a:srgbClr val="10B7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200" b="1">
                <a:solidFill>
                  <a:srgbClr val="10B75A"/>
                </a:solidFill>
                <a:latin typeface="SVN-Avo"/>
              </a:defRPr>
            </a:pPr>
            <a:r>
              <a:t>💡 GIÁ TRỊ DOANH NGHIỆP: Quản lý kiểm tra đột xuất chỉ với 1 cú click chuột, phản hồi tức thì trong 10 phút với sự minh bạch tuyệt đối.</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Content Placeholder 2"/>
          <p:cNvSpPr>
            <a:spLocks noGrp="1"/>
          </p:cNvSpPr>
          <p:nvPr>
            <p:ph idx="2" sz="half"/>
          </p:nvPr>
        </p:nvSpPr>
        <p:spPr/>
        <p:txBody>
          <a:bodyPr/>
          <a:lstStyle/>
          <a:p/>
        </p:txBody>
      </p:sp>
      <p:sp>
        <p:nvSpPr>
          <p:cNvPr id="4" name="Title 3"/>
          <p:cNvSpPr>
            <a:spLocks noGrp="1"/>
          </p:cNvSpPr>
          <p:nvPr>
            <p:ph type="title"/>
          </p:nvPr>
        </p:nvSpPr>
        <p:spPr/>
        <p:txBody>
          <a:bodyPr/>
          <a:lstStyle/>
          <a:p>
            <a:pPr>
              <a:defRPr sz="2200" b="1">
                <a:solidFill>
                  <a:srgbClr val="355FAC"/>
                </a:solidFill>
                <a:latin typeface="SVN-Avo"/>
              </a:defRPr>
            </a:pPr>
            <a:r>
              <a:t>MINH BẠCH THEO LUẬT BẢO VỆ DỮ LIỆU CÁ NHÂN 91/2025</a:t>
            </a:r>
          </a:p>
        </p:txBody>
      </p:sp>
      <p:sp>
        <p:nvSpPr>
          <p:cNvPr id="5" name="Text Placeholder 4"/>
          <p:cNvSpPr>
            <a:spLocks noGrp="1"/>
          </p:cNvSpPr>
          <p:nvPr>
            <p:ph type="body" idx="3" sz="quarter"/>
          </p:nvPr>
        </p:nvSpPr>
        <p:spPr/>
        <p:txBody>
          <a:bodyPr/>
          <a:lstStyle/>
          <a:p/>
        </p:txBody>
      </p:sp>
      <p:sp>
        <p:nvSpPr>
          <p:cNvPr id="6" name="Content Placeholder 5"/>
          <p:cNvSpPr>
            <a:spLocks noGrp="1"/>
          </p:cNvSpPr>
          <p:nvPr>
            <p:ph idx="4" sz="quarter"/>
          </p:nvPr>
        </p:nvSpPr>
        <p:spPr/>
        <p:txBody>
          <a:bodyPr/>
          <a:lstStyle/>
          <a:p/>
        </p:txBody>
      </p:sp>
      <p:sp>
        <p:nvSpPr>
          <p:cNvPr id="7" name="Rounded Rectangle 6"/>
          <p:cNvSpPr/>
          <p:nvPr/>
        </p:nvSpPr>
        <p:spPr>
          <a:xfrm>
            <a:off x="457200" y="1051560"/>
            <a:ext cx="5440680" cy="4572000"/>
          </a:xfrm>
          <a:prstGeom prst="roundRect">
            <a:avLst/>
          </a:prstGeom>
          <a:solidFill>
            <a:srgbClr val="F8FAFC"/>
          </a:solidFill>
          <a:ln w="12700">
            <a:solidFill>
              <a:srgbClr val="DF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188720"/>
            <a:ext cx="5074920" cy="4297680"/>
          </a:xfrm>
          <a:prstGeom prst="rect">
            <a:avLst/>
          </a:prstGeom>
          <a:noFill/>
        </p:spPr>
        <p:txBody>
          <a:bodyPr wrap="none">
            <a:spAutoFit/>
          </a:bodyPr>
          <a:lstStyle/>
          <a:p>
            <a:pPr>
              <a:spcAft>
                <a:spcPts val="1200"/>
              </a:spcAft>
              <a:defRPr sz="1600" b="1">
                <a:solidFill>
                  <a:srgbClr val="355FAC"/>
                </a:solidFill>
                <a:latin typeface="SVN-Avo"/>
              </a:defRPr>
            </a:pPr>
            <a:r>
              <a:t>TUÂN THỦ PHÁP LUẬT &amp; BẢO VỆ DOANH NGHIỆP</a:t>
            </a:r>
          </a:p>
          <a:p>
            <a:pPr>
              <a:spcAft>
                <a:spcPts val="400"/>
              </a:spcAft>
              <a:defRPr sz="1300" b="1">
                <a:solidFill>
                  <a:srgbClr val="EE4B4B"/>
                </a:solidFill>
                <a:latin typeface="SVN-Avo"/>
              </a:defRPr>
            </a:pPr>
            <a:r>
              <a:t>Nghĩa vụ pháp lý theo Luật 91/2025:</a:t>
            </a:r>
          </a:p>
          <a:p>
            <a:pPr>
              <a:spcAft>
                <a:spcPts val="1400"/>
              </a:spcAft>
              <a:defRPr sz="1200" b="0">
                <a:solidFill>
                  <a:srgbClr val="243858"/>
                </a:solidFill>
                <a:latin typeface="SVN-Avo"/>
              </a:defRPr>
            </a:pPr>
            <a:r>
              <a:t>Theo Luật Bảo vệ Dữ liệu Cá nhân số 91/2025, toạ độ GPS là dữ liệu cá nhân nhạy cảm; nhân viên có quyền được biết khi nào dữ liệu của mình bị truy cập và ai là người xem.</a:t>
            </a:r>
          </a:p>
          <a:p>
            <a:pPr>
              <a:spcAft>
                <a:spcPts val="400"/>
              </a:spcAft>
              <a:defRPr sz="1300" b="1">
                <a:solidFill>
                  <a:srgbClr val="10B75A"/>
                </a:solidFill>
                <a:latin typeface="SVN-Avo"/>
              </a:defRPr>
            </a:pPr>
            <a:r>
              <a:t>Không giám sát lén lút:</a:t>
            </a:r>
          </a:p>
          <a:p>
            <a:pPr>
              <a:spcAft>
                <a:spcPts val="1400"/>
              </a:spcAft>
              <a:defRPr sz="1200" b="0">
                <a:solidFill>
                  <a:srgbClr val="243858"/>
                </a:solidFill>
                <a:latin typeface="SVN-Avo"/>
              </a:defRPr>
            </a:pPr>
            <a:r>
              <a:t>Doanh nghiệp xây dựng môi trường quản trị văn minh, thượng tôn pháp luật và bảo vệ uy tín thương hiệu Tập đoàn.</a:t>
            </a:r>
          </a:p>
          <a:p>
            <a:pPr>
              <a:spcAft>
                <a:spcPts val="400"/>
              </a:spcAft>
              <a:defRPr sz="1300" b="1">
                <a:solidFill>
                  <a:srgbClr val="10B75A"/>
                </a:solidFill>
                <a:latin typeface="SVN-Avo"/>
              </a:defRPr>
            </a:pPr>
            <a:r>
              <a:t>Tránh rủi ro khiếu nại lao động:</a:t>
            </a:r>
          </a:p>
          <a:p>
            <a:pPr>
              <a:spcAft>
                <a:spcPts val="500"/>
              </a:spcAft>
              <a:defRPr sz="1200" b="0">
                <a:solidFill>
                  <a:srgbClr val="243858"/>
                </a:solidFill>
                <a:latin typeface="SVN-Avo"/>
              </a:defRPr>
            </a:pPr>
            <a:r>
              <a:t>Dữ liệu được thu thập có cơ sở pháp lý, đầy đủ sự đồng thuận và thông báo theo luật định.</a:t>
            </a:r>
          </a:p>
        </p:txBody>
      </p:sp>
      <p:sp>
        <p:nvSpPr>
          <p:cNvPr id="9" name="Rounded Rectangle 8"/>
          <p:cNvSpPr/>
          <p:nvPr/>
        </p:nvSpPr>
        <p:spPr>
          <a:xfrm>
            <a:off x="6263640" y="1051560"/>
            <a:ext cx="5440680" cy="4572000"/>
          </a:xfrm>
          <a:prstGeom prst="roundRect">
            <a:avLst/>
          </a:prstGeom>
          <a:solidFill>
            <a:srgbClr val="F8FAFC"/>
          </a:solidFill>
          <a:ln w="12700">
            <a:solidFill>
              <a:srgbClr val="DF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188720"/>
            <a:ext cx="5074920" cy="4297680"/>
          </a:xfrm>
          <a:prstGeom prst="rect">
            <a:avLst/>
          </a:prstGeom>
          <a:noFill/>
        </p:spPr>
        <p:txBody>
          <a:bodyPr wrap="none">
            <a:spAutoFit/>
          </a:bodyPr>
          <a:lstStyle/>
          <a:p>
            <a:pPr>
              <a:spcAft>
                <a:spcPts val="1200"/>
              </a:spcAft>
              <a:defRPr sz="1600" b="1">
                <a:solidFill>
                  <a:srgbClr val="355FAC"/>
                </a:solidFill>
                <a:latin typeface="SVN-Avo"/>
              </a:defRPr>
            </a:pPr>
            <a:r>
              <a:t>MÀN HÌNH BẮT BUỘC: 'AI ĐÃ XEM VỊ TRÍ CỦA TÔI'</a:t>
            </a:r>
          </a:p>
          <a:p>
            <a:pPr>
              <a:spcAft>
                <a:spcPts val="400"/>
              </a:spcAft>
              <a:defRPr sz="1300" b="1">
                <a:solidFill>
                  <a:srgbClr val="355FAC"/>
                </a:solidFill>
                <a:latin typeface="SVN-Avo"/>
              </a:defRPr>
            </a:pPr>
            <a:r>
              <a:t>📜 Nhật ký truy cập công khai 100%:</a:t>
            </a:r>
          </a:p>
          <a:p>
            <a:pPr>
              <a:spcAft>
                <a:spcPts val="1200"/>
              </a:spcAft>
              <a:defRPr sz="1200" b="0">
                <a:solidFill>
                  <a:srgbClr val="243858"/>
                </a:solidFill>
                <a:latin typeface="SVN-Avo"/>
              </a:defRPr>
            </a:pPr>
            <a:r>
              <a:t>Nhân viên có thể vào màn hình Cá nhân để kiểm tra lịch sử tất cả các lần bị yêu cầu vị trí.</a:t>
            </a:r>
          </a:p>
          <a:p>
            <a:pPr>
              <a:spcAft>
                <a:spcPts val="400"/>
              </a:spcAft>
              <a:defRPr sz="1300" b="1">
                <a:solidFill>
                  <a:srgbClr val="355FAC"/>
                </a:solidFill>
                <a:latin typeface="SVN-Avo"/>
              </a:defRPr>
            </a:pPr>
            <a:r>
              <a:t>📋 4 Thông tin minh bạch cho từng lượt:</a:t>
            </a:r>
          </a:p>
          <a:p>
            <a:pPr>
              <a:spcAft>
                <a:spcPts val="1200"/>
              </a:spcAft>
              <a:defRPr sz="1200" b="0">
                <a:solidFill>
                  <a:srgbClr val="243858"/>
                </a:solidFill>
                <a:latin typeface="SVN-Avo"/>
              </a:defRPr>
            </a:pPr>
            <a:r>
              <a:t>• Ai yêu cầu? (Họ tên, chức danh quản lý).</a:t>
            </a:r>
            <a:br/>
            <a:r>
              <a:t>• Yêu cầu lúc mấy giờ? (09:30 ngày 12/10/2026).</a:t>
            </a:r>
            <a:br/>
            <a:r>
              <a:t>• Lý do yêu cầu là gì? (Kiểm tra tuyến đột xuất).</a:t>
            </a:r>
            <a:br/>
            <a:r>
              <a:t>• Trạng thái phản hồi (Đã phản hồi / Hết hạn).</a:t>
            </a:r>
          </a:p>
          <a:p>
            <a:pPr>
              <a:spcAft>
                <a:spcPts val="400"/>
              </a:spcAft>
              <a:defRPr sz="1300" b="1">
                <a:solidFill>
                  <a:srgbClr val="10B75A"/>
                </a:solidFill>
                <a:latin typeface="SVN-Avo"/>
              </a:defRPr>
            </a:pPr>
            <a:r>
              <a:t>Tạo dựng niềm tin và sự gắn kết:</a:t>
            </a:r>
          </a:p>
          <a:p>
            <a:pPr>
              <a:spcAft>
                <a:spcPts val="500"/>
              </a:spcAft>
              <a:defRPr sz="1200" b="0">
                <a:solidFill>
                  <a:srgbClr val="243858"/>
                </a:solidFill>
                <a:latin typeface="SVN-Avo"/>
              </a:defRPr>
            </a:pPr>
            <a:r>
              <a:t>Nhân viên an tâm cống hiến vì quyền riêng tư chính đáng luôn được tôn trọng tuyệt đối.</a:t>
            </a:r>
          </a:p>
        </p:txBody>
      </p:sp>
      <p:sp>
        <p:nvSpPr>
          <p:cNvPr id="11" name="Rounded Rectangle 10"/>
          <p:cNvSpPr/>
          <p:nvPr/>
        </p:nvSpPr>
        <p:spPr>
          <a:xfrm>
            <a:off x="457200" y="5779008"/>
            <a:ext cx="11274552" cy="502920"/>
          </a:xfrm>
          <a:prstGeom prst="roundRect">
            <a:avLst/>
          </a:prstGeom>
          <a:solidFill>
            <a:srgbClr val="EAFAEA"/>
          </a:solidFill>
          <a:ln w="12700">
            <a:solidFill>
              <a:srgbClr val="10B7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200" b="1">
                <a:solidFill>
                  <a:srgbClr val="10B75A"/>
                </a:solidFill>
                <a:latin typeface="SVN-Avo"/>
              </a:defRPr>
            </a:pPr>
            <a:r>
              <a:t>💡 GIÁ TRỊ DOANH NGHIỆP: Tuân thủ 100% Luật 91/2025, minh bạch tuyệt đối để nhân viên an tâm cống hiến và tránh mọi rủi ro pháp lý.</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658368" y="1645920"/>
            <a:ext cx="1828800" cy="731520"/>
          </a:xfrm>
          <a:prstGeom prst="rect">
            <a:avLst/>
          </a:prstGeom>
          <a:noFill/>
        </p:spPr>
        <p:txBody>
          <a:bodyPr wrap="none">
            <a:spAutoFit/>
          </a:bodyPr>
          <a:lstStyle/>
          <a:p>
            <a:pPr>
              <a:defRPr sz="4400" b="1">
                <a:solidFill>
                  <a:srgbClr val="10B75A"/>
                </a:solidFill>
                <a:latin typeface="SVN-Avo"/>
              </a:defRPr>
            </a:pPr>
            <a:r>
              <a:t>05</a:t>
            </a:r>
          </a:p>
        </p:txBody>
      </p:sp>
      <p:sp>
        <p:nvSpPr>
          <p:cNvPr id="5" name="Rectangle 4"/>
          <p:cNvSpPr/>
          <p:nvPr/>
        </p:nvSpPr>
        <p:spPr>
          <a:xfrm>
            <a:off x="676656" y="2468880"/>
            <a:ext cx="1371600" cy="36576"/>
          </a:xfrm>
          <a:prstGeom prst="rect">
            <a:avLst/>
          </a:prstGeom>
          <a:solidFill>
            <a:srgbClr val="355F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743200"/>
            <a:ext cx="9144000" cy="1645920"/>
          </a:xfrm>
          <a:prstGeom prst="rect">
            <a:avLst/>
          </a:prstGeom>
          <a:noFill/>
        </p:spPr>
        <p:txBody>
          <a:bodyPr wrap="square">
            <a:spAutoFit/>
          </a:bodyPr>
          <a:lstStyle/>
          <a:p>
            <a:pPr>
              <a:defRPr sz="3000" b="1">
                <a:solidFill>
                  <a:srgbClr val="355FAC"/>
                </a:solidFill>
                <a:latin typeface="SVN-Avo"/>
              </a:defRPr>
            </a:pPr>
            <a:r>
              <a:t>TỐI ƯU TUYẾN BÁN HÀNG &amp; BẢN ĐỒ SỐ DẪN ĐƯỜNG</a:t>
            </a:r>
          </a:p>
          <a:p>
            <a:pPr>
              <a:spcBef>
                <a:spcPts val="800"/>
              </a:spcBef>
              <a:defRPr sz="1600" b="0">
                <a:solidFill>
                  <a:srgbClr val="64748B"/>
                </a:solidFill>
                <a:latin typeface="SVN-Avo"/>
              </a:defRPr>
            </a:pPr>
            <a:r>
              <a:t>Phân tuyến khoa học, bản đồ chi tiết tận ngõ xóm và tối ưu chi phí xăng xe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Content Placeholder 2"/>
          <p:cNvSpPr>
            <a:spLocks noGrp="1"/>
          </p:cNvSpPr>
          <p:nvPr>
            <p:ph idx="2" sz="half"/>
          </p:nvPr>
        </p:nvSpPr>
        <p:spPr/>
        <p:txBody>
          <a:bodyPr/>
          <a:lstStyle/>
          <a:p/>
        </p:txBody>
      </p:sp>
      <p:sp>
        <p:nvSpPr>
          <p:cNvPr id="4" name="Title 3"/>
          <p:cNvSpPr>
            <a:spLocks noGrp="1"/>
          </p:cNvSpPr>
          <p:nvPr>
            <p:ph type="title"/>
          </p:nvPr>
        </p:nvSpPr>
        <p:spPr/>
        <p:txBody>
          <a:bodyPr/>
          <a:lstStyle/>
          <a:p>
            <a:pPr>
              <a:defRPr sz="2200" b="1">
                <a:solidFill>
                  <a:srgbClr val="355FAC"/>
                </a:solidFill>
                <a:latin typeface="SVN-Avo"/>
              </a:defRPr>
            </a:pPr>
            <a:r>
              <a:t>TUYẾN BÁN HÀNG THÔNG MINH: NẮM RÕ LỘ TRÌNH KHI MỞ MÁY</a:t>
            </a:r>
          </a:p>
        </p:txBody>
      </p:sp>
      <p:sp>
        <p:nvSpPr>
          <p:cNvPr id="5" name="Text Placeholder 4"/>
          <p:cNvSpPr>
            <a:spLocks noGrp="1"/>
          </p:cNvSpPr>
          <p:nvPr>
            <p:ph type="body" idx="3" sz="quarter"/>
          </p:nvPr>
        </p:nvSpPr>
        <p:spPr/>
        <p:txBody>
          <a:bodyPr/>
          <a:lstStyle/>
          <a:p/>
        </p:txBody>
      </p:sp>
      <p:sp>
        <p:nvSpPr>
          <p:cNvPr id="6" name="Content Placeholder 5"/>
          <p:cNvSpPr>
            <a:spLocks noGrp="1"/>
          </p:cNvSpPr>
          <p:nvPr>
            <p:ph idx="4" sz="quarter"/>
          </p:nvPr>
        </p:nvSpPr>
        <p:spPr/>
        <p:txBody>
          <a:bodyPr/>
          <a:lstStyle/>
          <a:p/>
        </p:txBody>
      </p:sp>
      <p:sp>
        <p:nvSpPr>
          <p:cNvPr id="7" name="Rounded Rectangle 6"/>
          <p:cNvSpPr/>
          <p:nvPr/>
        </p:nvSpPr>
        <p:spPr>
          <a:xfrm>
            <a:off x="457200" y="1051560"/>
            <a:ext cx="5440680" cy="4572000"/>
          </a:xfrm>
          <a:prstGeom prst="roundRect">
            <a:avLst/>
          </a:prstGeom>
          <a:solidFill>
            <a:srgbClr val="F8FAFC"/>
          </a:solidFill>
          <a:ln w="12700">
            <a:solidFill>
              <a:srgbClr val="DF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188720"/>
            <a:ext cx="5074920" cy="4297680"/>
          </a:xfrm>
          <a:prstGeom prst="rect">
            <a:avLst/>
          </a:prstGeom>
          <a:noFill/>
        </p:spPr>
        <p:txBody>
          <a:bodyPr wrap="none">
            <a:spAutoFit/>
          </a:bodyPr>
          <a:lstStyle/>
          <a:p>
            <a:pPr>
              <a:spcAft>
                <a:spcPts val="1200"/>
              </a:spcAft>
              <a:defRPr sz="1600" b="1">
                <a:solidFill>
                  <a:srgbClr val="355FAC"/>
                </a:solidFill>
                <a:latin typeface="SVN-Avo"/>
              </a:defRPr>
            </a:pPr>
            <a:r>
              <a:t>PHÂN BỔ LỘ TRÌNH KHOA HỌC THEO THỨ</a:t>
            </a:r>
          </a:p>
          <a:p>
            <a:pPr>
              <a:spcAft>
                <a:spcPts val="400"/>
              </a:spcAft>
              <a:defRPr sz="1400" b="1">
                <a:solidFill>
                  <a:srgbClr val="10B75A"/>
                </a:solidFill>
                <a:latin typeface="SVN-Avo"/>
              </a:defRPr>
            </a:pPr>
            <a:r>
              <a:t>Chia tuyến rõ ràng từng ngày:</a:t>
            </a:r>
          </a:p>
          <a:p>
            <a:pPr>
              <a:spcAft>
                <a:spcPts val="1400"/>
              </a:spcAft>
              <a:defRPr sz="1200" b="0">
                <a:solidFill>
                  <a:srgbClr val="243858"/>
                </a:solidFill>
                <a:latin typeface="SVN-Avo"/>
              </a:defRPr>
            </a:pPr>
            <a:r>
              <a:t>Mỗi ngày trong tuần (Thứ 2, Thứ 3... Thứ 7) nhân viên được phân công một tuyến cụ thể với danh sách các đại lý cần chăm sóc.</a:t>
            </a:r>
          </a:p>
          <a:p>
            <a:pPr>
              <a:spcAft>
                <a:spcPts val="400"/>
              </a:spcAft>
              <a:defRPr sz="1400" b="1">
                <a:solidFill>
                  <a:srgbClr val="10B75A"/>
                </a:solidFill>
                <a:latin typeface="SVN-Avo"/>
              </a:defRPr>
            </a:pPr>
            <a:r>
              <a:t>Xem tuyến mượt mà cả khi mất mạng:</a:t>
            </a:r>
          </a:p>
          <a:p>
            <a:pPr>
              <a:spcAft>
                <a:spcPts val="1400"/>
              </a:spcAft>
              <a:defRPr sz="1200" b="0">
                <a:solidFill>
                  <a:srgbClr val="243858"/>
                </a:solidFill>
                <a:latin typeface="SVN-Avo"/>
              </a:defRPr>
            </a:pPr>
            <a:r>
              <a:t>Dù đang ở nơi mất sóng hoàn toàn, danh sách đại lý của tuyến vẫn hiển thị đầy đủ 100% từ bộ nhớ máy.</a:t>
            </a:r>
          </a:p>
          <a:p>
            <a:pPr>
              <a:spcAft>
                <a:spcPts val="400"/>
              </a:spcAft>
              <a:defRPr sz="1400" b="1">
                <a:solidFill>
                  <a:srgbClr val="355FAC"/>
                </a:solidFill>
                <a:latin typeface="SVN-Avo"/>
              </a:defRPr>
            </a:pPr>
            <a:r>
              <a:t>Phân quyền riêng theo từng tài khoản:</a:t>
            </a:r>
          </a:p>
          <a:p>
            <a:pPr>
              <a:spcAft>
                <a:spcPts val="500"/>
              </a:spcAft>
              <a:defRPr sz="1200" b="0">
                <a:solidFill>
                  <a:srgbClr val="243858"/>
                </a:solidFill>
                <a:latin typeface="SVN-Avo"/>
              </a:defRPr>
            </a:pPr>
            <a:r>
              <a:t>Nhân viên chỉ nhìn thấy khách hàng thuộc tuyến mình phụ trách, bảo mật thông tin thị trường giữa các đội ngũ.</a:t>
            </a:r>
          </a:p>
        </p:txBody>
      </p:sp>
      <p:sp>
        <p:nvSpPr>
          <p:cNvPr id="9" name="Rounded Rectangle 8"/>
          <p:cNvSpPr/>
          <p:nvPr/>
        </p:nvSpPr>
        <p:spPr>
          <a:xfrm>
            <a:off x="6263640" y="1051560"/>
            <a:ext cx="5440680" cy="4572000"/>
          </a:xfrm>
          <a:prstGeom prst="roundRect">
            <a:avLst/>
          </a:prstGeom>
          <a:solidFill>
            <a:srgbClr val="F8FAFC"/>
          </a:solidFill>
          <a:ln w="12700">
            <a:solidFill>
              <a:srgbClr val="DF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188720"/>
            <a:ext cx="5074920" cy="4297680"/>
          </a:xfrm>
          <a:prstGeom prst="rect">
            <a:avLst/>
          </a:prstGeom>
          <a:noFill/>
        </p:spPr>
        <p:txBody>
          <a:bodyPr wrap="none">
            <a:spAutoFit/>
          </a:bodyPr>
          <a:lstStyle/>
          <a:p>
            <a:pPr>
              <a:spcAft>
                <a:spcPts val="1200"/>
              </a:spcAft>
              <a:defRPr sz="1600" b="1">
                <a:solidFill>
                  <a:srgbClr val="355FAC"/>
                </a:solidFill>
                <a:latin typeface="SVN-Avo"/>
              </a:defRPr>
            </a:pPr>
            <a:r>
              <a:t>THEO DÕI TIẾN ĐỘ THỰC HIỆN TRONG NGÀY</a:t>
            </a:r>
          </a:p>
          <a:p>
            <a:pPr>
              <a:spcAft>
                <a:spcPts val="400"/>
              </a:spcAft>
              <a:defRPr sz="1300" b="1">
                <a:solidFill>
                  <a:srgbClr val="355FAC"/>
                </a:solidFill>
                <a:latin typeface="SVN-Avo"/>
              </a:defRPr>
            </a:pPr>
            <a:r>
              <a:t>Thanh tiến độ viếng thăm trực quan:</a:t>
            </a:r>
          </a:p>
          <a:p>
            <a:pPr>
              <a:spcAft>
                <a:spcPts val="1400"/>
              </a:spcAft>
              <a:defRPr sz="1200" b="0">
                <a:solidFill>
                  <a:srgbClr val="243858"/>
                </a:solidFill>
                <a:latin typeface="SVN-Avo"/>
              </a:defRPr>
            </a:pPr>
            <a:r>
              <a:t>Hiển thị rõ ràng: 'Đã hoàn thành 8/15 đại lý - đạt 53%'. Nhân viên biết ngay mình còn bao nhiêu khách hàng cần ghé.</a:t>
            </a:r>
          </a:p>
          <a:p>
            <a:pPr>
              <a:spcAft>
                <a:spcPts val="400"/>
              </a:spcAft>
              <a:defRPr sz="1300" b="1">
                <a:solidFill>
                  <a:srgbClr val="355FAC"/>
                </a:solidFill>
                <a:latin typeface="SVN-Avo"/>
              </a:defRPr>
            </a:pPr>
            <a:r>
              <a:t>Nhận biết trạng thái bằng màu sắc thẻ:</a:t>
            </a:r>
          </a:p>
          <a:p>
            <a:pPr>
              <a:spcAft>
                <a:spcPts val="1400"/>
              </a:spcAft>
              <a:defRPr sz="1200" b="0">
                <a:solidFill>
                  <a:srgbClr val="243858"/>
                </a:solidFill>
                <a:latin typeface="SVN-Avo"/>
              </a:defRPr>
            </a:pPr>
            <a:r>
              <a:t>• Thẻ Xanh lá: Đã ghé thăm và hoàn tất đầy đủ quy trình.</a:t>
            </a:r>
            <a:br/>
            <a:r>
              <a:t>• Thẻ Vàng/Cam: Đang trong lượt viếng thăm tại tiệm.</a:t>
            </a:r>
            <a:br/>
            <a:r>
              <a:t>• Thẻ Xám/Trắng: Chưa ghé thăm trong ngày.</a:t>
            </a:r>
          </a:p>
          <a:p>
            <a:pPr>
              <a:spcAft>
                <a:spcPts val="400"/>
              </a:spcAft>
              <a:defRPr sz="1300" b="1">
                <a:solidFill>
                  <a:srgbClr val="355FAC"/>
                </a:solidFill>
                <a:latin typeface="SVN-Avo"/>
              </a:defRPr>
            </a:pPr>
            <a:r>
              <a:t>Bộ lọc nhanh theo nhu cầu:</a:t>
            </a:r>
          </a:p>
          <a:p>
            <a:pPr>
              <a:spcAft>
                <a:spcPts val="500"/>
              </a:spcAft>
              <a:defRPr sz="1200" b="0">
                <a:solidFill>
                  <a:srgbClr val="243858"/>
                </a:solidFill>
                <a:latin typeface="SVN-Avo"/>
              </a:defRPr>
            </a:pPr>
            <a:r>
              <a:t>Lọc nhanh các cửa hàng chưa thăm để lên kế hoạch đi tiếp cho buổi chiều.</a:t>
            </a:r>
          </a:p>
        </p:txBody>
      </p:sp>
      <p:sp>
        <p:nvSpPr>
          <p:cNvPr id="11" name="Rounded Rectangle 10"/>
          <p:cNvSpPr/>
          <p:nvPr/>
        </p:nvSpPr>
        <p:spPr>
          <a:xfrm>
            <a:off x="457200" y="5779008"/>
            <a:ext cx="11274552" cy="502920"/>
          </a:xfrm>
          <a:prstGeom prst="roundRect">
            <a:avLst/>
          </a:prstGeom>
          <a:solidFill>
            <a:srgbClr val="EAFAEA"/>
          </a:solidFill>
          <a:ln w="12700">
            <a:solidFill>
              <a:srgbClr val="10B7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200" b="1">
                <a:solidFill>
                  <a:srgbClr val="10B75A"/>
                </a:solidFill>
                <a:latin typeface="SVN-Avo"/>
              </a:defRPr>
            </a:pPr>
            <a:r>
              <a:t>💡 GIÁ TRỊ DOANH NGHIỆP: Nhân viên mở máy là biết ngay hôm nay đi đâu, làm gì, không bị bỏ sót bất kỳ đại lý nào.</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Content Placeholder 2"/>
          <p:cNvSpPr>
            <a:spLocks noGrp="1"/>
          </p:cNvSpPr>
          <p:nvPr>
            <p:ph idx="2" sz="half"/>
          </p:nvPr>
        </p:nvSpPr>
        <p:spPr/>
        <p:txBody>
          <a:bodyPr/>
          <a:lstStyle/>
          <a:p/>
        </p:txBody>
      </p:sp>
      <p:sp>
        <p:nvSpPr>
          <p:cNvPr id="4" name="Title 3"/>
          <p:cNvSpPr>
            <a:spLocks noGrp="1"/>
          </p:cNvSpPr>
          <p:nvPr>
            <p:ph type="title"/>
          </p:nvPr>
        </p:nvSpPr>
        <p:spPr/>
        <p:txBody>
          <a:bodyPr/>
          <a:lstStyle/>
          <a:p>
            <a:pPr>
              <a:defRPr sz="2200" b="1">
                <a:solidFill>
                  <a:srgbClr val="355FAC"/>
                </a:solidFill>
                <a:latin typeface="SVN-Avo"/>
              </a:defRPr>
            </a:pPr>
            <a:r>
              <a:t>BẢN ĐỒ SỐ DẪN ĐƯỜNG CHI TIẾT TẬN CỬA ĐẠI LÝ</a:t>
            </a:r>
          </a:p>
        </p:txBody>
      </p:sp>
      <p:sp>
        <p:nvSpPr>
          <p:cNvPr id="5" name="Text Placeholder 4"/>
          <p:cNvSpPr>
            <a:spLocks noGrp="1"/>
          </p:cNvSpPr>
          <p:nvPr>
            <p:ph type="body" idx="3" sz="quarter"/>
          </p:nvPr>
        </p:nvSpPr>
        <p:spPr/>
        <p:txBody>
          <a:bodyPr/>
          <a:lstStyle/>
          <a:p/>
        </p:txBody>
      </p:sp>
      <p:sp>
        <p:nvSpPr>
          <p:cNvPr id="6" name="Content Placeholder 5"/>
          <p:cNvSpPr>
            <a:spLocks noGrp="1"/>
          </p:cNvSpPr>
          <p:nvPr>
            <p:ph idx="4" sz="quarter"/>
          </p:nvPr>
        </p:nvSpPr>
        <p:spPr/>
        <p:txBody>
          <a:bodyPr/>
          <a:lstStyle/>
          <a:p/>
        </p:txBody>
      </p:sp>
      <p:sp>
        <p:nvSpPr>
          <p:cNvPr id="7" name="Rounded Rectangle 6"/>
          <p:cNvSpPr/>
          <p:nvPr/>
        </p:nvSpPr>
        <p:spPr>
          <a:xfrm>
            <a:off x="457200" y="1051560"/>
            <a:ext cx="5440680" cy="4572000"/>
          </a:xfrm>
          <a:prstGeom prst="roundRect">
            <a:avLst/>
          </a:prstGeom>
          <a:solidFill>
            <a:srgbClr val="F8FAFC"/>
          </a:solidFill>
          <a:ln w="12700">
            <a:solidFill>
              <a:srgbClr val="DF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188720"/>
            <a:ext cx="5074920" cy="4297680"/>
          </a:xfrm>
          <a:prstGeom prst="rect">
            <a:avLst/>
          </a:prstGeom>
          <a:noFill/>
        </p:spPr>
        <p:txBody>
          <a:bodyPr wrap="none">
            <a:spAutoFit/>
          </a:bodyPr>
          <a:lstStyle/>
          <a:p>
            <a:pPr>
              <a:spcAft>
                <a:spcPts val="1200"/>
              </a:spcAft>
              <a:defRPr sz="1600" b="1">
                <a:solidFill>
                  <a:srgbClr val="355FAC"/>
                </a:solidFill>
                <a:latin typeface="SVN-Avo"/>
              </a:defRPr>
            </a:pPr>
            <a:r>
              <a:t>ƯU THẾ BẢN ĐỒ SỐ CHUYÊN DỤNG VIỆT NAM</a:t>
            </a:r>
          </a:p>
          <a:p>
            <a:pPr>
              <a:spcAft>
                <a:spcPts val="400"/>
              </a:spcAft>
              <a:defRPr sz="1400" b="1">
                <a:solidFill>
                  <a:srgbClr val="10B75A"/>
                </a:solidFill>
                <a:latin typeface="SVN-Avo"/>
              </a:defRPr>
            </a:pPr>
            <a:r>
              <a:t>Chi tiết đến từng số nhà, thôn xóm:</a:t>
            </a:r>
          </a:p>
          <a:p>
            <a:pPr>
              <a:spcAft>
                <a:spcPts val="1400"/>
              </a:spcAft>
              <a:defRPr sz="1200" b="0">
                <a:solidFill>
                  <a:srgbClr val="243858"/>
                </a:solidFill>
                <a:latin typeface="SVN-Avo"/>
              </a:defRPr>
            </a:pPr>
            <a:r>
              <a:t>Tích hợp nền tảng bản đồ số tối ưu riêng cho Việt Nam, hiển thị chuẩn xác các ngõ ngách, tên đường thôn xã mà các bản đồ ngoại quốc hay bỏ sót.</a:t>
            </a:r>
          </a:p>
          <a:p>
            <a:pPr>
              <a:spcAft>
                <a:spcPts val="400"/>
              </a:spcAft>
              <a:defRPr sz="1400" b="1">
                <a:solidFill>
                  <a:srgbClr val="355FAC"/>
                </a:solidFill>
                <a:latin typeface="SVN-Avo"/>
              </a:defRPr>
            </a:pPr>
            <a:r>
              <a:t>Chuyển đổi 1 chạm: Danh sách ⬌ Bản đồ:</a:t>
            </a:r>
          </a:p>
          <a:p>
            <a:pPr>
              <a:spcAft>
                <a:spcPts val="1400"/>
              </a:spcAft>
              <a:defRPr sz="1200" b="0">
                <a:solidFill>
                  <a:srgbClr val="243858"/>
                </a:solidFill>
                <a:latin typeface="SVN-Avo"/>
              </a:defRPr>
            </a:pPr>
            <a:r>
              <a:t>Nhân viên có thể xem dạng thẻ danh sách hoặc bấm 1 nút để chuyển sang chế độ nhìn toàn cảnh trên bản đồ vệ tinh.</a:t>
            </a:r>
          </a:p>
          <a:p>
            <a:pPr>
              <a:spcAft>
                <a:spcPts val="400"/>
              </a:spcAft>
              <a:defRPr sz="1400" b="1">
                <a:solidFill>
                  <a:srgbClr val="10B75A"/>
                </a:solidFill>
                <a:latin typeface="SVN-Avo"/>
              </a:defRPr>
            </a:pPr>
            <a:r>
              <a:t>Bấm nút là dẫn đường tận nơi:</a:t>
            </a:r>
          </a:p>
          <a:p>
            <a:pPr>
              <a:spcAft>
                <a:spcPts val="500"/>
              </a:spcAft>
              <a:defRPr sz="1200" b="0">
                <a:solidFill>
                  <a:srgbClr val="243858"/>
                </a:solidFill>
                <a:latin typeface="SVN-Avo"/>
              </a:defRPr>
            </a:pPr>
            <a:r>
              <a:t>Chạm vào bất kỳ đại lý nào là có nút 'Chỉ đường', tự động mở ứng dụng dẫn đường chỉ lối đi ngắn nhất đến tận cửa hàng.</a:t>
            </a:r>
          </a:p>
        </p:txBody>
      </p:sp>
      <p:sp>
        <p:nvSpPr>
          <p:cNvPr id="9" name="Rounded Rectangle 8"/>
          <p:cNvSpPr/>
          <p:nvPr/>
        </p:nvSpPr>
        <p:spPr>
          <a:xfrm>
            <a:off x="6263640" y="1051560"/>
            <a:ext cx="5440680" cy="4572000"/>
          </a:xfrm>
          <a:prstGeom prst="roundRect">
            <a:avLst/>
          </a:prstGeom>
          <a:solidFill>
            <a:srgbClr val="F8FAFC"/>
          </a:solidFill>
          <a:ln w="12700">
            <a:solidFill>
              <a:srgbClr val="DF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188720"/>
            <a:ext cx="5074920" cy="4297680"/>
          </a:xfrm>
          <a:prstGeom prst="rect">
            <a:avLst/>
          </a:prstGeom>
          <a:noFill/>
        </p:spPr>
        <p:txBody>
          <a:bodyPr wrap="none">
            <a:spAutoFit/>
          </a:bodyPr>
          <a:lstStyle/>
          <a:p>
            <a:pPr>
              <a:spcAft>
                <a:spcPts val="1200"/>
              </a:spcAft>
              <a:defRPr sz="1600" b="1">
                <a:solidFill>
                  <a:srgbClr val="355FAC"/>
                </a:solidFill>
                <a:latin typeface="SVN-Avo"/>
              </a:defRPr>
            </a:pPr>
            <a:r>
              <a:t>SƠ ĐỒ TÁC CHIẾN BẰNG GHIM MÀU TRỰC QUAN</a:t>
            </a:r>
          </a:p>
          <a:p>
            <a:pPr>
              <a:spcAft>
                <a:spcPts val="600"/>
              </a:spcAft>
              <a:defRPr sz="1300" b="1">
                <a:solidFill>
                  <a:srgbClr val="355FAC"/>
                </a:solidFill>
                <a:latin typeface="SVN-Avo"/>
              </a:defRPr>
            </a:pPr>
            <a:r>
              <a:t>Trực quan hoá độ phủ đại lý trên địa bàn:</a:t>
            </a:r>
          </a:p>
          <a:p>
            <a:pPr>
              <a:spcAft>
                <a:spcPts val="1400"/>
              </a:spcAft>
              <a:defRPr sz="1200" b="0">
                <a:solidFill>
                  <a:srgbClr val="243858"/>
                </a:solidFill>
                <a:latin typeface="SVN-Avo"/>
              </a:defRPr>
            </a:pPr>
            <a:r>
              <a:t>Giám sát và nhân viên nhìn vào bản đồ là thấy ngay mạng lưới phân phối phân bổ như thế nào trên địa bàn phụ trách.</a:t>
            </a:r>
          </a:p>
          <a:p>
            <a:pPr>
              <a:spcAft>
                <a:spcPts val="600"/>
              </a:spcAft>
              <a:defRPr sz="1300" b="1">
                <a:solidFill>
                  <a:srgbClr val="243858"/>
                </a:solidFill>
                <a:latin typeface="SVN-Avo"/>
              </a:defRPr>
            </a:pPr>
            <a:r>
              <a:t>Hệ thống màu ghim đồng bộ:</a:t>
            </a:r>
          </a:p>
          <a:p>
            <a:pPr>
              <a:spcAft>
                <a:spcPts val="1400"/>
              </a:spcAft>
              <a:defRPr sz="1200" b="0">
                <a:solidFill>
                  <a:srgbClr val="243858"/>
                </a:solidFill>
                <a:latin typeface="SVN-Avo"/>
              </a:defRPr>
            </a:pPr>
            <a:r>
              <a:t>⚪ Ghim Trắng/Xám: Điểm bán chưa ghé thăm.</a:t>
            </a:r>
            <a:br/>
            <a:r>
              <a:t>🟡 Ghim Vàng: Điểm bán đang trong lượt viếng thăm.</a:t>
            </a:r>
            <a:br/>
            <a:r>
              <a:t>🟢 Ghim Xanh lá: Điểm bán đã hoàn thành viếng thăm đúng chuẩn.</a:t>
            </a:r>
          </a:p>
          <a:p>
            <a:pPr>
              <a:spcAft>
                <a:spcPts val="600"/>
              </a:spcAft>
              <a:defRPr sz="1300" b="1">
                <a:solidFill>
                  <a:srgbClr val="10B75A"/>
                </a:solidFill>
                <a:latin typeface="SVN-Avo"/>
              </a:defRPr>
            </a:pPr>
            <a:r>
              <a:t>Tiết kiệm chi phí vận hành bản đồ:</a:t>
            </a:r>
          </a:p>
          <a:p>
            <a:pPr>
              <a:spcAft>
                <a:spcPts val="500"/>
              </a:spcAft>
              <a:defRPr sz="1200" b="0">
                <a:solidFill>
                  <a:srgbClr val="243858"/>
                </a:solidFill>
                <a:latin typeface="SVN-Avo"/>
              </a:defRPr>
            </a:pPr>
            <a:r>
              <a:t>Chi phí trên mỗi yêu cầu bản đồ thấp hơn 35% so với Google Maps, tiết kiệm hàng trăm triệu đồng ngân sách dịch vụ mỗi năm cho Tập đoàn.</a:t>
            </a:r>
          </a:p>
        </p:txBody>
      </p:sp>
      <p:sp>
        <p:nvSpPr>
          <p:cNvPr id="11" name="Rounded Rectangle 10"/>
          <p:cNvSpPr/>
          <p:nvPr/>
        </p:nvSpPr>
        <p:spPr>
          <a:xfrm>
            <a:off x="457200" y="5779008"/>
            <a:ext cx="11274552" cy="502920"/>
          </a:xfrm>
          <a:prstGeom prst="roundRect">
            <a:avLst/>
          </a:prstGeom>
          <a:solidFill>
            <a:srgbClr val="EAFAEA"/>
          </a:solidFill>
          <a:ln w="12700">
            <a:solidFill>
              <a:srgbClr val="10B7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200" b="1">
                <a:solidFill>
                  <a:srgbClr val="10B75A"/>
                </a:solidFill>
                <a:latin typeface="SVN-Avo"/>
              </a:defRPr>
            </a:pPr>
            <a:r>
              <a:t>💡 GIÁ TRỊ DOANH NGHIỆP: Bản đồ số chi tiết giúp nhân viên mới nhận tuyến không bị lạc đường và rút ngắn thời gian di chuyển.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Content Placeholder 2"/>
          <p:cNvSpPr>
            <a:spLocks noGrp="1"/>
          </p:cNvSpPr>
          <p:nvPr>
            <p:ph idx="2" sz="half"/>
          </p:nvPr>
        </p:nvSpPr>
        <p:spPr/>
        <p:txBody>
          <a:bodyPr/>
          <a:lstStyle/>
          <a:p/>
        </p:txBody>
      </p:sp>
      <p:sp>
        <p:nvSpPr>
          <p:cNvPr id="4" name="Title 3"/>
          <p:cNvSpPr>
            <a:spLocks noGrp="1"/>
          </p:cNvSpPr>
          <p:nvPr>
            <p:ph type="title"/>
          </p:nvPr>
        </p:nvSpPr>
        <p:spPr/>
        <p:txBody>
          <a:bodyPr/>
          <a:lstStyle/>
          <a:p>
            <a:pPr>
              <a:defRPr sz="2200" b="1">
                <a:solidFill>
                  <a:srgbClr val="355FAC"/>
                </a:solidFill>
                <a:latin typeface="SVN-Avo"/>
              </a:defRPr>
            </a:pPr>
            <a:r>
              <a:t>TỰ ĐỘNG SẮP XẾP LỘ TRÌNH GẦN NHẤT: TIẾT KIỆM XĂNG XE</a:t>
            </a:r>
          </a:p>
        </p:txBody>
      </p:sp>
      <p:sp>
        <p:nvSpPr>
          <p:cNvPr id="5" name="Text Placeholder 4"/>
          <p:cNvSpPr>
            <a:spLocks noGrp="1"/>
          </p:cNvSpPr>
          <p:nvPr>
            <p:ph type="body" idx="3" sz="quarter"/>
          </p:nvPr>
        </p:nvSpPr>
        <p:spPr/>
        <p:txBody>
          <a:bodyPr/>
          <a:lstStyle/>
          <a:p/>
        </p:txBody>
      </p:sp>
      <p:sp>
        <p:nvSpPr>
          <p:cNvPr id="6" name="Content Placeholder 5"/>
          <p:cNvSpPr>
            <a:spLocks noGrp="1"/>
          </p:cNvSpPr>
          <p:nvPr>
            <p:ph idx="4" sz="quarter"/>
          </p:nvPr>
        </p:nvSpPr>
        <p:spPr/>
        <p:txBody>
          <a:bodyPr/>
          <a:lstStyle/>
          <a:p/>
        </p:txBody>
      </p:sp>
      <p:sp>
        <p:nvSpPr>
          <p:cNvPr id="7" name="Rounded Rectangle 6"/>
          <p:cNvSpPr/>
          <p:nvPr/>
        </p:nvSpPr>
        <p:spPr>
          <a:xfrm>
            <a:off x="457200" y="1051560"/>
            <a:ext cx="5440680" cy="4572000"/>
          </a:xfrm>
          <a:prstGeom prst="roundRect">
            <a:avLst/>
          </a:prstGeom>
          <a:solidFill>
            <a:srgbClr val="F8FAFC"/>
          </a:solidFill>
          <a:ln w="12700">
            <a:solidFill>
              <a:srgbClr val="DF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188720"/>
            <a:ext cx="5074920" cy="4297680"/>
          </a:xfrm>
          <a:prstGeom prst="rect">
            <a:avLst/>
          </a:prstGeom>
          <a:noFill/>
        </p:spPr>
        <p:txBody>
          <a:bodyPr wrap="none">
            <a:spAutoFit/>
          </a:bodyPr>
          <a:lstStyle/>
          <a:p>
            <a:pPr>
              <a:spcAft>
                <a:spcPts val="1200"/>
              </a:spcAft>
              <a:defRPr sz="1600" b="1">
                <a:solidFill>
                  <a:srgbClr val="355FAC"/>
                </a:solidFill>
                <a:latin typeface="SVN-Avo"/>
              </a:defRPr>
            </a:pPr>
            <a:r>
              <a:t>THUẬT TOÁN ĐO KHOẢNG CÁCH TỰ ĐỘNG</a:t>
            </a:r>
          </a:p>
          <a:p>
            <a:pPr>
              <a:spcAft>
                <a:spcPts val="400"/>
              </a:spcAft>
              <a:defRPr sz="1400" b="1">
                <a:solidFill>
                  <a:srgbClr val="10B75A"/>
                </a:solidFill>
                <a:latin typeface="SVN-Avo"/>
              </a:defRPr>
            </a:pPr>
            <a:r>
              <a:t>Đo khoảng cách thực tế từ vị trí đang đứng:</a:t>
            </a:r>
          </a:p>
          <a:p>
            <a:pPr>
              <a:spcAft>
                <a:spcPts val="1400"/>
              </a:spcAft>
              <a:defRPr sz="1200" b="0">
                <a:solidFill>
                  <a:srgbClr val="243858"/>
                </a:solidFill>
                <a:latin typeface="SVN-Avo"/>
              </a:defRPr>
            </a:pPr>
            <a:r>
              <a:t>Ứng dụng liên tục đo khoảng cách từ chỗ nhân viên đang đứng tới từng cửa hàng trên tuyến.</a:t>
            </a:r>
          </a:p>
          <a:p>
            <a:pPr>
              <a:spcAft>
                <a:spcPts val="400"/>
              </a:spcAft>
              <a:defRPr sz="1400" b="1">
                <a:solidFill>
                  <a:srgbClr val="10B75A"/>
                </a:solidFill>
                <a:latin typeface="SVN-Avo"/>
              </a:defRPr>
            </a:pPr>
            <a:r>
              <a:t>Luôn đưa đại lý gần nhất lên đầu danh sách:</a:t>
            </a:r>
          </a:p>
          <a:p>
            <a:pPr>
              <a:spcAft>
                <a:spcPts val="1400"/>
              </a:spcAft>
              <a:defRPr sz="1200" b="0">
                <a:solidFill>
                  <a:srgbClr val="243858"/>
                </a:solidFill>
                <a:latin typeface="SVN-Avo"/>
              </a:defRPr>
            </a:pPr>
            <a:r>
              <a:t>Cửa hàng cách 35m sẽ nằm trên cùng, tiếp theo là 120m, 450m, 1.2km... Nhân viên chỉ việc đi lần lượt theo thứ tự, không phải chạy vòng tròn.</a:t>
            </a:r>
          </a:p>
          <a:p>
            <a:pPr>
              <a:spcAft>
                <a:spcPts val="400"/>
              </a:spcAft>
              <a:defRPr sz="1400" b="1">
                <a:solidFill>
                  <a:srgbClr val="355FAC"/>
                </a:solidFill>
                <a:latin typeface="SVN-Avo"/>
              </a:defRPr>
            </a:pPr>
            <a:r>
              <a:t>Nhãn báo hiệu 'Đã đến nơi':</a:t>
            </a:r>
          </a:p>
          <a:p>
            <a:pPr>
              <a:spcAft>
                <a:spcPts val="500"/>
              </a:spcAft>
              <a:defRPr sz="1200" b="0">
                <a:solidFill>
                  <a:srgbClr val="243858"/>
                </a:solidFill>
                <a:latin typeface="SVN-Avo"/>
              </a:defRPr>
            </a:pPr>
            <a:r>
              <a:t>Khi nhân viên di chuyển vào phạm vi gần cửa hàng (dưới 100m), thẻ sẽ đổi màu xanh báo sẵn sàng viếng thăm.</a:t>
            </a:r>
          </a:p>
        </p:txBody>
      </p:sp>
      <p:sp>
        <p:nvSpPr>
          <p:cNvPr id="9" name="Rounded Rectangle 8"/>
          <p:cNvSpPr/>
          <p:nvPr/>
        </p:nvSpPr>
        <p:spPr>
          <a:xfrm>
            <a:off x="6263640" y="1051560"/>
            <a:ext cx="5440680" cy="4572000"/>
          </a:xfrm>
          <a:prstGeom prst="roundRect">
            <a:avLst/>
          </a:prstGeom>
          <a:solidFill>
            <a:srgbClr val="F8FAFC"/>
          </a:solidFill>
          <a:ln w="12700">
            <a:solidFill>
              <a:srgbClr val="DF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188720"/>
            <a:ext cx="5074920" cy="4297680"/>
          </a:xfrm>
          <a:prstGeom prst="rect">
            <a:avLst/>
          </a:prstGeom>
          <a:noFill/>
        </p:spPr>
        <p:txBody>
          <a:bodyPr wrap="none">
            <a:spAutoFit/>
          </a:bodyPr>
          <a:lstStyle/>
          <a:p>
            <a:pPr>
              <a:spcAft>
                <a:spcPts val="1200"/>
              </a:spcAft>
              <a:defRPr sz="1600" b="1">
                <a:solidFill>
                  <a:srgbClr val="355FAC"/>
                </a:solidFill>
                <a:latin typeface="SVN-Avo"/>
              </a:defRPr>
            </a:pPr>
            <a:r>
              <a:t>HIỆU QUẢ KINH TẾ ĐO ĐƯỢC CHO CÔNG TY</a:t>
            </a:r>
          </a:p>
          <a:p>
            <a:pPr>
              <a:spcAft>
                <a:spcPts val="400"/>
              </a:spcAft>
              <a:defRPr sz="1400" b="1">
                <a:solidFill>
                  <a:srgbClr val="10B75A"/>
                </a:solidFill>
                <a:latin typeface="SVN-Avo"/>
              </a:defRPr>
            </a:pPr>
            <a:r>
              <a:t>Rút ngắn 30% thời gian chạy xe:</a:t>
            </a:r>
          </a:p>
          <a:p>
            <a:pPr>
              <a:spcAft>
                <a:spcPts val="1400"/>
              </a:spcAft>
              <a:defRPr sz="1200" b="0">
                <a:solidFill>
                  <a:srgbClr val="243858"/>
                </a:solidFill>
                <a:latin typeface="SVN-Avo"/>
              </a:defRPr>
            </a:pPr>
            <a:r>
              <a:t>Nhân viên không còn chạy lòng vòng lộn xộn giữa các tuyến đường, tiết kiệm trung bình 1.5 đến 2 tiếng di chuyển mỗi ngày.</a:t>
            </a:r>
          </a:p>
          <a:p>
            <a:pPr>
              <a:spcAft>
                <a:spcPts val="400"/>
              </a:spcAft>
              <a:defRPr sz="1400" b="1">
                <a:solidFill>
                  <a:srgbClr val="10B75A"/>
                </a:solidFill>
                <a:latin typeface="SVN-Avo"/>
              </a:defRPr>
            </a:pPr>
            <a:r>
              <a:t>Tăng thêm thời gian tư vấn bán hàng:</a:t>
            </a:r>
          </a:p>
          <a:p>
            <a:pPr>
              <a:spcAft>
                <a:spcPts val="1400"/>
              </a:spcAft>
              <a:defRPr sz="1200" b="0">
                <a:solidFill>
                  <a:srgbClr val="243858"/>
                </a:solidFill>
                <a:latin typeface="SVN-Avo"/>
              </a:defRPr>
            </a:pPr>
            <a:r>
              <a:t>Thời gian tiết kiệm được trên đường được chuyển thành thời gian ngồi tư vấn sản phẩm và chăm sóc chủ tiệm, tăng khả năng chốt đơn.</a:t>
            </a:r>
          </a:p>
          <a:p>
            <a:pPr>
              <a:spcAft>
                <a:spcPts val="400"/>
              </a:spcAft>
              <a:defRPr sz="1400" b="1">
                <a:solidFill>
                  <a:srgbClr val="355FAC"/>
                </a:solidFill>
                <a:latin typeface="SVN-Avo"/>
              </a:defRPr>
            </a:pPr>
            <a:r>
              <a:t>Giảm chi phí xăng xe và hao mòn xe cộ:</a:t>
            </a:r>
          </a:p>
          <a:p>
            <a:pPr>
              <a:spcAft>
                <a:spcPts val="500"/>
              </a:spcAft>
              <a:defRPr sz="1200" b="0">
                <a:solidFill>
                  <a:srgbClr val="243858"/>
                </a:solidFill>
                <a:latin typeface="SVN-Avo"/>
              </a:defRPr>
            </a:pPr>
            <a:r>
              <a:t>Tối ưu lộ trình giúp giảm lượng nhiên liệu tiêu thụ từ 15% - 20%, giảm chi phí trợ cấp cho Tập đoàn.</a:t>
            </a:r>
          </a:p>
        </p:txBody>
      </p:sp>
      <p:sp>
        <p:nvSpPr>
          <p:cNvPr id="11" name="Rounded Rectangle 10"/>
          <p:cNvSpPr/>
          <p:nvPr/>
        </p:nvSpPr>
        <p:spPr>
          <a:xfrm>
            <a:off x="457200" y="5779008"/>
            <a:ext cx="11274552" cy="502920"/>
          </a:xfrm>
          <a:prstGeom prst="roundRect">
            <a:avLst/>
          </a:prstGeom>
          <a:solidFill>
            <a:srgbClr val="EAFAEA"/>
          </a:solidFill>
          <a:ln w="12700">
            <a:solidFill>
              <a:srgbClr val="10B7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200" b="1">
                <a:solidFill>
                  <a:srgbClr val="10B75A"/>
                </a:solidFill>
                <a:latin typeface="SVN-Avo"/>
              </a:defRPr>
            </a:pPr>
            <a:r>
              <a:t>💡 GIÁ TRỊ DOANH NGHIỆP: Biến lộ trình đi đường thành đường đi ngắn nhất, tối ưu hoá từng lít xăng và sức lực cho nhân viên.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658368" y="1645920"/>
            <a:ext cx="1828800" cy="731520"/>
          </a:xfrm>
          <a:prstGeom prst="rect">
            <a:avLst/>
          </a:prstGeom>
          <a:noFill/>
        </p:spPr>
        <p:txBody>
          <a:bodyPr wrap="none">
            <a:spAutoFit/>
          </a:bodyPr>
          <a:lstStyle/>
          <a:p>
            <a:pPr>
              <a:defRPr sz="4400" b="1">
                <a:solidFill>
                  <a:srgbClr val="10B75A"/>
                </a:solidFill>
                <a:latin typeface="SVN-Avo"/>
              </a:defRPr>
            </a:pPr>
            <a:r>
              <a:t>06</a:t>
            </a:r>
          </a:p>
        </p:txBody>
      </p:sp>
      <p:sp>
        <p:nvSpPr>
          <p:cNvPr id="5" name="Rectangle 4"/>
          <p:cNvSpPr/>
          <p:nvPr/>
        </p:nvSpPr>
        <p:spPr>
          <a:xfrm>
            <a:off x="676656" y="2468880"/>
            <a:ext cx="1371600" cy="36576"/>
          </a:xfrm>
          <a:prstGeom prst="rect">
            <a:avLst/>
          </a:prstGeom>
          <a:solidFill>
            <a:srgbClr val="355F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743200"/>
            <a:ext cx="9144000" cy="1645920"/>
          </a:xfrm>
          <a:prstGeom prst="rect">
            <a:avLst/>
          </a:prstGeom>
          <a:noFill/>
        </p:spPr>
        <p:txBody>
          <a:bodyPr wrap="square">
            <a:spAutoFit/>
          </a:bodyPr>
          <a:lstStyle/>
          <a:p>
            <a:pPr>
              <a:defRPr sz="3000" b="1">
                <a:solidFill>
                  <a:srgbClr val="355FAC"/>
                </a:solidFill>
                <a:latin typeface="SVN-Avo"/>
              </a:defRPr>
            </a:pPr>
            <a:r>
              <a:t>CHUẨN HOÁ QUY TRÌNH VIẾNG THĂM ĐIỂM BÁN 6 BƯỚC</a:t>
            </a:r>
          </a:p>
          <a:p>
            <a:pPr>
              <a:spcBef>
                <a:spcPts val="800"/>
              </a:spcBef>
              <a:defRPr sz="1600" b="0">
                <a:solidFill>
                  <a:srgbClr val="64748B"/>
                </a:solidFill>
                <a:latin typeface="SVN-Avo"/>
              </a:defRPr>
            </a:pPr>
            <a:r>
              <a:t>Tác nghiệp bài bản, chấm dứt ghé thăm đối phó và thu thập dữ liệu trưng bày sống động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 sz="half"/>
          </p:nvPr>
        </p:nvSpPr>
        <p:spPr/>
        <p:txBody>
          <a:bodyPr/>
          <a:lstStyle/>
          <a:p/>
        </p:txBody>
      </p:sp>
      <p:sp>
        <p:nvSpPr>
          <p:cNvPr id="3" name="Title 2"/>
          <p:cNvSpPr>
            <a:spLocks noGrp="1"/>
          </p:cNvSpPr>
          <p:nvPr>
            <p:ph type="title"/>
          </p:nvPr>
        </p:nvSpPr>
        <p:spPr/>
        <p:txBody>
          <a:bodyPr/>
          <a:lstStyle/>
          <a:p>
            <a:pPr>
              <a:defRPr sz="2200" b="1">
                <a:solidFill>
                  <a:srgbClr val="355FAC"/>
                </a:solidFill>
                <a:latin typeface="SVN-Avo"/>
              </a:defRPr>
            </a:pPr>
            <a:r>
              <a:t>CHUẨN HOÁ TÁC NGHIỆP: QUY TRÌNH VIẾNG THĂM ĐIỂM BÁN 6 BƯỚC</a:t>
            </a:r>
          </a:p>
        </p:txBody>
      </p:sp>
      <p:sp>
        <p:nvSpPr>
          <p:cNvPr id="4" name="Rounded Rectangle 3"/>
          <p:cNvSpPr/>
          <p:nvPr/>
        </p:nvSpPr>
        <p:spPr>
          <a:xfrm>
            <a:off x="457200" y="1051560"/>
            <a:ext cx="1719072" cy="4572000"/>
          </a:xfrm>
          <a:prstGeom prst="roundRect">
            <a:avLst/>
          </a:prstGeom>
          <a:solidFill>
            <a:srgbClr val="F8FAFC"/>
          </a:solidFill>
          <a:ln w="12700">
            <a:solidFill>
              <a:srgbClr val="DF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143000"/>
            <a:ext cx="1499616" cy="4389120"/>
          </a:xfrm>
          <a:prstGeom prst="rect">
            <a:avLst/>
          </a:prstGeom>
          <a:noFill/>
        </p:spPr>
        <p:txBody>
          <a:bodyPr wrap="square">
            <a:spAutoFit/>
          </a:bodyPr>
          <a:lstStyle/>
          <a:p>
            <a:pPr>
              <a:spcAft>
                <a:spcPts val="400"/>
              </a:spcAft>
              <a:defRPr sz="1400" b="1">
                <a:solidFill>
                  <a:srgbClr val="355FAC"/>
                </a:solidFill>
                <a:latin typeface="SVN-Avo"/>
              </a:defRPr>
            </a:pPr>
            <a:r>
              <a:t>BƯỚC 1</a:t>
            </a:r>
          </a:p>
          <a:p>
            <a:pPr>
              <a:spcAft>
                <a:spcPts val="1200"/>
              </a:spcAft>
              <a:defRPr sz="1100" b="1">
                <a:solidFill>
                  <a:srgbClr val="243858"/>
                </a:solidFill>
                <a:latin typeface="SVN-Avo"/>
              </a:defRPr>
            </a:pPr>
            <a:r>
              <a:t>CHECK-IN ĐIỂM BÁN</a:t>
            </a:r>
          </a:p>
          <a:p>
            <a:pPr>
              <a:spcAft>
                <a:spcPts val="600"/>
              </a:spcAft>
              <a:defRPr sz="1000" b="0">
                <a:solidFill>
                  <a:srgbClr val="64748B"/>
                </a:solidFill>
                <a:latin typeface="SVN-Avo"/>
              </a:defRPr>
            </a:pPr>
            <a:r>
              <a:t>• Xác thực khoảng cách GPS</a:t>
            </a:r>
          </a:p>
          <a:p>
            <a:pPr>
              <a:spcAft>
                <a:spcPts val="600"/>
              </a:spcAft>
              <a:defRPr sz="1000" b="0">
                <a:solidFill>
                  <a:srgbClr val="64748B"/>
                </a:solidFill>
                <a:latin typeface="SVN-Avo"/>
              </a:defRPr>
            </a:pPr>
            <a:r>
              <a:t>• Chụp ảnh mặt tiền có watermark</a:t>
            </a:r>
          </a:p>
          <a:p>
            <a:pPr>
              <a:spcAft>
                <a:spcPts val="600"/>
              </a:spcAft>
              <a:defRPr sz="1000" b="0">
                <a:solidFill>
                  <a:srgbClr val="64748B"/>
                </a:solidFill>
                <a:latin typeface="SVN-Avo"/>
              </a:defRPr>
            </a:pPr>
            <a:r>
              <a:t>• Bắt đầu tính giờ viếng thăm</a:t>
            </a:r>
          </a:p>
        </p:txBody>
      </p:sp>
      <p:sp>
        <p:nvSpPr>
          <p:cNvPr id="6" name="Rounded Rectangle 5"/>
          <p:cNvSpPr/>
          <p:nvPr/>
        </p:nvSpPr>
        <p:spPr>
          <a:xfrm>
            <a:off x="2368296" y="1051560"/>
            <a:ext cx="1719072" cy="4572000"/>
          </a:xfrm>
          <a:prstGeom prst="roundRect">
            <a:avLst/>
          </a:prstGeom>
          <a:solidFill>
            <a:srgbClr val="F8FAFC"/>
          </a:solidFill>
          <a:ln w="12700">
            <a:solidFill>
              <a:srgbClr val="DF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478024" y="1143000"/>
            <a:ext cx="1499616" cy="4389120"/>
          </a:xfrm>
          <a:prstGeom prst="rect">
            <a:avLst/>
          </a:prstGeom>
          <a:noFill/>
        </p:spPr>
        <p:txBody>
          <a:bodyPr wrap="square">
            <a:spAutoFit/>
          </a:bodyPr>
          <a:lstStyle/>
          <a:p>
            <a:pPr>
              <a:spcAft>
                <a:spcPts val="400"/>
              </a:spcAft>
              <a:defRPr sz="1400" b="1">
                <a:solidFill>
                  <a:srgbClr val="243858"/>
                </a:solidFill>
                <a:latin typeface="SVN-Avo"/>
              </a:defRPr>
            </a:pPr>
            <a:r>
              <a:t>BƯỚC 2</a:t>
            </a:r>
          </a:p>
          <a:p>
            <a:pPr>
              <a:spcAft>
                <a:spcPts val="1200"/>
              </a:spcAft>
              <a:defRPr sz="1100" b="1">
                <a:solidFill>
                  <a:srgbClr val="243858"/>
                </a:solidFill>
                <a:latin typeface="SVN-Avo"/>
              </a:defRPr>
            </a:pPr>
            <a:r>
              <a:t>CHÀO HỎI &amp; CHĂM SÓC</a:t>
            </a:r>
          </a:p>
          <a:p>
            <a:pPr>
              <a:spcAft>
                <a:spcPts val="600"/>
              </a:spcAft>
              <a:defRPr sz="1000" b="0">
                <a:solidFill>
                  <a:srgbClr val="64748B"/>
                </a:solidFill>
                <a:latin typeface="SVN-Avo"/>
              </a:defRPr>
            </a:pPr>
            <a:r>
              <a:t>• Thăm hỏi tình hình bán hàng</a:t>
            </a:r>
          </a:p>
          <a:p>
            <a:pPr>
              <a:spcAft>
                <a:spcPts val="600"/>
              </a:spcAft>
              <a:defRPr sz="1000" b="0">
                <a:solidFill>
                  <a:srgbClr val="64748B"/>
                </a:solidFill>
                <a:latin typeface="SVN-Avo"/>
              </a:defRPr>
            </a:pPr>
            <a:r>
              <a:t>• Xem lịch sử đơn cũ của đại lý</a:t>
            </a:r>
          </a:p>
          <a:p>
            <a:pPr>
              <a:spcAft>
                <a:spcPts val="600"/>
              </a:spcAft>
              <a:defRPr sz="1000" b="0">
                <a:solidFill>
                  <a:srgbClr val="64748B"/>
                </a:solidFill>
                <a:latin typeface="SVN-Avo"/>
              </a:defRPr>
            </a:pPr>
            <a:r>
              <a:t>• Lắng nghe khiếu nại của chủ tiệm</a:t>
            </a:r>
          </a:p>
        </p:txBody>
      </p:sp>
      <p:sp>
        <p:nvSpPr>
          <p:cNvPr id="8" name="Rounded Rectangle 7"/>
          <p:cNvSpPr/>
          <p:nvPr/>
        </p:nvSpPr>
        <p:spPr>
          <a:xfrm>
            <a:off x="4279392" y="1051560"/>
            <a:ext cx="1719072" cy="4572000"/>
          </a:xfrm>
          <a:prstGeom prst="roundRect">
            <a:avLst/>
          </a:prstGeom>
          <a:solidFill>
            <a:srgbClr val="F8FAFC"/>
          </a:solidFill>
          <a:ln w="12700">
            <a:solidFill>
              <a:srgbClr val="DF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89120" y="1143000"/>
            <a:ext cx="1499616" cy="4389120"/>
          </a:xfrm>
          <a:prstGeom prst="rect">
            <a:avLst/>
          </a:prstGeom>
          <a:noFill/>
        </p:spPr>
        <p:txBody>
          <a:bodyPr wrap="square">
            <a:spAutoFit/>
          </a:bodyPr>
          <a:lstStyle/>
          <a:p>
            <a:pPr>
              <a:spcAft>
                <a:spcPts val="400"/>
              </a:spcAft>
              <a:defRPr sz="1400" b="1">
                <a:solidFill>
                  <a:srgbClr val="F59E0B"/>
                </a:solidFill>
                <a:latin typeface="SVN-Avo"/>
              </a:defRPr>
            </a:pPr>
            <a:r>
              <a:t>BƯỚC 3</a:t>
            </a:r>
          </a:p>
          <a:p>
            <a:pPr>
              <a:spcAft>
                <a:spcPts val="1200"/>
              </a:spcAft>
              <a:defRPr sz="1100" b="1">
                <a:solidFill>
                  <a:srgbClr val="243858"/>
                </a:solidFill>
                <a:latin typeface="SVN-Avo"/>
              </a:defRPr>
            </a:pPr>
            <a:r>
              <a:t>KIỂM TRA TRƯNG BÀY</a:t>
            </a:r>
          </a:p>
          <a:p>
            <a:pPr>
              <a:spcAft>
                <a:spcPts val="600"/>
              </a:spcAft>
              <a:defRPr sz="1000" b="0">
                <a:solidFill>
                  <a:srgbClr val="64748B"/>
                </a:solidFill>
                <a:latin typeface="SVN-Avo"/>
              </a:defRPr>
            </a:pPr>
            <a:r>
              <a:t>• Khảo sát quầy kệ thực tế</a:t>
            </a:r>
          </a:p>
          <a:p>
            <a:pPr>
              <a:spcAft>
                <a:spcPts val="600"/>
              </a:spcAft>
              <a:defRPr sz="1000" b="0">
                <a:solidFill>
                  <a:srgbClr val="64748B"/>
                </a:solidFill>
                <a:latin typeface="SVN-Avo"/>
              </a:defRPr>
            </a:pPr>
            <a:r>
              <a:t>• Chụp ảnh trưng bày đạt chuẩn</a:t>
            </a:r>
          </a:p>
          <a:p>
            <a:pPr>
              <a:spcAft>
                <a:spcPts val="600"/>
              </a:spcAft>
              <a:defRPr sz="1000" b="0">
                <a:solidFill>
                  <a:srgbClr val="64748B"/>
                </a:solidFill>
                <a:latin typeface="SVN-Avo"/>
              </a:defRPr>
            </a:pPr>
            <a:r>
              <a:t>• Ghi nhận hàng tồn &amp; hết date</a:t>
            </a:r>
          </a:p>
        </p:txBody>
      </p:sp>
      <p:sp>
        <p:nvSpPr>
          <p:cNvPr id="10" name="Rounded Rectangle 9"/>
          <p:cNvSpPr/>
          <p:nvPr/>
        </p:nvSpPr>
        <p:spPr>
          <a:xfrm>
            <a:off x="6190488" y="1051560"/>
            <a:ext cx="1719072" cy="4572000"/>
          </a:xfrm>
          <a:prstGeom prst="roundRect">
            <a:avLst/>
          </a:prstGeom>
          <a:solidFill>
            <a:srgbClr val="F8FAFC"/>
          </a:solidFill>
          <a:ln w="12700">
            <a:solidFill>
              <a:srgbClr val="DF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0216" y="1143000"/>
            <a:ext cx="1499616" cy="4389120"/>
          </a:xfrm>
          <a:prstGeom prst="rect">
            <a:avLst/>
          </a:prstGeom>
          <a:noFill/>
        </p:spPr>
        <p:txBody>
          <a:bodyPr wrap="square">
            <a:spAutoFit/>
          </a:bodyPr>
          <a:lstStyle/>
          <a:p>
            <a:pPr>
              <a:spcAft>
                <a:spcPts val="400"/>
              </a:spcAft>
              <a:defRPr sz="1400" b="1">
                <a:solidFill>
                  <a:srgbClr val="EE4B4B"/>
                </a:solidFill>
                <a:latin typeface="SVN-Avo"/>
              </a:defRPr>
            </a:pPr>
            <a:r>
              <a:t>BƯỚC 4</a:t>
            </a:r>
          </a:p>
          <a:p>
            <a:pPr>
              <a:spcAft>
                <a:spcPts val="1200"/>
              </a:spcAft>
              <a:defRPr sz="1100" b="1">
                <a:solidFill>
                  <a:srgbClr val="243858"/>
                </a:solidFill>
                <a:latin typeface="SVN-Avo"/>
              </a:defRPr>
            </a:pPr>
            <a:r>
              <a:t>NẮM BẮT ĐỐI THỦ</a:t>
            </a:r>
          </a:p>
          <a:p>
            <a:pPr>
              <a:spcAft>
                <a:spcPts val="600"/>
              </a:spcAft>
              <a:defRPr sz="1000" b="0">
                <a:solidFill>
                  <a:srgbClr val="64748B"/>
                </a:solidFill>
                <a:latin typeface="SVN-Avo"/>
              </a:defRPr>
            </a:pPr>
            <a:r>
              <a:t>• Ghi nhận giá bán của đối thủ</a:t>
            </a:r>
          </a:p>
          <a:p>
            <a:pPr>
              <a:spcAft>
                <a:spcPts val="600"/>
              </a:spcAft>
              <a:defRPr sz="1000" b="0">
                <a:solidFill>
                  <a:srgbClr val="64748B"/>
                </a:solidFill>
                <a:latin typeface="SVN-Avo"/>
              </a:defRPr>
            </a:pPr>
            <a:r>
              <a:t>• Chụp ảnh khuyến mại đối thủ</a:t>
            </a:r>
          </a:p>
          <a:p>
            <a:pPr>
              <a:spcAft>
                <a:spcPts val="600"/>
              </a:spcAft>
              <a:defRPr sz="1000" b="0">
                <a:solidFill>
                  <a:srgbClr val="64748B"/>
                </a:solidFill>
                <a:latin typeface="SVN-Avo"/>
              </a:defRPr>
            </a:pPr>
            <a:r>
              <a:t>• Báo cáo nguy cơ mất thị phần</a:t>
            </a:r>
          </a:p>
        </p:txBody>
      </p:sp>
      <p:sp>
        <p:nvSpPr>
          <p:cNvPr id="12" name="Rounded Rectangle 11"/>
          <p:cNvSpPr/>
          <p:nvPr/>
        </p:nvSpPr>
        <p:spPr>
          <a:xfrm>
            <a:off x="8101584" y="1051560"/>
            <a:ext cx="1719072" cy="4572000"/>
          </a:xfrm>
          <a:prstGeom prst="roundRect">
            <a:avLst/>
          </a:prstGeom>
          <a:solidFill>
            <a:srgbClr val="F8FAFC"/>
          </a:solidFill>
          <a:ln w="12700">
            <a:solidFill>
              <a:srgbClr val="DF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11312" y="1143000"/>
            <a:ext cx="1499616" cy="4389120"/>
          </a:xfrm>
          <a:prstGeom prst="rect">
            <a:avLst/>
          </a:prstGeom>
          <a:noFill/>
        </p:spPr>
        <p:txBody>
          <a:bodyPr wrap="square">
            <a:spAutoFit/>
          </a:bodyPr>
          <a:lstStyle/>
          <a:p>
            <a:pPr>
              <a:spcAft>
                <a:spcPts val="400"/>
              </a:spcAft>
              <a:defRPr sz="1400" b="1">
                <a:solidFill>
                  <a:srgbClr val="10B75A"/>
                </a:solidFill>
                <a:latin typeface="SVN-Avo"/>
              </a:defRPr>
            </a:pPr>
            <a:r>
              <a:t>BƯỚC 5</a:t>
            </a:r>
          </a:p>
          <a:p>
            <a:pPr>
              <a:spcAft>
                <a:spcPts val="1200"/>
              </a:spcAft>
              <a:defRPr sz="1100" b="1">
                <a:solidFill>
                  <a:srgbClr val="243858"/>
                </a:solidFill>
                <a:latin typeface="SVN-Avo"/>
              </a:defRPr>
            </a:pPr>
            <a:r>
              <a:t>TƯ VẤN &amp; GHI ĐƠN</a:t>
            </a:r>
          </a:p>
          <a:p>
            <a:pPr>
              <a:spcAft>
                <a:spcPts val="600"/>
              </a:spcAft>
              <a:defRPr sz="1000" b="0">
                <a:solidFill>
                  <a:srgbClr val="64748B"/>
                </a:solidFill>
                <a:latin typeface="SVN-Avo"/>
              </a:defRPr>
            </a:pPr>
            <a:r>
              <a:t>• Đề xuất đơn hàng mới tối ưu</a:t>
            </a:r>
          </a:p>
          <a:p>
            <a:pPr>
              <a:spcAft>
                <a:spcPts val="600"/>
              </a:spcAft>
              <a:defRPr sz="1000" b="0">
                <a:solidFill>
                  <a:srgbClr val="64748B"/>
                </a:solidFill>
                <a:latin typeface="SVN-Avo"/>
              </a:defRPr>
            </a:pPr>
            <a:r>
              <a:t>• Áp dụng khuyến mãi phù hợp</a:t>
            </a:r>
          </a:p>
          <a:p>
            <a:pPr>
              <a:spcAft>
                <a:spcPts val="600"/>
              </a:spcAft>
              <a:defRPr sz="1000" b="0">
                <a:solidFill>
                  <a:srgbClr val="64748B"/>
                </a:solidFill>
                <a:latin typeface="SVN-Avo"/>
              </a:defRPr>
            </a:pPr>
            <a:r>
              <a:t>• Nhập ghi chú bằng giọng nói</a:t>
            </a:r>
          </a:p>
        </p:txBody>
      </p:sp>
      <p:sp>
        <p:nvSpPr>
          <p:cNvPr id="14" name="Rounded Rectangle 13"/>
          <p:cNvSpPr/>
          <p:nvPr/>
        </p:nvSpPr>
        <p:spPr>
          <a:xfrm>
            <a:off x="10012680" y="1051560"/>
            <a:ext cx="1719072" cy="4572000"/>
          </a:xfrm>
          <a:prstGeom prst="roundRect">
            <a:avLst/>
          </a:prstGeom>
          <a:solidFill>
            <a:srgbClr val="F8FAFC"/>
          </a:solidFill>
          <a:ln w="12700">
            <a:solidFill>
              <a:srgbClr val="DF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122408" y="1143000"/>
            <a:ext cx="1499616" cy="4389120"/>
          </a:xfrm>
          <a:prstGeom prst="rect">
            <a:avLst/>
          </a:prstGeom>
          <a:noFill/>
        </p:spPr>
        <p:txBody>
          <a:bodyPr wrap="square">
            <a:spAutoFit/>
          </a:bodyPr>
          <a:lstStyle/>
          <a:p>
            <a:pPr>
              <a:spcAft>
                <a:spcPts val="400"/>
              </a:spcAft>
              <a:defRPr sz="1400" b="1">
                <a:solidFill>
                  <a:srgbClr val="355FAC"/>
                </a:solidFill>
                <a:latin typeface="SVN-Avo"/>
              </a:defRPr>
            </a:pPr>
            <a:r>
              <a:t>BƯỚC 6</a:t>
            </a:r>
          </a:p>
          <a:p>
            <a:pPr>
              <a:spcAft>
                <a:spcPts val="1200"/>
              </a:spcAft>
              <a:defRPr sz="1100" b="1">
                <a:solidFill>
                  <a:srgbClr val="243858"/>
                </a:solidFill>
                <a:latin typeface="SVN-Avo"/>
              </a:defRPr>
            </a:pPr>
            <a:r>
              <a:t>CHECK-OUT MINH BẠCH</a:t>
            </a:r>
          </a:p>
          <a:p>
            <a:pPr>
              <a:spcAft>
                <a:spcPts val="600"/>
              </a:spcAft>
              <a:defRPr sz="1000" b="0">
                <a:solidFill>
                  <a:srgbClr val="64748B"/>
                </a:solidFill>
                <a:latin typeface="SVN-Avo"/>
              </a:defRPr>
            </a:pPr>
            <a:r>
              <a:t>• Chốt thời gian lưu lại tại tiệm</a:t>
            </a:r>
          </a:p>
          <a:p>
            <a:pPr>
              <a:spcAft>
                <a:spcPts val="600"/>
              </a:spcAft>
              <a:defRPr sz="1000" b="0">
                <a:solidFill>
                  <a:srgbClr val="64748B"/>
                </a:solidFill>
                <a:latin typeface="SVN-Avo"/>
              </a:defRPr>
            </a:pPr>
            <a:r>
              <a:t>• Phân biệt mở cửa vs. đóng cửa</a:t>
            </a:r>
          </a:p>
          <a:p>
            <a:pPr>
              <a:spcAft>
                <a:spcPts val="600"/>
              </a:spcAft>
              <a:defRPr sz="1000" b="0">
                <a:solidFill>
                  <a:srgbClr val="64748B"/>
                </a:solidFill>
                <a:latin typeface="SVN-Avo"/>
              </a:defRPr>
            </a:pPr>
            <a:r>
              <a:t>• Cập nhật trạng thái thẻ Xanh lá</a:t>
            </a:r>
          </a:p>
        </p:txBody>
      </p:sp>
      <p:sp>
        <p:nvSpPr>
          <p:cNvPr id="16" name="Rounded Rectangle 15"/>
          <p:cNvSpPr/>
          <p:nvPr/>
        </p:nvSpPr>
        <p:spPr>
          <a:xfrm>
            <a:off x="457200" y="5779008"/>
            <a:ext cx="11274552" cy="502920"/>
          </a:xfrm>
          <a:prstGeom prst="roundRect">
            <a:avLst/>
          </a:prstGeom>
          <a:solidFill>
            <a:srgbClr val="EAFAEA"/>
          </a:solidFill>
          <a:ln w="12700">
            <a:solidFill>
              <a:srgbClr val="10B7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200" b="1">
                <a:solidFill>
                  <a:srgbClr val="10B75A"/>
                </a:solidFill>
                <a:latin typeface="SVN-Avo"/>
              </a:defRPr>
            </a:pPr>
            <a:r>
              <a:t>💡 GIÁ TRỊ DOANH NGHIỆP: Quy trình 6 bước biến nhân viên bán hàng thành chuyên gia thị trường chuyên nghiệp và có kỷ luật cao.</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Content Placeholder 2"/>
          <p:cNvSpPr>
            <a:spLocks noGrp="1"/>
          </p:cNvSpPr>
          <p:nvPr>
            <p:ph idx="2" sz="half"/>
          </p:nvPr>
        </p:nvSpPr>
        <p:spPr/>
        <p:txBody>
          <a:bodyPr/>
          <a:lstStyle/>
          <a:p/>
        </p:txBody>
      </p:sp>
      <p:sp>
        <p:nvSpPr>
          <p:cNvPr id="4" name="Title 3"/>
          <p:cNvSpPr>
            <a:spLocks noGrp="1"/>
          </p:cNvSpPr>
          <p:nvPr>
            <p:ph type="title"/>
          </p:nvPr>
        </p:nvSpPr>
        <p:spPr/>
        <p:txBody>
          <a:bodyPr/>
          <a:lstStyle/>
          <a:p>
            <a:pPr>
              <a:defRPr sz="2200" b="1">
                <a:solidFill>
                  <a:srgbClr val="355FAC"/>
                </a:solidFill>
                <a:latin typeface="SVN-Avo"/>
              </a:defRPr>
            </a:pPr>
            <a:r>
              <a:t>TÁC NGHIỆP TẠI ĐIỂM BÁN: KHẢO SÁT, HÀNG TỒN &amp; ĐỐI THỦ</a:t>
            </a:r>
          </a:p>
        </p:txBody>
      </p:sp>
      <p:sp>
        <p:nvSpPr>
          <p:cNvPr id="5" name="Text Placeholder 4"/>
          <p:cNvSpPr>
            <a:spLocks noGrp="1"/>
          </p:cNvSpPr>
          <p:nvPr>
            <p:ph type="body" idx="3" sz="quarter"/>
          </p:nvPr>
        </p:nvSpPr>
        <p:spPr/>
        <p:txBody>
          <a:bodyPr/>
          <a:lstStyle/>
          <a:p/>
        </p:txBody>
      </p:sp>
      <p:sp>
        <p:nvSpPr>
          <p:cNvPr id="6" name="Content Placeholder 5"/>
          <p:cNvSpPr>
            <a:spLocks noGrp="1"/>
          </p:cNvSpPr>
          <p:nvPr>
            <p:ph idx="4" sz="quarter"/>
          </p:nvPr>
        </p:nvSpPr>
        <p:spPr/>
        <p:txBody>
          <a:bodyPr/>
          <a:lstStyle/>
          <a:p/>
        </p:txBody>
      </p:sp>
      <p:sp>
        <p:nvSpPr>
          <p:cNvPr id="7" name="Rounded Rectangle 6"/>
          <p:cNvSpPr/>
          <p:nvPr/>
        </p:nvSpPr>
        <p:spPr>
          <a:xfrm>
            <a:off x="457200" y="1051560"/>
            <a:ext cx="5440680" cy="4572000"/>
          </a:xfrm>
          <a:prstGeom prst="roundRect">
            <a:avLst/>
          </a:prstGeom>
          <a:solidFill>
            <a:srgbClr val="F8FAFC"/>
          </a:solidFill>
          <a:ln w="12700">
            <a:solidFill>
              <a:srgbClr val="DF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188720"/>
            <a:ext cx="5074920" cy="4297680"/>
          </a:xfrm>
          <a:prstGeom prst="rect">
            <a:avLst/>
          </a:prstGeom>
          <a:noFill/>
        </p:spPr>
        <p:txBody>
          <a:bodyPr wrap="none">
            <a:spAutoFit/>
          </a:bodyPr>
          <a:lstStyle/>
          <a:p>
            <a:pPr>
              <a:spcAft>
                <a:spcPts val="1200"/>
              </a:spcAft>
              <a:defRPr sz="1600" b="1">
                <a:solidFill>
                  <a:srgbClr val="355FAC"/>
                </a:solidFill>
                <a:latin typeface="SVN-Avo"/>
              </a:defRPr>
            </a:pPr>
            <a:r>
              <a:t>THU THẬP THÔNG TIN QUẦY KỆ CÓ CẤU TRÚC</a:t>
            </a:r>
          </a:p>
          <a:p>
            <a:pPr>
              <a:spcAft>
                <a:spcPts val="400"/>
              </a:spcAft>
              <a:defRPr sz="1400" b="1">
                <a:solidFill>
                  <a:srgbClr val="10B75A"/>
                </a:solidFill>
                <a:latin typeface="SVN-Avo"/>
              </a:defRPr>
            </a:pPr>
            <a:r>
              <a:t>Khảo sát tự động gán liền với khách hàng:</a:t>
            </a:r>
          </a:p>
          <a:p>
            <a:pPr>
              <a:spcAft>
                <a:spcPts val="1400"/>
              </a:spcAft>
              <a:defRPr sz="1200" b="0">
                <a:solidFill>
                  <a:srgbClr val="243858"/>
                </a:solidFill>
                <a:latin typeface="SVN-Avo"/>
              </a:defRPr>
            </a:pPr>
            <a:r>
              <a:t>Mỗi bài khảo sát được gắn chặt với mã đại lý, toạ độ thực tế và thời gian ghé thăm, không thể nhầm lẫn dữ liệu giữa các cửa hàng.</a:t>
            </a:r>
          </a:p>
          <a:p>
            <a:pPr>
              <a:spcAft>
                <a:spcPts val="400"/>
              </a:spcAft>
              <a:defRPr sz="1400" b="1">
                <a:solidFill>
                  <a:srgbClr val="10B75A"/>
                </a:solidFill>
                <a:latin typeface="SVN-Avo"/>
              </a:defRPr>
            </a:pPr>
            <a:r>
              <a:t>Kiểm tra hàng tồn kho &amp; Hạn sử dụng:</a:t>
            </a:r>
          </a:p>
          <a:p>
            <a:pPr>
              <a:spcAft>
                <a:spcPts val="1400"/>
              </a:spcAft>
              <a:defRPr sz="1200" b="0">
                <a:solidFill>
                  <a:srgbClr val="243858"/>
                </a:solidFill>
                <a:latin typeface="SVN-Avo"/>
              </a:defRPr>
            </a:pPr>
            <a:r>
              <a:t>Ghi nhận nhanh số lượng hàng tồn còn trên quầy, phát hiện sớm các sản phẩm cận hạn để công ty kịp thời luân chuyển hoặc hỗ trợ đại lý.</a:t>
            </a:r>
          </a:p>
          <a:p>
            <a:pPr>
              <a:spcAft>
                <a:spcPts val="400"/>
              </a:spcAft>
              <a:defRPr sz="1400" b="1">
                <a:solidFill>
                  <a:srgbClr val="355FAC"/>
                </a:solidFill>
                <a:latin typeface="SVN-Avo"/>
              </a:defRPr>
            </a:pPr>
            <a:r>
              <a:t>Chụp ảnh chấm điểm trưng bày:</a:t>
            </a:r>
          </a:p>
          <a:p>
            <a:pPr>
              <a:spcAft>
                <a:spcPts val="500"/>
              </a:spcAft>
              <a:defRPr sz="1200" b="0">
                <a:solidFill>
                  <a:srgbClr val="243858"/>
                </a:solidFill>
                <a:latin typeface="SVN-Avo"/>
              </a:defRPr>
            </a:pPr>
            <a:r>
              <a:t>Hình ảnh quầy kệ có dấu in chìm làm căn cứ chấm điểm chi trả thưởng trưng bày minh bạch cho đại lý.</a:t>
            </a:r>
          </a:p>
        </p:txBody>
      </p:sp>
      <p:sp>
        <p:nvSpPr>
          <p:cNvPr id="9" name="Rounded Rectangle 8"/>
          <p:cNvSpPr/>
          <p:nvPr/>
        </p:nvSpPr>
        <p:spPr>
          <a:xfrm>
            <a:off x="6263640" y="1051560"/>
            <a:ext cx="5440680" cy="4572000"/>
          </a:xfrm>
          <a:prstGeom prst="roundRect">
            <a:avLst/>
          </a:prstGeom>
          <a:solidFill>
            <a:srgbClr val="F8FAFC"/>
          </a:solidFill>
          <a:ln w="12700">
            <a:solidFill>
              <a:srgbClr val="DF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188720"/>
            <a:ext cx="5074920" cy="4297680"/>
          </a:xfrm>
          <a:prstGeom prst="rect">
            <a:avLst/>
          </a:prstGeom>
          <a:noFill/>
        </p:spPr>
        <p:txBody>
          <a:bodyPr wrap="none">
            <a:spAutoFit/>
          </a:bodyPr>
          <a:lstStyle/>
          <a:p>
            <a:pPr>
              <a:spcAft>
                <a:spcPts val="1200"/>
              </a:spcAft>
              <a:defRPr sz="1600" b="1">
                <a:solidFill>
                  <a:srgbClr val="355FAC"/>
                </a:solidFill>
                <a:latin typeface="SVN-Avo"/>
              </a:defRPr>
            </a:pPr>
            <a:r>
              <a:t>NẮM BẮT DIỄN BIẾN ĐỐI THỦ CẠNH TRANH</a:t>
            </a:r>
          </a:p>
          <a:p>
            <a:pPr>
              <a:spcAft>
                <a:spcPts val="400"/>
              </a:spcAft>
              <a:defRPr sz="1400" b="1">
                <a:solidFill>
                  <a:srgbClr val="EE4B4B"/>
                </a:solidFill>
                <a:latin typeface="SVN-Avo"/>
              </a:defRPr>
            </a:pPr>
            <a:r>
              <a:t>Ghi nhận biến động giá tức thời:</a:t>
            </a:r>
          </a:p>
          <a:p>
            <a:pPr>
              <a:spcAft>
                <a:spcPts val="1400"/>
              </a:spcAft>
              <a:defRPr sz="1200" b="0">
                <a:solidFill>
                  <a:srgbClr val="243858"/>
                </a:solidFill>
                <a:latin typeface="SVN-Avo"/>
              </a:defRPr>
            </a:pPr>
            <a:r>
              <a:t>Nhân viên ghi nhanh giá bán sỉ/lẻ của đối thủ tại cửa hàng để Lãnh đạo nắm được tương quan cạnh tranh trên từng địa bàn.</a:t>
            </a:r>
          </a:p>
          <a:p>
            <a:pPr>
              <a:spcAft>
                <a:spcPts val="400"/>
              </a:spcAft>
              <a:defRPr sz="1400" b="1">
                <a:solidFill>
                  <a:srgbClr val="EE4B4B"/>
                </a:solidFill>
                <a:latin typeface="SVN-Avo"/>
              </a:defRPr>
            </a:pPr>
            <a:r>
              <a:t>Cảnh báo chương trình khuyến mãi đối thủ:</a:t>
            </a:r>
          </a:p>
          <a:p>
            <a:pPr>
              <a:spcAft>
                <a:spcPts val="1400"/>
              </a:spcAft>
              <a:defRPr sz="1200" b="0">
                <a:solidFill>
                  <a:srgbClr val="243858"/>
                </a:solidFill>
                <a:latin typeface="SVN-Avo"/>
              </a:defRPr>
            </a:pPr>
            <a:r>
              <a:t>Chụp ảnh các chương trình tặng quà, chiết khấu của nhãn hàng đối thủ gửi về ngay trong ca làm việc, giúp khối Marketing phản ứng kịp thời.</a:t>
            </a:r>
          </a:p>
          <a:p>
            <a:pPr>
              <a:spcAft>
                <a:spcPts val="400"/>
              </a:spcAft>
              <a:defRPr sz="1400" b="1">
                <a:solidFill>
                  <a:srgbClr val="EE4B4B"/>
                </a:solidFill>
                <a:latin typeface="SVN-Avo"/>
              </a:defRPr>
            </a:pPr>
            <a:r>
              <a:t>Phát hiện nguy cơ mất thị phần:</a:t>
            </a:r>
          </a:p>
          <a:p>
            <a:pPr>
              <a:spcAft>
                <a:spcPts val="500"/>
              </a:spcAft>
              <a:defRPr sz="1200" b="0">
                <a:solidFill>
                  <a:srgbClr val="243858"/>
                </a:solidFill>
                <a:latin typeface="SVN-Avo"/>
              </a:defRPr>
            </a:pPr>
            <a:r>
              <a:t>Cảnh báo khi đối thủ chiếm lĩnh mặt tiền trưng bày hoặc lôi kéo khách hàng bằng chính sách công nợ.</a:t>
            </a:r>
          </a:p>
        </p:txBody>
      </p:sp>
      <p:sp>
        <p:nvSpPr>
          <p:cNvPr id="11" name="Rounded Rectangle 10"/>
          <p:cNvSpPr/>
          <p:nvPr/>
        </p:nvSpPr>
        <p:spPr>
          <a:xfrm>
            <a:off x="457200" y="5779008"/>
            <a:ext cx="11274552" cy="502920"/>
          </a:xfrm>
          <a:prstGeom prst="roundRect">
            <a:avLst/>
          </a:prstGeom>
          <a:solidFill>
            <a:srgbClr val="EAFAEA"/>
          </a:solidFill>
          <a:ln w="12700">
            <a:solidFill>
              <a:srgbClr val="10B7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200" b="1">
                <a:solidFill>
                  <a:srgbClr val="10B75A"/>
                </a:solidFill>
                <a:latin typeface="SVN-Avo"/>
              </a:defRPr>
            </a:pPr>
            <a:r>
              <a:t>💡 GIÁ TRỊ DOANH NGHIỆP: Biến đội ngũ bán hàng thành mạng lưới tình báo thị trường nhạy bén, giúp Ban Giám Đốc luôn đi trước đối thủ một bước.</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Content Placeholder 2"/>
          <p:cNvSpPr>
            <a:spLocks noGrp="1"/>
          </p:cNvSpPr>
          <p:nvPr>
            <p:ph idx="2" sz="half"/>
          </p:nvPr>
        </p:nvSpPr>
        <p:spPr/>
        <p:txBody>
          <a:bodyPr/>
          <a:lstStyle/>
          <a:p/>
        </p:txBody>
      </p:sp>
      <p:sp>
        <p:nvSpPr>
          <p:cNvPr id="4" name="Title 3"/>
          <p:cNvSpPr>
            <a:spLocks noGrp="1"/>
          </p:cNvSpPr>
          <p:nvPr>
            <p:ph type="title"/>
          </p:nvPr>
        </p:nvSpPr>
        <p:spPr/>
        <p:txBody>
          <a:bodyPr/>
          <a:lstStyle/>
          <a:p>
            <a:pPr>
              <a:defRPr sz="2200" b="1">
                <a:solidFill>
                  <a:srgbClr val="355FAC"/>
                </a:solidFill>
                <a:latin typeface="SVN-Avo"/>
              </a:defRPr>
            </a:pPr>
            <a:r>
              <a:t>ĐÓNG LƯỢT VIẾNG THĂM MINH BẠCH: CỬA HÀNG MỞ CỬA VS. ĐÓNG CỬA</a:t>
            </a:r>
          </a:p>
        </p:txBody>
      </p:sp>
      <p:sp>
        <p:nvSpPr>
          <p:cNvPr id="5" name="Text Placeholder 4"/>
          <p:cNvSpPr>
            <a:spLocks noGrp="1"/>
          </p:cNvSpPr>
          <p:nvPr>
            <p:ph type="body" idx="3" sz="quarter"/>
          </p:nvPr>
        </p:nvSpPr>
        <p:spPr/>
        <p:txBody>
          <a:bodyPr/>
          <a:lstStyle/>
          <a:p/>
        </p:txBody>
      </p:sp>
      <p:sp>
        <p:nvSpPr>
          <p:cNvPr id="6" name="Content Placeholder 5"/>
          <p:cNvSpPr>
            <a:spLocks noGrp="1"/>
          </p:cNvSpPr>
          <p:nvPr>
            <p:ph idx="4" sz="quarter"/>
          </p:nvPr>
        </p:nvSpPr>
        <p:spPr/>
        <p:txBody>
          <a:bodyPr/>
          <a:lstStyle/>
          <a:p/>
        </p:txBody>
      </p:sp>
      <p:sp>
        <p:nvSpPr>
          <p:cNvPr id="7" name="Rounded Rectangle 6"/>
          <p:cNvSpPr/>
          <p:nvPr/>
        </p:nvSpPr>
        <p:spPr>
          <a:xfrm>
            <a:off x="457200" y="1051560"/>
            <a:ext cx="5440680" cy="4572000"/>
          </a:xfrm>
          <a:prstGeom prst="roundRect">
            <a:avLst/>
          </a:prstGeom>
          <a:solidFill>
            <a:srgbClr val="F8FAFC"/>
          </a:solidFill>
          <a:ln w="12700">
            <a:solidFill>
              <a:srgbClr val="DF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188720"/>
            <a:ext cx="5074920" cy="4297680"/>
          </a:xfrm>
          <a:prstGeom prst="rect">
            <a:avLst/>
          </a:prstGeom>
          <a:noFill/>
        </p:spPr>
        <p:txBody>
          <a:bodyPr wrap="none">
            <a:spAutoFit/>
          </a:bodyPr>
          <a:lstStyle/>
          <a:p>
            <a:pPr>
              <a:spcAft>
                <a:spcPts val="1200"/>
              </a:spcAft>
              <a:defRPr sz="1600" b="1">
                <a:solidFill>
                  <a:srgbClr val="10B75A"/>
                </a:solidFill>
                <a:latin typeface="SVN-Avo"/>
              </a:defRPr>
            </a:pPr>
            <a:r>
              <a:t>TRƯỜNG HỢP 1: CỬA HÀNG MỞ CỬA</a:t>
            </a:r>
          </a:p>
          <a:p>
            <a:pPr>
              <a:spcAft>
                <a:spcPts val="400"/>
              </a:spcAft>
              <a:defRPr sz="1400" b="1">
                <a:solidFill>
                  <a:srgbClr val="10B75A"/>
                </a:solidFill>
                <a:latin typeface="SVN-Avo"/>
              </a:defRPr>
            </a:pPr>
            <a:r>
              <a:t>Viếng thăm thành công trọn vẹn:</a:t>
            </a:r>
          </a:p>
          <a:p>
            <a:pPr>
              <a:spcAft>
                <a:spcPts val="1400"/>
              </a:spcAft>
              <a:defRPr sz="1200" b="0">
                <a:solidFill>
                  <a:srgbClr val="243858"/>
                </a:solidFill>
                <a:latin typeface="SVN-Avo"/>
              </a:defRPr>
            </a:pPr>
            <a:r>
              <a:t>Thực hiện đầy đủ các bước: Khảo sát, kiểm tồn, tư vấn sản phẩm và xác nhận đơn hàng.</a:t>
            </a:r>
          </a:p>
          <a:p>
            <a:pPr>
              <a:spcAft>
                <a:spcPts val="400"/>
              </a:spcAft>
              <a:defRPr sz="1400" b="1">
                <a:solidFill>
                  <a:srgbClr val="10B75A"/>
                </a:solidFill>
                <a:latin typeface="SVN-Avo"/>
              </a:defRPr>
            </a:pPr>
            <a:r>
              <a:t>Đo thời lượng lưu lại thực tế:</a:t>
            </a:r>
          </a:p>
          <a:p>
            <a:pPr>
              <a:spcAft>
                <a:spcPts val="1400"/>
              </a:spcAft>
              <a:defRPr sz="1200" b="0">
                <a:solidFill>
                  <a:srgbClr val="243858"/>
                </a:solidFill>
                <a:latin typeface="SVN-Avo"/>
              </a:defRPr>
            </a:pPr>
            <a:r>
              <a:t>Ứng dụng tự động tính thời gian từ lúc Check-in đến lúc Check-out (ví dụ: 25 phút). Giám sát biết rõ nhân viên có dành đủ thời gian tư vấn hay không.</a:t>
            </a:r>
          </a:p>
          <a:p>
            <a:pPr>
              <a:spcAft>
                <a:spcPts val="400"/>
              </a:spcAft>
              <a:defRPr sz="1400" b="1">
                <a:solidFill>
                  <a:srgbClr val="10B75A"/>
                </a:solidFill>
                <a:latin typeface="SVN-Avo"/>
              </a:defRPr>
            </a:pPr>
            <a:r>
              <a:t>Đổi màu thẻ Xanh lá &amp; Tính điểm KPI:</a:t>
            </a:r>
          </a:p>
          <a:p>
            <a:pPr>
              <a:spcAft>
                <a:spcPts val="500"/>
              </a:spcAft>
              <a:defRPr sz="1200" b="0">
                <a:solidFill>
                  <a:srgbClr val="243858"/>
                </a:solidFill>
                <a:latin typeface="SVN-Avo"/>
              </a:defRPr>
            </a:pPr>
            <a:r>
              <a:t>Thẻ cửa hàng chuyển sang màu xanh lá hoàn thành, cộng điểm vào KPI chỉ tiêu ngày.</a:t>
            </a:r>
          </a:p>
        </p:txBody>
      </p:sp>
      <p:sp>
        <p:nvSpPr>
          <p:cNvPr id="9" name="Rounded Rectangle 8"/>
          <p:cNvSpPr/>
          <p:nvPr/>
        </p:nvSpPr>
        <p:spPr>
          <a:xfrm>
            <a:off x="6263640" y="1051560"/>
            <a:ext cx="5440680" cy="4572000"/>
          </a:xfrm>
          <a:prstGeom prst="roundRect">
            <a:avLst/>
          </a:prstGeom>
          <a:solidFill>
            <a:srgbClr val="F8FAFC"/>
          </a:solidFill>
          <a:ln w="12700">
            <a:solidFill>
              <a:srgbClr val="DF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188720"/>
            <a:ext cx="5074920" cy="4297680"/>
          </a:xfrm>
          <a:prstGeom prst="rect">
            <a:avLst/>
          </a:prstGeom>
          <a:noFill/>
        </p:spPr>
        <p:txBody>
          <a:bodyPr wrap="none">
            <a:spAutoFit/>
          </a:bodyPr>
          <a:lstStyle/>
          <a:p>
            <a:pPr>
              <a:spcAft>
                <a:spcPts val="1200"/>
              </a:spcAft>
              <a:defRPr sz="1600" b="1">
                <a:solidFill>
                  <a:srgbClr val="F59E0B"/>
                </a:solidFill>
                <a:latin typeface="SVN-Avo"/>
              </a:defRPr>
            </a:pPr>
            <a:r>
              <a:t>TRƯỜNG HỢP 2: CỬA HÀNG ĐÓNG CỬA</a:t>
            </a:r>
          </a:p>
          <a:p>
            <a:pPr>
              <a:spcAft>
                <a:spcPts val="400"/>
              </a:spcAft>
              <a:defRPr sz="1400" b="1">
                <a:solidFill>
                  <a:srgbClr val="243858"/>
                </a:solidFill>
                <a:latin typeface="SVN-Avo"/>
              </a:defRPr>
            </a:pPr>
            <a:r>
              <a:t>Thực tế điểm bán nghỉ bán hoặc vắng mặt:</a:t>
            </a:r>
          </a:p>
          <a:p>
            <a:pPr>
              <a:spcAft>
                <a:spcPts val="1200"/>
              </a:spcAft>
              <a:defRPr sz="1200" b="0">
                <a:solidFill>
                  <a:srgbClr val="64748B"/>
                </a:solidFill>
                <a:latin typeface="SVN-Avo"/>
              </a:defRPr>
            </a:pPr>
            <a:r>
              <a:t>Chủ tiệm đi ăn cỗ, sửa nhà hoặc nghỉ lễ đột xuất – nhân viên không thể vào gặp được.</a:t>
            </a:r>
          </a:p>
          <a:p>
            <a:pPr>
              <a:spcAft>
                <a:spcPts val="400"/>
              </a:spcAft>
              <a:defRPr sz="1400" b="1">
                <a:solidFill>
                  <a:srgbClr val="EE4B4B"/>
                </a:solidFill>
                <a:latin typeface="SVN-Avo"/>
              </a:defRPr>
            </a:pPr>
            <a:r>
              <a:t>Quy định minh bạch không thể khai khống:</a:t>
            </a:r>
          </a:p>
          <a:p>
            <a:pPr>
              <a:spcAft>
                <a:spcPts val="1400"/>
              </a:spcAft>
              <a:defRPr sz="1200" b="0">
                <a:solidFill>
                  <a:srgbClr val="243858"/>
                </a:solidFill>
                <a:latin typeface="SVN-Avo"/>
              </a:defRPr>
            </a:pPr>
            <a:r>
              <a:t>• Bắt buộc chụp ảnh cửa cuốn đóng có in chìm ngày giờ toạ độ chứng minh đã đến nơi.</a:t>
            </a:r>
            <a:br/>
            <a:r>
              <a:t>• Bắt buộc chọn lý do đóng cửa từ danh mục chuẩn (Đi vắng, Nghỉ lễ, Tạm đóng cửa).</a:t>
            </a:r>
            <a:br/>
            <a:r>
              <a:t>• Hệ thống không cộng doanh số nhưng vẫn ghi nhận công di chuyển công bằng cho nhân viên.</a:t>
            </a:r>
          </a:p>
          <a:p>
            <a:pPr>
              <a:spcAft>
                <a:spcPts val="400"/>
              </a:spcAft>
              <a:defRPr sz="1400" b="1">
                <a:solidFill>
                  <a:srgbClr val="355FAC"/>
                </a:solidFill>
                <a:latin typeface="SVN-Avo"/>
              </a:defRPr>
            </a:pPr>
            <a:r>
              <a:t>Cơ chế thoát lượt linh hoạt khi có sự cố khẩn:</a:t>
            </a:r>
          </a:p>
          <a:p>
            <a:pPr>
              <a:spcAft>
                <a:spcPts val="500"/>
              </a:spcAft>
              <a:defRPr sz="1200" b="0">
                <a:solidFill>
                  <a:srgbClr val="243858"/>
                </a:solidFill>
                <a:latin typeface="SVN-Avo"/>
              </a:defRPr>
            </a:pPr>
            <a:r>
              <a:t>Cho phép lưu tạm lượt viếng thăm để xử lý việc gấp ngoài đường rồi quay lại tiếp tục mà không bị mất dữ liệu dở dang.</a:t>
            </a:r>
          </a:p>
        </p:txBody>
      </p:sp>
      <p:sp>
        <p:nvSpPr>
          <p:cNvPr id="11" name="Rounded Rectangle 10"/>
          <p:cNvSpPr/>
          <p:nvPr/>
        </p:nvSpPr>
        <p:spPr>
          <a:xfrm>
            <a:off x="457200" y="5779008"/>
            <a:ext cx="11274552" cy="502920"/>
          </a:xfrm>
          <a:prstGeom prst="roundRect">
            <a:avLst/>
          </a:prstGeom>
          <a:solidFill>
            <a:srgbClr val="EAFAEA"/>
          </a:solidFill>
          <a:ln w="12700">
            <a:solidFill>
              <a:srgbClr val="10B7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200" b="1">
                <a:solidFill>
                  <a:srgbClr val="10B75A"/>
                </a:solidFill>
                <a:latin typeface="SVN-Avo"/>
              </a:defRPr>
            </a:pPr>
            <a:r>
              <a:t>💡 GIÁ TRỊ DOANH NGHIỆP: Phân định rạch ròi kết quả viếng thăm: Công bằng với nhân viên nỗ lực, minh bạch với Ban Điều hành.</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658368" y="1645920"/>
            <a:ext cx="1828800" cy="731520"/>
          </a:xfrm>
          <a:prstGeom prst="rect">
            <a:avLst/>
          </a:prstGeom>
          <a:noFill/>
        </p:spPr>
        <p:txBody>
          <a:bodyPr wrap="none">
            <a:spAutoFit/>
          </a:bodyPr>
          <a:lstStyle/>
          <a:p>
            <a:pPr>
              <a:defRPr sz="4400" b="1">
                <a:solidFill>
                  <a:srgbClr val="10B75A"/>
                </a:solidFill>
                <a:latin typeface="SVN-Avo"/>
              </a:defRPr>
            </a:pPr>
            <a:r>
              <a:t>07</a:t>
            </a:r>
          </a:p>
        </p:txBody>
      </p:sp>
      <p:sp>
        <p:nvSpPr>
          <p:cNvPr id="5" name="Rectangle 4"/>
          <p:cNvSpPr/>
          <p:nvPr/>
        </p:nvSpPr>
        <p:spPr>
          <a:xfrm>
            <a:off x="676656" y="2468880"/>
            <a:ext cx="1371600" cy="36576"/>
          </a:xfrm>
          <a:prstGeom prst="rect">
            <a:avLst/>
          </a:prstGeom>
          <a:solidFill>
            <a:srgbClr val="355F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743200"/>
            <a:ext cx="9144000" cy="1645920"/>
          </a:xfrm>
          <a:prstGeom prst="rect">
            <a:avLst/>
          </a:prstGeom>
          <a:noFill/>
        </p:spPr>
        <p:txBody>
          <a:bodyPr wrap="square">
            <a:spAutoFit/>
          </a:bodyPr>
          <a:lstStyle/>
          <a:p>
            <a:pPr>
              <a:defRPr sz="3000" b="1">
                <a:solidFill>
                  <a:srgbClr val="355FAC"/>
                </a:solidFill>
                <a:latin typeface="SVN-Avo"/>
              </a:defRPr>
            </a:pPr>
            <a:r>
              <a:t>PHÁT TRIỂN KHÁCH HÀNG &amp; MỞ RỘNG MẠNG LƯỚI</a:t>
            </a:r>
          </a:p>
          <a:p>
            <a:pPr>
              <a:spcBef>
                <a:spcPts val="800"/>
              </a:spcBef>
              <a:defRPr sz="1600" b="0">
                <a:solidFill>
                  <a:srgbClr val="64748B"/>
                </a:solidFill>
                <a:latin typeface="SVN-Avo"/>
              </a:defRPr>
            </a:pPr>
            <a:r>
              <a:t>Danh bạ số hoá, mở mới điểm bán ngoại tuyến và nén ảnh siêu nhẹ tiết kiệm 4G</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Content Placeholder 2"/>
          <p:cNvSpPr>
            <a:spLocks noGrp="1"/>
          </p:cNvSpPr>
          <p:nvPr>
            <p:ph idx="2" sz="half"/>
          </p:nvPr>
        </p:nvSpPr>
        <p:spPr/>
        <p:txBody>
          <a:bodyPr/>
          <a:lstStyle/>
          <a:p/>
        </p:txBody>
      </p:sp>
      <p:sp>
        <p:nvSpPr>
          <p:cNvPr id="4" name="Title 3"/>
          <p:cNvSpPr>
            <a:spLocks noGrp="1"/>
          </p:cNvSpPr>
          <p:nvPr>
            <p:ph type="title"/>
          </p:nvPr>
        </p:nvSpPr>
        <p:spPr/>
        <p:txBody>
          <a:bodyPr/>
          <a:lstStyle/>
          <a:p>
            <a:pPr>
              <a:defRPr sz="2200" b="1">
                <a:solidFill>
                  <a:srgbClr val="355FAC"/>
                </a:solidFill>
                <a:latin typeface="SVN-Avo"/>
              </a:defRPr>
            </a:pPr>
            <a:r>
              <a:t>DANH BẠ KHÁCH HÀNG SỐ: TOÀN BỘ ĐIỂM BÁN TRONG TÚI ÁO</a:t>
            </a:r>
          </a:p>
        </p:txBody>
      </p:sp>
      <p:sp>
        <p:nvSpPr>
          <p:cNvPr id="5" name="Text Placeholder 4"/>
          <p:cNvSpPr>
            <a:spLocks noGrp="1"/>
          </p:cNvSpPr>
          <p:nvPr>
            <p:ph type="body" idx="3" sz="quarter"/>
          </p:nvPr>
        </p:nvSpPr>
        <p:spPr/>
        <p:txBody>
          <a:bodyPr/>
          <a:lstStyle/>
          <a:p/>
        </p:txBody>
      </p:sp>
      <p:sp>
        <p:nvSpPr>
          <p:cNvPr id="6" name="Content Placeholder 5"/>
          <p:cNvSpPr>
            <a:spLocks noGrp="1"/>
          </p:cNvSpPr>
          <p:nvPr>
            <p:ph idx="4" sz="quarter"/>
          </p:nvPr>
        </p:nvSpPr>
        <p:spPr/>
        <p:txBody>
          <a:bodyPr/>
          <a:lstStyle/>
          <a:p/>
        </p:txBody>
      </p:sp>
      <p:sp>
        <p:nvSpPr>
          <p:cNvPr id="7" name="Rounded Rectangle 6"/>
          <p:cNvSpPr/>
          <p:nvPr/>
        </p:nvSpPr>
        <p:spPr>
          <a:xfrm>
            <a:off x="457200" y="1051560"/>
            <a:ext cx="5440680" cy="4572000"/>
          </a:xfrm>
          <a:prstGeom prst="roundRect">
            <a:avLst/>
          </a:prstGeom>
          <a:solidFill>
            <a:srgbClr val="F8FAFC"/>
          </a:solidFill>
          <a:ln w="12700">
            <a:solidFill>
              <a:srgbClr val="DF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188720"/>
            <a:ext cx="5074920" cy="4297680"/>
          </a:xfrm>
          <a:prstGeom prst="rect">
            <a:avLst/>
          </a:prstGeom>
          <a:noFill/>
        </p:spPr>
        <p:txBody>
          <a:bodyPr wrap="none">
            <a:spAutoFit/>
          </a:bodyPr>
          <a:lstStyle/>
          <a:p>
            <a:pPr>
              <a:spcAft>
                <a:spcPts val="1200"/>
              </a:spcAft>
              <a:defRPr sz="1600" b="1">
                <a:solidFill>
                  <a:srgbClr val="355FAC"/>
                </a:solidFill>
                <a:latin typeface="SVN-Avo"/>
              </a:defRPr>
            </a:pPr>
            <a:r>
              <a:t>TÌM KIẾM TỨC THÌ (0 GIÂY) KHÔNG CẦN MẠNG</a:t>
            </a:r>
          </a:p>
          <a:p>
            <a:pPr>
              <a:spcAft>
                <a:spcPts val="400"/>
              </a:spcAft>
              <a:defRPr sz="1400" b="1">
                <a:solidFill>
                  <a:srgbClr val="10B75A"/>
                </a:solidFill>
                <a:latin typeface="SVN-Avo"/>
              </a:defRPr>
            </a:pPr>
            <a:r>
              <a:t>Tra cứu siêu tốc từ bộ nhớ máy:</a:t>
            </a:r>
          </a:p>
          <a:p>
            <a:pPr>
              <a:spcAft>
                <a:spcPts val="1400"/>
              </a:spcAft>
              <a:defRPr sz="1200" b="0">
                <a:solidFill>
                  <a:srgbClr val="243858"/>
                </a:solidFill>
                <a:latin typeface="SVN-Avo"/>
              </a:defRPr>
            </a:pPr>
            <a:r>
              <a:t>Hàng nghìn đại lý được lưu sẵn trong máy điện thoại, nhân viên gõ chữ đến đâu kết quả hiện ra ngay đến đó trong 0.05 giây.</a:t>
            </a:r>
          </a:p>
          <a:p>
            <a:pPr>
              <a:spcAft>
                <a:spcPts val="400"/>
              </a:spcAft>
              <a:defRPr sz="1400" b="1">
                <a:solidFill>
                  <a:srgbClr val="10B75A"/>
                </a:solidFill>
                <a:latin typeface="SVN-Avo"/>
              </a:defRPr>
            </a:pPr>
            <a:r>
              <a:t>Tìm kiếm đa tiêu chí thông minh:</a:t>
            </a:r>
          </a:p>
          <a:p>
            <a:pPr>
              <a:spcAft>
                <a:spcPts val="1400"/>
              </a:spcAft>
              <a:defRPr sz="1200" b="0">
                <a:solidFill>
                  <a:srgbClr val="243858"/>
                </a:solidFill>
                <a:latin typeface="SVN-Avo"/>
              </a:defRPr>
            </a:pPr>
            <a:r>
              <a:t>Tìm theo tên cửa hàng, tên chủ tiệm, số điện thoại, tên đường hoặc mã số khách hàng một cách linh hoạt.</a:t>
            </a:r>
          </a:p>
          <a:p>
            <a:pPr>
              <a:spcAft>
                <a:spcPts val="400"/>
              </a:spcAft>
              <a:defRPr sz="1400" b="1">
                <a:solidFill>
                  <a:srgbClr val="355FAC"/>
                </a:solidFill>
                <a:latin typeface="SVN-Avo"/>
              </a:defRPr>
            </a:pPr>
            <a:r>
              <a:t>Tìm kiếm bằng giọng nói tiếng Việt:</a:t>
            </a:r>
          </a:p>
          <a:p>
            <a:pPr>
              <a:spcAft>
                <a:spcPts val="500"/>
              </a:spcAft>
              <a:defRPr sz="1200" b="0">
                <a:solidFill>
                  <a:srgbClr val="243858"/>
                </a:solidFill>
                <a:latin typeface="SVN-Avo"/>
              </a:defRPr>
            </a:pPr>
            <a:r>
              <a:t>Đang đi xe máy chỉ cần bấm nút micro nói 'Tạp hoá Bác Ba' là ứng dụng tự động mở thông tin cửa hàng.</a:t>
            </a:r>
          </a:p>
        </p:txBody>
      </p:sp>
      <p:sp>
        <p:nvSpPr>
          <p:cNvPr id="9" name="Rounded Rectangle 8"/>
          <p:cNvSpPr/>
          <p:nvPr/>
        </p:nvSpPr>
        <p:spPr>
          <a:xfrm>
            <a:off x="6263640" y="1051560"/>
            <a:ext cx="5440680" cy="4572000"/>
          </a:xfrm>
          <a:prstGeom prst="roundRect">
            <a:avLst/>
          </a:prstGeom>
          <a:solidFill>
            <a:srgbClr val="F8FAFC"/>
          </a:solidFill>
          <a:ln w="12700">
            <a:solidFill>
              <a:srgbClr val="DF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188720"/>
            <a:ext cx="5074920" cy="4297680"/>
          </a:xfrm>
          <a:prstGeom prst="rect">
            <a:avLst/>
          </a:prstGeom>
          <a:noFill/>
        </p:spPr>
        <p:txBody>
          <a:bodyPr wrap="none">
            <a:spAutoFit/>
          </a:bodyPr>
          <a:lstStyle/>
          <a:p>
            <a:pPr>
              <a:spcAft>
                <a:spcPts val="1200"/>
              </a:spcAft>
              <a:defRPr sz="1600" b="1">
                <a:solidFill>
                  <a:srgbClr val="355FAC"/>
                </a:solidFill>
                <a:latin typeface="SVN-Avo"/>
              </a:defRPr>
            </a:pPr>
            <a:r>
              <a:t>HỒ SƠ KHÁCH HÀNG ĐẦY ĐỦ 360 ĐỘ</a:t>
            </a:r>
          </a:p>
          <a:p>
            <a:pPr>
              <a:spcAft>
                <a:spcPts val="400"/>
              </a:spcAft>
              <a:defRPr sz="1400" b="1">
                <a:solidFill>
                  <a:srgbClr val="355FAC"/>
                </a:solidFill>
                <a:latin typeface="SVN-Avo"/>
              </a:defRPr>
            </a:pPr>
            <a:r>
              <a:t>Bấm gọi điện thoại trực tiếp 1 chạm:</a:t>
            </a:r>
          </a:p>
          <a:p>
            <a:pPr>
              <a:spcAft>
                <a:spcPts val="1400"/>
              </a:spcAft>
              <a:defRPr sz="1200" b="0">
                <a:solidFill>
                  <a:srgbClr val="243858"/>
                </a:solidFill>
                <a:latin typeface="SVN-Avo"/>
              </a:defRPr>
            </a:pPr>
            <a:r>
              <a:t>Không cần chép số sang danh bạ riêng, chạm vào icon điện thoại là gọi cho chủ tiệm ngay.</a:t>
            </a:r>
          </a:p>
          <a:p>
            <a:pPr>
              <a:spcAft>
                <a:spcPts val="400"/>
              </a:spcAft>
              <a:defRPr sz="1400" b="1">
                <a:solidFill>
                  <a:srgbClr val="355FAC"/>
                </a:solidFill>
                <a:latin typeface="SVN-Avo"/>
              </a:defRPr>
            </a:pPr>
            <a:r>
              <a:t>Xem vị trí &amp; Chỉ đường Google Maps:</a:t>
            </a:r>
          </a:p>
          <a:p>
            <a:pPr>
              <a:spcAft>
                <a:spcPts val="1400"/>
              </a:spcAft>
              <a:defRPr sz="1200" b="0">
                <a:solidFill>
                  <a:srgbClr val="243858"/>
                </a:solidFill>
                <a:latin typeface="SVN-Avo"/>
              </a:defRPr>
            </a:pPr>
            <a:r>
              <a:t>Nút chỉ đường mở ngay bản đồ số dẫn đường chuẩn xác tới tận cửa đại lý.</a:t>
            </a:r>
          </a:p>
          <a:p>
            <a:pPr>
              <a:spcAft>
                <a:spcPts val="400"/>
              </a:spcAft>
              <a:defRPr sz="1400" b="1">
                <a:solidFill>
                  <a:srgbClr val="10B75A"/>
                </a:solidFill>
                <a:latin typeface="SVN-Avo"/>
              </a:defRPr>
            </a:pPr>
            <a:r>
              <a:t>Lịch sử mua hàng &amp; Doanh số tích luỹ:</a:t>
            </a:r>
          </a:p>
          <a:p>
            <a:pPr>
              <a:spcAft>
                <a:spcPts val="500"/>
              </a:spcAft>
              <a:defRPr sz="1200" b="0">
                <a:solidFill>
                  <a:srgbClr val="243858"/>
                </a:solidFill>
                <a:latin typeface="SVN-Avo"/>
              </a:defRPr>
            </a:pPr>
            <a:r>
              <a:t>Nhân viên biết rõ đại lý này hay nhập mặt hàng nào, chu kỳ nhập hàng bao lâu để tư vấn nhập thêm sản phẩm đúng lúc.</a:t>
            </a:r>
          </a:p>
        </p:txBody>
      </p:sp>
      <p:sp>
        <p:nvSpPr>
          <p:cNvPr id="11" name="Rounded Rectangle 10"/>
          <p:cNvSpPr/>
          <p:nvPr/>
        </p:nvSpPr>
        <p:spPr>
          <a:xfrm>
            <a:off x="457200" y="5779008"/>
            <a:ext cx="11274552" cy="502920"/>
          </a:xfrm>
          <a:prstGeom prst="roundRect">
            <a:avLst/>
          </a:prstGeom>
          <a:solidFill>
            <a:srgbClr val="EAFAEA"/>
          </a:solidFill>
          <a:ln w="12700">
            <a:solidFill>
              <a:srgbClr val="10B7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200" b="1">
                <a:solidFill>
                  <a:srgbClr val="10B75A"/>
                </a:solidFill>
                <a:latin typeface="SVN-Avo"/>
              </a:defRPr>
            </a:pPr>
            <a:r>
              <a:t>💡 GIÁ TRỊ DOANH NGHIỆP: Không còn tình trạng nhân viên nghỉ việc mang theo danh bạ khách hàng; mọi dữ liệu đều thuộc sở hữu công ty.</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Content Placeholder 2"/>
          <p:cNvSpPr>
            <a:spLocks noGrp="1"/>
          </p:cNvSpPr>
          <p:nvPr>
            <p:ph idx="2" sz="half"/>
          </p:nvPr>
        </p:nvSpPr>
        <p:spPr/>
        <p:txBody>
          <a:bodyPr/>
          <a:lstStyle/>
          <a:p/>
        </p:txBody>
      </p:sp>
      <p:sp>
        <p:nvSpPr>
          <p:cNvPr id="4" name="Title 3"/>
          <p:cNvSpPr>
            <a:spLocks noGrp="1"/>
          </p:cNvSpPr>
          <p:nvPr>
            <p:ph type="title"/>
          </p:nvPr>
        </p:nvSpPr>
        <p:spPr/>
        <p:txBody>
          <a:bodyPr/>
          <a:lstStyle/>
          <a:p>
            <a:pPr>
              <a:defRPr sz="2200" b="1">
                <a:solidFill>
                  <a:srgbClr val="355FAC"/>
                </a:solidFill>
                <a:latin typeface="SVN-Avo"/>
              </a:defRPr>
            </a:pPr>
            <a:r>
              <a:t>MỞ MỚI ĐIỂM BÁN DÙ KHÔNG CÓ SÓNG ĐIỆN THOẠI</a:t>
            </a:r>
          </a:p>
        </p:txBody>
      </p:sp>
      <p:sp>
        <p:nvSpPr>
          <p:cNvPr id="5" name="Text Placeholder 4"/>
          <p:cNvSpPr>
            <a:spLocks noGrp="1"/>
          </p:cNvSpPr>
          <p:nvPr>
            <p:ph type="body" idx="3" sz="quarter"/>
          </p:nvPr>
        </p:nvSpPr>
        <p:spPr/>
        <p:txBody>
          <a:bodyPr/>
          <a:lstStyle/>
          <a:p/>
        </p:txBody>
      </p:sp>
      <p:sp>
        <p:nvSpPr>
          <p:cNvPr id="6" name="Content Placeholder 5"/>
          <p:cNvSpPr>
            <a:spLocks noGrp="1"/>
          </p:cNvSpPr>
          <p:nvPr>
            <p:ph idx="4" sz="quarter"/>
          </p:nvPr>
        </p:nvSpPr>
        <p:spPr/>
        <p:txBody>
          <a:bodyPr/>
          <a:lstStyle/>
          <a:p/>
        </p:txBody>
      </p:sp>
      <p:sp>
        <p:nvSpPr>
          <p:cNvPr id="7" name="Rounded Rectangle 6"/>
          <p:cNvSpPr/>
          <p:nvPr/>
        </p:nvSpPr>
        <p:spPr>
          <a:xfrm>
            <a:off x="457200" y="1051560"/>
            <a:ext cx="5440680" cy="4572000"/>
          </a:xfrm>
          <a:prstGeom prst="roundRect">
            <a:avLst/>
          </a:prstGeom>
          <a:solidFill>
            <a:srgbClr val="F8FAFC"/>
          </a:solidFill>
          <a:ln w="12700">
            <a:solidFill>
              <a:srgbClr val="DF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188720"/>
            <a:ext cx="5074920" cy="4297680"/>
          </a:xfrm>
          <a:prstGeom prst="rect">
            <a:avLst/>
          </a:prstGeom>
          <a:noFill/>
        </p:spPr>
        <p:txBody>
          <a:bodyPr wrap="none">
            <a:spAutoFit/>
          </a:bodyPr>
          <a:lstStyle/>
          <a:p>
            <a:pPr>
              <a:spcAft>
                <a:spcPts val="1200"/>
              </a:spcAft>
              <a:defRPr sz="1600" b="1">
                <a:solidFill>
                  <a:srgbClr val="355FAC"/>
                </a:solidFill>
                <a:latin typeface="SVN-Avo"/>
              </a:defRPr>
            </a:pPr>
            <a:r>
              <a:t>TẠO MỚI ĐIỂM BÁN 100% NGOẠI TUYẾN</a:t>
            </a:r>
          </a:p>
          <a:p>
            <a:pPr>
              <a:spcAft>
                <a:spcPts val="400"/>
              </a:spcAft>
              <a:defRPr sz="1400" b="1">
                <a:solidFill>
                  <a:srgbClr val="10B75A"/>
                </a:solidFill>
                <a:latin typeface="SVN-Avo"/>
              </a:defRPr>
            </a:pPr>
            <a:r>
              <a:t>Mở rộng độ phủ mọi ngõ ngách:</a:t>
            </a:r>
          </a:p>
          <a:p>
            <a:pPr>
              <a:spcAft>
                <a:spcPts val="1400"/>
              </a:spcAft>
              <a:defRPr sz="1200" b="0">
                <a:solidFill>
                  <a:srgbClr val="243858"/>
                </a:solidFill>
                <a:latin typeface="SVN-Avo"/>
              </a:defRPr>
            </a:pPr>
            <a:r>
              <a:t>Nhân viên phát hiện tiệm tạp hoá mới trong ngõ sâu không có sóng 4G vẫn bấm nút 'Thêm khách hàng' và tạo mới ngay tại chỗ.</a:t>
            </a:r>
          </a:p>
          <a:p>
            <a:pPr>
              <a:spcAft>
                <a:spcPts val="400"/>
              </a:spcAft>
              <a:defRPr sz="1400" b="1">
                <a:solidFill>
                  <a:srgbClr val="10B75A"/>
                </a:solidFill>
                <a:latin typeface="SVN-Avo"/>
              </a:defRPr>
            </a:pPr>
            <a:r>
              <a:t>Tự động lấy toạ độ GPS thực tế:</a:t>
            </a:r>
          </a:p>
          <a:p>
            <a:pPr>
              <a:spcAft>
                <a:spcPts val="1400"/>
              </a:spcAft>
              <a:defRPr sz="1200" b="0">
                <a:solidFill>
                  <a:srgbClr val="243858"/>
                </a:solidFill>
                <a:latin typeface="SVN-Avo"/>
              </a:defRPr>
            </a:pPr>
            <a:r>
              <a:t>Ứng dụng tự ghim toạ độ vệ tinh tại vị trí đang đứng, đảm bảo điểm bán mới luôn có địa chỉ chuẩn xác trên bản đồ số.</a:t>
            </a:r>
          </a:p>
          <a:p>
            <a:pPr>
              <a:spcAft>
                <a:spcPts val="400"/>
              </a:spcAft>
              <a:defRPr sz="1400" b="1">
                <a:solidFill>
                  <a:srgbClr val="355FAC"/>
                </a:solidFill>
                <a:latin typeface="SVN-Avo"/>
              </a:defRPr>
            </a:pPr>
            <a:r>
              <a:t>Chụp ảnh mặt tiền xác thực:</a:t>
            </a:r>
          </a:p>
          <a:p>
            <a:pPr>
              <a:spcAft>
                <a:spcPts val="500"/>
              </a:spcAft>
              <a:defRPr sz="1200" b="0">
                <a:solidFill>
                  <a:srgbClr val="243858"/>
                </a:solidFill>
                <a:latin typeface="SVN-Avo"/>
              </a:defRPr>
            </a:pPr>
            <a:r>
              <a:t>Chụp ảnh biển hiệu và quầy hàng có dấu in chìm ngày giờ để Giám sát duyệt online.</a:t>
            </a:r>
          </a:p>
        </p:txBody>
      </p:sp>
      <p:sp>
        <p:nvSpPr>
          <p:cNvPr id="9" name="Rounded Rectangle 8"/>
          <p:cNvSpPr/>
          <p:nvPr/>
        </p:nvSpPr>
        <p:spPr>
          <a:xfrm>
            <a:off x="6263640" y="1051560"/>
            <a:ext cx="5440680" cy="4572000"/>
          </a:xfrm>
          <a:prstGeom prst="roundRect">
            <a:avLst/>
          </a:prstGeom>
          <a:solidFill>
            <a:srgbClr val="F8FAFC"/>
          </a:solidFill>
          <a:ln w="12700">
            <a:solidFill>
              <a:srgbClr val="DF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188720"/>
            <a:ext cx="5074920" cy="4297680"/>
          </a:xfrm>
          <a:prstGeom prst="rect">
            <a:avLst/>
          </a:prstGeom>
          <a:noFill/>
        </p:spPr>
        <p:txBody>
          <a:bodyPr wrap="none">
            <a:spAutoFit/>
          </a:bodyPr>
          <a:lstStyle/>
          <a:p>
            <a:pPr>
              <a:spcAft>
                <a:spcPts val="1200"/>
              </a:spcAft>
              <a:defRPr sz="1600" b="1">
                <a:solidFill>
                  <a:srgbClr val="355FAC"/>
                </a:solidFill>
                <a:latin typeface="SVN-Avo"/>
              </a:defRPr>
            </a:pPr>
            <a:r>
              <a:t>CƠ CHẾ ĐỒNG BỘ MÃ KHÁCH HÀNG THÔNG MINH</a:t>
            </a:r>
          </a:p>
          <a:p>
            <a:pPr>
              <a:spcAft>
                <a:spcPts val="400"/>
              </a:spcAft>
              <a:defRPr sz="1400" b="1">
                <a:solidFill>
                  <a:srgbClr val="10B75A"/>
                </a:solidFill>
                <a:latin typeface="SVN-Avo"/>
              </a:defRPr>
            </a:pPr>
            <a:r>
              <a:t>Cấp mã tạm thời để bán hàng ngay:</a:t>
            </a:r>
          </a:p>
          <a:p>
            <a:pPr>
              <a:spcAft>
                <a:spcPts val="1400"/>
              </a:spcAft>
              <a:defRPr sz="1200" b="0">
                <a:solidFill>
                  <a:srgbClr val="243858"/>
                </a:solidFill>
                <a:latin typeface="SVN-Avo"/>
              </a:defRPr>
            </a:pPr>
            <a:r>
              <a:t>Hệ thống cấp ngay mã tạm thời trong máy, nhân viên có thể lên đơn bán hàng và làm khảo sát cho tiệm mới ngay lập tức mà không cần chờ duyệt.</a:t>
            </a:r>
          </a:p>
          <a:p>
            <a:pPr>
              <a:spcAft>
                <a:spcPts val="400"/>
              </a:spcAft>
              <a:defRPr sz="1400" b="1">
                <a:solidFill>
                  <a:srgbClr val="10B75A"/>
                </a:solidFill>
                <a:latin typeface="SVN-Avo"/>
              </a:defRPr>
            </a:pPr>
            <a:r>
              <a:t>Tự động nâng cấp mã chính thức khi có mạng:</a:t>
            </a:r>
          </a:p>
          <a:p>
            <a:pPr>
              <a:spcAft>
                <a:spcPts val="1400"/>
              </a:spcAft>
              <a:defRPr sz="1200" b="0">
                <a:solidFill>
                  <a:srgbClr val="243858"/>
                </a:solidFill>
                <a:latin typeface="SVN-Avo"/>
              </a:defRPr>
            </a:pPr>
            <a:r>
              <a:t>Vừa có kết nối mạng, máy chủ tự động cấp mã khách hàng chính thức và đồng bộ toàn bộ đơn hàng đi kèm.</a:t>
            </a:r>
          </a:p>
          <a:p>
            <a:pPr>
              <a:spcAft>
                <a:spcPts val="400"/>
              </a:spcAft>
              <a:defRPr sz="1400" b="1">
                <a:solidFill>
                  <a:srgbClr val="355FAC"/>
                </a:solidFill>
                <a:latin typeface="SVN-Avo"/>
              </a:defRPr>
            </a:pPr>
            <a:r>
              <a:t>Tốc độ phát triển thị trường vượt trội:</a:t>
            </a:r>
          </a:p>
          <a:p>
            <a:pPr>
              <a:spcAft>
                <a:spcPts val="500"/>
              </a:spcAft>
              <a:defRPr sz="1200" b="0">
                <a:solidFill>
                  <a:srgbClr val="243858"/>
                </a:solidFill>
                <a:latin typeface="SVN-Avo"/>
              </a:defRPr>
            </a:pPr>
            <a:r>
              <a:t>Rút ngắn thời gian từ lúc phát hiện điểm bán mới đến lúc giao đơn hàng đầu tiên từ vài ngày xuống còn vài phút.</a:t>
            </a:r>
          </a:p>
        </p:txBody>
      </p:sp>
      <p:sp>
        <p:nvSpPr>
          <p:cNvPr id="11" name="Rounded Rectangle 10"/>
          <p:cNvSpPr/>
          <p:nvPr/>
        </p:nvSpPr>
        <p:spPr>
          <a:xfrm>
            <a:off x="457200" y="5779008"/>
            <a:ext cx="11274552" cy="502920"/>
          </a:xfrm>
          <a:prstGeom prst="roundRect">
            <a:avLst/>
          </a:prstGeom>
          <a:solidFill>
            <a:srgbClr val="EAFAEA"/>
          </a:solidFill>
          <a:ln w="12700">
            <a:solidFill>
              <a:srgbClr val="10B7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200" b="1">
                <a:solidFill>
                  <a:srgbClr val="10B75A"/>
                </a:solidFill>
                <a:latin typeface="SVN-Avo"/>
              </a:defRPr>
            </a:pPr>
            <a:r>
              <a:t>💡 GIÁ TRỊ DOANH NGHIỆP: Không bỏ lỡ bất kỳ cơ hội mở rộng thị trường nào, dù điểm bán nằm ở vùng sâu khuất sóng nhất.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Content Placeholder 2"/>
          <p:cNvSpPr>
            <a:spLocks noGrp="1"/>
          </p:cNvSpPr>
          <p:nvPr>
            <p:ph idx="2" sz="half"/>
          </p:nvPr>
        </p:nvSpPr>
        <p:spPr/>
        <p:txBody>
          <a:bodyPr/>
          <a:lstStyle/>
          <a:p/>
        </p:txBody>
      </p:sp>
      <p:sp>
        <p:nvSpPr>
          <p:cNvPr id="4" name="Title 3"/>
          <p:cNvSpPr>
            <a:spLocks noGrp="1"/>
          </p:cNvSpPr>
          <p:nvPr>
            <p:ph type="title"/>
          </p:nvPr>
        </p:nvSpPr>
        <p:spPr/>
        <p:txBody>
          <a:bodyPr/>
          <a:lstStyle/>
          <a:p>
            <a:pPr>
              <a:defRPr sz="2200" b="1">
                <a:solidFill>
                  <a:srgbClr val="355FAC"/>
                </a:solidFill>
                <a:latin typeface="SVN-Avo"/>
              </a:defRPr>
            </a:pPr>
            <a:r>
              <a:t>CÔNG NGHỆ XỬ LÝ ẢNH SIÊU NHẸ: KHÔNG LO MẤT ẢNH, TIẾT KIỆM 4G</a:t>
            </a:r>
          </a:p>
        </p:txBody>
      </p:sp>
      <p:sp>
        <p:nvSpPr>
          <p:cNvPr id="5" name="Text Placeholder 4"/>
          <p:cNvSpPr>
            <a:spLocks noGrp="1"/>
          </p:cNvSpPr>
          <p:nvPr>
            <p:ph type="body" idx="3" sz="quarter"/>
          </p:nvPr>
        </p:nvSpPr>
        <p:spPr/>
        <p:txBody>
          <a:bodyPr/>
          <a:lstStyle/>
          <a:p/>
        </p:txBody>
      </p:sp>
      <p:sp>
        <p:nvSpPr>
          <p:cNvPr id="6" name="Content Placeholder 5"/>
          <p:cNvSpPr>
            <a:spLocks noGrp="1"/>
          </p:cNvSpPr>
          <p:nvPr>
            <p:ph idx="4" sz="quarter"/>
          </p:nvPr>
        </p:nvSpPr>
        <p:spPr/>
        <p:txBody>
          <a:bodyPr/>
          <a:lstStyle/>
          <a:p/>
        </p:txBody>
      </p:sp>
      <p:sp>
        <p:nvSpPr>
          <p:cNvPr id="7" name="Rounded Rectangle 6"/>
          <p:cNvSpPr/>
          <p:nvPr/>
        </p:nvSpPr>
        <p:spPr>
          <a:xfrm>
            <a:off x="457200" y="1051560"/>
            <a:ext cx="5440680" cy="4572000"/>
          </a:xfrm>
          <a:prstGeom prst="roundRect">
            <a:avLst/>
          </a:prstGeom>
          <a:solidFill>
            <a:srgbClr val="F8FAFC"/>
          </a:solidFill>
          <a:ln w="12700">
            <a:solidFill>
              <a:srgbClr val="DF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188720"/>
            <a:ext cx="5074920" cy="4297680"/>
          </a:xfrm>
          <a:prstGeom prst="rect">
            <a:avLst/>
          </a:prstGeom>
          <a:noFill/>
        </p:spPr>
        <p:txBody>
          <a:bodyPr wrap="none">
            <a:spAutoFit/>
          </a:bodyPr>
          <a:lstStyle/>
          <a:p>
            <a:pPr>
              <a:spcAft>
                <a:spcPts val="1200"/>
              </a:spcAft>
              <a:defRPr sz="1600" b="1">
                <a:solidFill>
                  <a:srgbClr val="355FAC"/>
                </a:solidFill>
                <a:latin typeface="SVN-Avo"/>
              </a:defRPr>
            </a:pPr>
            <a:r>
              <a:t>BẢO TOÀN ẢNH CỤC BỘ TRONG VÙNG AN TOÀN</a:t>
            </a:r>
          </a:p>
          <a:p>
            <a:pPr>
              <a:spcAft>
                <a:spcPts val="400"/>
              </a:spcAft>
              <a:defRPr sz="1400" b="1">
                <a:solidFill>
                  <a:srgbClr val="10B75A"/>
                </a:solidFill>
                <a:latin typeface="SVN-Avo"/>
              </a:defRPr>
            </a:pPr>
            <a:r>
              <a:t>Khắc phục triệt để lỗi mất ảnh thư mục tạm:</a:t>
            </a:r>
          </a:p>
          <a:p>
            <a:pPr>
              <a:spcAft>
                <a:spcPts val="1400"/>
              </a:spcAft>
              <a:defRPr sz="1200" b="0">
                <a:solidFill>
                  <a:srgbClr val="243858"/>
                </a:solidFill>
                <a:latin typeface="SVN-Avo"/>
              </a:defRPr>
            </a:pPr>
            <a:r>
              <a:t>Nhiều ứng dụng lưu ảnh vào thư mục tạm của hệ điều hành, khi máy đầy bộ nhớ tự xoá làm mất ảnh báo cáo. DMS VTHM sao lưu ảnh vào vùng nhớ an toàn riêng của ứng dụng.</a:t>
            </a:r>
          </a:p>
          <a:p>
            <a:pPr>
              <a:spcAft>
                <a:spcPts val="400"/>
              </a:spcAft>
              <a:defRPr sz="1400" b="1">
                <a:solidFill>
                  <a:srgbClr val="10B75A"/>
                </a:solidFill>
                <a:latin typeface="SVN-Avo"/>
              </a:defRPr>
            </a:pPr>
            <a:r>
              <a:t>An toàn tuyệt đối kể cả tắt app:</a:t>
            </a:r>
          </a:p>
          <a:p>
            <a:pPr>
              <a:spcAft>
                <a:spcPts val="1400"/>
              </a:spcAft>
              <a:defRPr sz="1200" b="0">
                <a:solidFill>
                  <a:srgbClr val="243858"/>
                </a:solidFill>
                <a:latin typeface="SVN-Avo"/>
              </a:defRPr>
            </a:pPr>
            <a:r>
              <a:t>Dù nhân viên đóng app hoặc máy hết pin, ảnh vẫn nằm nguyên vẹn chờ đồng bộ.</a:t>
            </a:r>
          </a:p>
          <a:p>
            <a:pPr>
              <a:spcAft>
                <a:spcPts val="400"/>
              </a:spcAft>
              <a:defRPr sz="1400" b="1">
                <a:solidFill>
                  <a:srgbClr val="355FAC"/>
                </a:solidFill>
                <a:latin typeface="SVN-Avo"/>
              </a:defRPr>
            </a:pPr>
            <a:r>
              <a:t>Tự động dọn dẹp thông minh:</a:t>
            </a:r>
          </a:p>
          <a:p>
            <a:pPr>
              <a:spcAft>
                <a:spcPts val="500"/>
              </a:spcAft>
              <a:defRPr sz="1200" b="0">
                <a:solidFill>
                  <a:srgbClr val="243858"/>
                </a:solidFill>
                <a:latin typeface="SVN-Avo"/>
              </a:defRPr>
            </a:pPr>
            <a:r>
              <a:t>Khi ảnh đã gửi thành công lên máy chủ, ứng dụng tự động xoá bản lưu tạm trên máy để giải phóng dung lượng, không làm đầy điện thoại.</a:t>
            </a:r>
          </a:p>
        </p:txBody>
      </p:sp>
      <p:sp>
        <p:nvSpPr>
          <p:cNvPr id="9" name="Rounded Rectangle 8"/>
          <p:cNvSpPr/>
          <p:nvPr/>
        </p:nvSpPr>
        <p:spPr>
          <a:xfrm>
            <a:off x="6263640" y="1051560"/>
            <a:ext cx="5440680" cy="4572000"/>
          </a:xfrm>
          <a:prstGeom prst="roundRect">
            <a:avLst/>
          </a:prstGeom>
          <a:solidFill>
            <a:srgbClr val="F8FAFC"/>
          </a:solidFill>
          <a:ln w="12700">
            <a:solidFill>
              <a:srgbClr val="DF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188720"/>
            <a:ext cx="5074920" cy="4297680"/>
          </a:xfrm>
          <a:prstGeom prst="rect">
            <a:avLst/>
          </a:prstGeom>
          <a:noFill/>
        </p:spPr>
        <p:txBody>
          <a:bodyPr wrap="none">
            <a:spAutoFit/>
          </a:bodyPr>
          <a:lstStyle/>
          <a:p>
            <a:pPr>
              <a:spcAft>
                <a:spcPts val="1200"/>
              </a:spcAft>
              <a:defRPr sz="1600" b="1">
                <a:solidFill>
                  <a:srgbClr val="355FAC"/>
                </a:solidFill>
                <a:latin typeface="SVN-Avo"/>
              </a:defRPr>
            </a:pPr>
            <a:r>
              <a:t>THUẬT TOÁN NÉN ẢNH ĐỘT PHÁ (77 KB / ẢNH)</a:t>
            </a:r>
          </a:p>
          <a:p>
            <a:pPr>
              <a:spcAft>
                <a:spcPts val="400"/>
              </a:spcAft>
              <a:defRPr sz="1400" b="1">
                <a:solidFill>
                  <a:srgbClr val="10B75A"/>
                </a:solidFill>
                <a:latin typeface="SVN-Avo"/>
              </a:defRPr>
            </a:pPr>
            <a:r>
              <a:t>Nén từ 5 MB xuống còn ~77 KB:</a:t>
            </a:r>
          </a:p>
          <a:p>
            <a:pPr>
              <a:spcAft>
                <a:spcPts val="1400"/>
              </a:spcAft>
              <a:defRPr sz="1200" b="0">
                <a:solidFill>
                  <a:srgbClr val="243858"/>
                </a:solidFill>
                <a:latin typeface="SVN-Avo"/>
              </a:defRPr>
            </a:pPr>
            <a:r>
              <a:t>Dung lượng ảnh giảm hơn 60 lần nhưng chữ trên biển hiệu và sản phẩm trên quầy kệ vẫn sắc nét từng chi tiết.</a:t>
            </a:r>
          </a:p>
          <a:p>
            <a:pPr>
              <a:spcAft>
                <a:spcPts val="400"/>
              </a:spcAft>
              <a:defRPr sz="1400" b="1">
                <a:solidFill>
                  <a:srgbClr val="10B75A"/>
                </a:solidFill>
                <a:latin typeface="SVN-Avo"/>
              </a:defRPr>
            </a:pPr>
            <a:r>
              <a:t>Gửi siêu tốc ngay cả khi mạng 3G yếu:</a:t>
            </a:r>
          </a:p>
          <a:p>
            <a:pPr>
              <a:spcAft>
                <a:spcPts val="1400"/>
              </a:spcAft>
              <a:defRPr sz="1200" b="0">
                <a:solidFill>
                  <a:srgbClr val="243858"/>
                </a:solidFill>
                <a:latin typeface="SVN-Avo"/>
              </a:defRPr>
            </a:pPr>
            <a:r>
              <a:t>Ảnh chỉ 77 KB bay về máy chủ chỉ trong 0.2 giây, không bị nghẽn mạng hay xoay vòng tải lâu.</a:t>
            </a:r>
          </a:p>
          <a:p>
            <a:pPr>
              <a:spcAft>
                <a:spcPts val="400"/>
              </a:spcAft>
              <a:defRPr sz="1400" b="1">
                <a:solidFill>
                  <a:srgbClr val="355FAC"/>
                </a:solidFill>
                <a:latin typeface="SVN-Avo"/>
              </a:defRPr>
            </a:pPr>
            <a:r>
              <a:t>Tiết kiệm 95% chi phí gói cước 4G:</a:t>
            </a:r>
          </a:p>
          <a:p>
            <a:pPr>
              <a:spcAft>
                <a:spcPts val="500"/>
              </a:spcAft>
              <a:defRPr sz="1200" b="0">
                <a:solidFill>
                  <a:srgbClr val="243858"/>
                </a:solidFill>
                <a:latin typeface="SVN-Avo"/>
              </a:defRPr>
            </a:pPr>
            <a:r>
              <a:t>Nhân viên chụp cả trăm bức ảnh mỗi ngày mà chỉ tốn vài chục MB dữ liệu mạng, không lo tốn tiền 4G của anh em.</a:t>
            </a:r>
          </a:p>
        </p:txBody>
      </p:sp>
      <p:sp>
        <p:nvSpPr>
          <p:cNvPr id="11" name="Rounded Rectangle 10"/>
          <p:cNvSpPr/>
          <p:nvPr/>
        </p:nvSpPr>
        <p:spPr>
          <a:xfrm>
            <a:off x="457200" y="5779008"/>
            <a:ext cx="11274552" cy="502920"/>
          </a:xfrm>
          <a:prstGeom prst="roundRect">
            <a:avLst/>
          </a:prstGeom>
          <a:solidFill>
            <a:srgbClr val="EAFAEA"/>
          </a:solidFill>
          <a:ln w="12700">
            <a:solidFill>
              <a:srgbClr val="10B7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200" b="1">
                <a:solidFill>
                  <a:srgbClr val="10B75A"/>
                </a:solidFill>
                <a:latin typeface="SVN-Avo"/>
              </a:defRPr>
            </a:pPr>
            <a:r>
              <a:t>💡 GIÁ TRỊ DOANH NGHIỆP: Ảnh vừa sắc nét làm bằng chứng, vừa siêu nhẹ giúp truyền tải tức thì và không làm nặng máy nhân viên.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658368" y="1645920"/>
            <a:ext cx="1828800" cy="731520"/>
          </a:xfrm>
          <a:prstGeom prst="rect">
            <a:avLst/>
          </a:prstGeom>
          <a:noFill/>
        </p:spPr>
        <p:txBody>
          <a:bodyPr wrap="none">
            <a:spAutoFit/>
          </a:bodyPr>
          <a:lstStyle/>
          <a:p>
            <a:pPr>
              <a:defRPr sz="4400" b="1">
                <a:solidFill>
                  <a:srgbClr val="10B75A"/>
                </a:solidFill>
                <a:latin typeface="SVN-Avo"/>
              </a:defRPr>
            </a:pPr>
            <a:r>
              <a:t>08</a:t>
            </a:r>
          </a:p>
        </p:txBody>
      </p:sp>
      <p:sp>
        <p:nvSpPr>
          <p:cNvPr id="5" name="Rectangle 4"/>
          <p:cNvSpPr/>
          <p:nvPr/>
        </p:nvSpPr>
        <p:spPr>
          <a:xfrm>
            <a:off x="676656" y="2468880"/>
            <a:ext cx="1371600" cy="36576"/>
          </a:xfrm>
          <a:prstGeom prst="rect">
            <a:avLst/>
          </a:prstGeom>
          <a:solidFill>
            <a:srgbClr val="355F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743200"/>
            <a:ext cx="9144000" cy="1645920"/>
          </a:xfrm>
          <a:prstGeom prst="rect">
            <a:avLst/>
          </a:prstGeom>
          <a:noFill/>
        </p:spPr>
        <p:txBody>
          <a:bodyPr wrap="square">
            <a:spAutoFit/>
          </a:bodyPr>
          <a:lstStyle/>
          <a:p>
            <a:pPr>
              <a:defRPr sz="3000" b="1">
                <a:solidFill>
                  <a:srgbClr val="355FAC"/>
                </a:solidFill>
                <a:latin typeface="SVN-Avo"/>
              </a:defRPr>
            </a:pPr>
            <a:r>
              <a:t>KHẢO SÁT THỊ TRƯỜNG, ĐO QUÃNG ĐƯỜNG &amp; BÁO CÁO</a:t>
            </a:r>
          </a:p>
          <a:p>
            <a:pPr>
              <a:spcBef>
                <a:spcPts val="800"/>
              </a:spcBef>
              <a:defRPr sz="1600" b="0">
                <a:solidFill>
                  <a:srgbClr val="64748B"/>
                </a:solidFill>
                <a:latin typeface="SVN-Avo"/>
              </a:defRPr>
            </a:pPr>
            <a:r>
              <a:t>Biểu mẫu linh hoạt, khai báo sự cố và tự động đo quãng đường chống thất thoát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Content Placeholder 2"/>
          <p:cNvSpPr>
            <a:spLocks noGrp="1"/>
          </p:cNvSpPr>
          <p:nvPr>
            <p:ph idx="2" sz="half"/>
          </p:nvPr>
        </p:nvSpPr>
        <p:spPr/>
        <p:txBody>
          <a:bodyPr/>
          <a:lstStyle/>
          <a:p/>
        </p:txBody>
      </p:sp>
      <p:sp>
        <p:nvSpPr>
          <p:cNvPr id="4" name="Title 3"/>
          <p:cNvSpPr>
            <a:spLocks noGrp="1"/>
          </p:cNvSpPr>
          <p:nvPr>
            <p:ph type="title"/>
          </p:nvPr>
        </p:nvSpPr>
        <p:spPr/>
        <p:txBody>
          <a:bodyPr/>
          <a:lstStyle/>
          <a:p>
            <a:pPr>
              <a:defRPr sz="2200" b="1">
                <a:solidFill>
                  <a:srgbClr val="355FAC"/>
                </a:solidFill>
                <a:latin typeface="SVN-Avo"/>
              </a:defRPr>
            </a:pPr>
            <a:r>
              <a:t>BIỂU MẪU KHẢO SÁT THỊ TRƯỜNG LINH HOẠT</a:t>
            </a:r>
          </a:p>
        </p:txBody>
      </p:sp>
      <p:sp>
        <p:nvSpPr>
          <p:cNvPr id="5" name="Text Placeholder 4"/>
          <p:cNvSpPr>
            <a:spLocks noGrp="1"/>
          </p:cNvSpPr>
          <p:nvPr>
            <p:ph type="body" idx="3" sz="quarter"/>
          </p:nvPr>
        </p:nvSpPr>
        <p:spPr/>
        <p:txBody>
          <a:bodyPr/>
          <a:lstStyle/>
          <a:p/>
        </p:txBody>
      </p:sp>
      <p:sp>
        <p:nvSpPr>
          <p:cNvPr id="6" name="Content Placeholder 5"/>
          <p:cNvSpPr>
            <a:spLocks noGrp="1"/>
          </p:cNvSpPr>
          <p:nvPr>
            <p:ph idx="4" sz="quarter"/>
          </p:nvPr>
        </p:nvSpPr>
        <p:spPr/>
        <p:txBody>
          <a:bodyPr/>
          <a:lstStyle/>
          <a:p/>
        </p:txBody>
      </p:sp>
      <p:sp>
        <p:nvSpPr>
          <p:cNvPr id="7" name="Rounded Rectangle 6"/>
          <p:cNvSpPr/>
          <p:nvPr/>
        </p:nvSpPr>
        <p:spPr>
          <a:xfrm>
            <a:off x="457200" y="1051560"/>
            <a:ext cx="5440680" cy="4572000"/>
          </a:xfrm>
          <a:prstGeom prst="roundRect">
            <a:avLst/>
          </a:prstGeom>
          <a:solidFill>
            <a:srgbClr val="F8FAFC"/>
          </a:solidFill>
          <a:ln w="12700">
            <a:solidFill>
              <a:srgbClr val="DF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188720"/>
            <a:ext cx="5074920" cy="4297680"/>
          </a:xfrm>
          <a:prstGeom prst="rect">
            <a:avLst/>
          </a:prstGeom>
          <a:noFill/>
        </p:spPr>
        <p:txBody>
          <a:bodyPr wrap="none">
            <a:spAutoFit/>
          </a:bodyPr>
          <a:lstStyle/>
          <a:p>
            <a:pPr>
              <a:spcAft>
                <a:spcPts val="1200"/>
              </a:spcAft>
              <a:defRPr sz="1600" b="1">
                <a:solidFill>
                  <a:srgbClr val="355FAC"/>
                </a:solidFill>
                <a:latin typeface="SVN-Avo"/>
              </a:defRPr>
            </a:pPr>
            <a:r>
              <a:t>TRIỂN KHAI KHẢO SÁT MỚI TỨC THÌ</a:t>
            </a:r>
          </a:p>
          <a:p>
            <a:pPr>
              <a:spcAft>
                <a:spcPts val="400"/>
              </a:spcAft>
              <a:defRPr sz="1400" b="1">
                <a:solidFill>
                  <a:srgbClr val="10B75A"/>
                </a:solidFill>
                <a:latin typeface="SVN-Avo"/>
              </a:defRPr>
            </a:pPr>
            <a:r>
              <a:t>Không cần cài đặt cập nhật ứng dụng:</a:t>
            </a:r>
          </a:p>
          <a:p>
            <a:pPr>
              <a:spcAft>
                <a:spcPts val="1400"/>
              </a:spcAft>
              <a:defRPr sz="1200" b="0">
                <a:solidFill>
                  <a:srgbClr val="243858"/>
                </a:solidFill>
                <a:latin typeface="SVN-Avo"/>
              </a:defRPr>
            </a:pPr>
            <a:r>
              <a:t>Phòng Marketing tạo biểu mẫu khảo sát mới trên trang web quản trị, 1 giây sau toàn bộ điện thoại nhân viên ngoài thị trường nhận được mẫu mới ngay.</a:t>
            </a:r>
          </a:p>
          <a:p>
            <a:pPr>
              <a:spcAft>
                <a:spcPts val="400"/>
              </a:spcAft>
              <a:defRPr sz="1400" b="1">
                <a:solidFill>
                  <a:srgbClr val="355FAC"/>
                </a:solidFill>
                <a:latin typeface="SVN-Avo"/>
              </a:defRPr>
            </a:pPr>
            <a:r>
              <a:t>Đa dạng các loại câu hỏi:</a:t>
            </a:r>
          </a:p>
          <a:p>
            <a:pPr>
              <a:spcAft>
                <a:spcPts val="1400"/>
              </a:spcAft>
              <a:defRPr sz="1200" b="0">
                <a:solidFill>
                  <a:srgbClr val="243858"/>
                </a:solidFill>
                <a:latin typeface="SVN-Avo"/>
              </a:defRPr>
            </a:pPr>
            <a:r>
              <a:t>• Chọn 1 đáp án (Có/Không, Có nhập hàng đối thủ hay không).</a:t>
            </a:r>
            <a:br/>
            <a:r>
              <a:t>• Chọn nhiều đáp án (Các nhãn hiệu đang bán chạy).</a:t>
            </a:r>
            <a:br/>
            <a:r>
              <a:t>• Nhập số lượng, nhập giá tiền, chụp ảnh thực tế.</a:t>
            </a:r>
            <a:br/>
            <a:r>
              <a:t>• Đánh giá sao (1 - 5 sao độ hài lòng của chủ tiệm).</a:t>
            </a:r>
          </a:p>
          <a:p>
            <a:pPr>
              <a:spcAft>
                <a:spcPts val="400"/>
              </a:spcAft>
              <a:defRPr sz="1400" b="1">
                <a:solidFill>
                  <a:srgbClr val="10B75A"/>
                </a:solidFill>
                <a:latin typeface="SVN-Avo"/>
              </a:defRPr>
            </a:pPr>
            <a:r>
              <a:t>Kiểm tra ràng buộc dữ liệu chặt chẽ:</a:t>
            </a:r>
          </a:p>
          <a:p>
            <a:pPr>
              <a:spcAft>
                <a:spcPts val="500"/>
              </a:spcAft>
              <a:defRPr sz="1200" b="0">
                <a:solidFill>
                  <a:srgbClr val="243858"/>
                </a:solidFill>
                <a:latin typeface="SVN-Avo"/>
              </a:defRPr>
            </a:pPr>
            <a:r>
              <a:t>Câu hỏi bắt buộc không được bỏ trống, chống tình trạng nhân viên bấm gửi vội vàng bỏ sót thông tin.</a:t>
            </a:r>
          </a:p>
        </p:txBody>
      </p:sp>
      <p:sp>
        <p:nvSpPr>
          <p:cNvPr id="9" name="Rounded Rectangle 8"/>
          <p:cNvSpPr/>
          <p:nvPr/>
        </p:nvSpPr>
        <p:spPr>
          <a:xfrm>
            <a:off x="6263640" y="1051560"/>
            <a:ext cx="5440680" cy="4572000"/>
          </a:xfrm>
          <a:prstGeom prst="roundRect">
            <a:avLst/>
          </a:prstGeom>
          <a:solidFill>
            <a:srgbClr val="F8FAFC"/>
          </a:solidFill>
          <a:ln w="12700">
            <a:solidFill>
              <a:srgbClr val="DF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188720"/>
            <a:ext cx="5074920" cy="4297680"/>
          </a:xfrm>
          <a:prstGeom prst="rect">
            <a:avLst/>
          </a:prstGeom>
          <a:noFill/>
        </p:spPr>
        <p:txBody>
          <a:bodyPr wrap="none">
            <a:spAutoFit/>
          </a:bodyPr>
          <a:lstStyle/>
          <a:p>
            <a:pPr>
              <a:spcAft>
                <a:spcPts val="1200"/>
              </a:spcAft>
              <a:defRPr sz="1600" b="1">
                <a:solidFill>
                  <a:srgbClr val="355FAC"/>
                </a:solidFill>
                <a:latin typeface="SVN-Avo"/>
              </a:defRPr>
            </a:pPr>
            <a:r>
              <a:t>ỨNG DỤNG THỰC TẾ TRONG KINH DOANH</a:t>
            </a:r>
          </a:p>
          <a:p>
            <a:pPr>
              <a:spcAft>
                <a:spcPts val="200"/>
              </a:spcAft>
              <a:defRPr sz="1300" b="1">
                <a:solidFill>
                  <a:srgbClr val="355FAC"/>
                </a:solidFill>
                <a:latin typeface="SVN-Avo"/>
              </a:defRPr>
            </a:pPr>
            <a:r>
              <a:t>1. Chiến dịch khảo sát sản phẩm mới ra mắt:</a:t>
            </a:r>
          </a:p>
          <a:p>
            <a:pPr>
              <a:spcAft>
                <a:spcPts val="1000"/>
              </a:spcAft>
              <a:defRPr sz="1200" b="0">
                <a:solidFill>
                  <a:srgbClr val="243858"/>
                </a:solidFill>
                <a:latin typeface="SVN-Avo"/>
              </a:defRPr>
            </a:pPr>
            <a:r>
              <a:t>Đo lường mức độ đón nhận của thị trường trong tuần đầu tiên ra mắt mặt hàng mới.</a:t>
            </a:r>
          </a:p>
          <a:p>
            <a:pPr>
              <a:spcAft>
                <a:spcPts val="200"/>
              </a:spcAft>
              <a:defRPr sz="1300" b="1">
                <a:solidFill>
                  <a:srgbClr val="EE4B4B"/>
                </a:solidFill>
                <a:latin typeface="SVN-Avo"/>
              </a:defRPr>
            </a:pPr>
            <a:r>
              <a:t>2. Khảo sát chính sách giá của đối thủ:</a:t>
            </a:r>
          </a:p>
          <a:p>
            <a:pPr>
              <a:spcAft>
                <a:spcPts val="1000"/>
              </a:spcAft>
              <a:defRPr sz="1200" b="0">
                <a:solidFill>
                  <a:srgbClr val="243858"/>
                </a:solidFill>
                <a:latin typeface="SVN-Avo"/>
              </a:defRPr>
            </a:pPr>
            <a:r>
              <a:t>Nắm bắt nhanh các đợt tăng/giảm giá của đối thủ cạnh tranh trên từng tỉnh thành.</a:t>
            </a:r>
          </a:p>
          <a:p>
            <a:pPr>
              <a:spcAft>
                <a:spcPts val="200"/>
              </a:spcAft>
              <a:defRPr sz="1300" b="1">
                <a:solidFill>
                  <a:srgbClr val="F59E0B"/>
                </a:solidFill>
                <a:latin typeface="SVN-Avo"/>
              </a:defRPr>
            </a:pPr>
            <a:r>
              <a:t>3. Đánh giá chất lượng dịch vụ giao hàng:</a:t>
            </a:r>
          </a:p>
          <a:p>
            <a:pPr>
              <a:spcAft>
                <a:spcPts val="1000"/>
              </a:spcAft>
              <a:defRPr sz="1200" b="0">
                <a:solidFill>
                  <a:srgbClr val="243858"/>
                </a:solidFill>
                <a:latin typeface="SVN-Avo"/>
              </a:defRPr>
            </a:pPr>
            <a:r>
              <a:t>Lắng nghe phản hồi của đại lý về đội ngũ xe giao hàng và tiến độ giao đơn.</a:t>
            </a:r>
          </a:p>
          <a:p>
            <a:pPr>
              <a:spcAft>
                <a:spcPts val="200"/>
              </a:spcAft>
              <a:defRPr sz="1300" b="1">
                <a:solidFill>
                  <a:srgbClr val="10B75A"/>
                </a:solidFill>
                <a:latin typeface="SVN-Avo"/>
              </a:defRPr>
            </a:pPr>
            <a:r>
              <a:t>4. Đăng ký chương trình khuyến mãi tháng:</a:t>
            </a:r>
          </a:p>
          <a:p>
            <a:pPr>
              <a:spcAft>
                <a:spcPts val="500"/>
              </a:spcAft>
              <a:defRPr sz="1200" b="0">
                <a:solidFill>
                  <a:srgbClr val="243858"/>
                </a:solidFill>
                <a:latin typeface="SVN-Avo"/>
              </a:defRPr>
            </a:pPr>
            <a:r>
              <a:t>Lập danh sách đại lý cam kết doanh số để nhận gói quà tặng đặc biệt.</a:t>
            </a:r>
          </a:p>
        </p:txBody>
      </p:sp>
      <p:sp>
        <p:nvSpPr>
          <p:cNvPr id="11" name="Rounded Rectangle 10"/>
          <p:cNvSpPr/>
          <p:nvPr/>
        </p:nvSpPr>
        <p:spPr>
          <a:xfrm>
            <a:off x="457200" y="5779008"/>
            <a:ext cx="11274552" cy="502920"/>
          </a:xfrm>
          <a:prstGeom prst="roundRect">
            <a:avLst/>
          </a:prstGeom>
          <a:solidFill>
            <a:srgbClr val="EAFAEA"/>
          </a:solidFill>
          <a:ln w="12700">
            <a:solidFill>
              <a:srgbClr val="10B7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200" b="1">
                <a:solidFill>
                  <a:srgbClr val="10B75A"/>
                </a:solidFill>
                <a:latin typeface="SVN-Avo"/>
              </a:defRPr>
            </a:pPr>
            <a:r>
              <a:t>💡 GIÁ TRỊ DOANH NGHIỆP: Triển khai chiến dịch khảo sát thị trường đến hàng trăm nhân viên trong vài phút mà không cần họp hành.</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Content Placeholder 2"/>
          <p:cNvSpPr>
            <a:spLocks noGrp="1"/>
          </p:cNvSpPr>
          <p:nvPr>
            <p:ph idx="2" sz="half"/>
          </p:nvPr>
        </p:nvSpPr>
        <p:spPr/>
        <p:txBody>
          <a:bodyPr/>
          <a:lstStyle/>
          <a:p/>
        </p:txBody>
      </p:sp>
      <p:sp>
        <p:nvSpPr>
          <p:cNvPr id="4" name="Title 3"/>
          <p:cNvSpPr>
            <a:spLocks noGrp="1"/>
          </p:cNvSpPr>
          <p:nvPr>
            <p:ph type="title"/>
          </p:nvPr>
        </p:nvSpPr>
        <p:spPr/>
        <p:txBody>
          <a:bodyPr/>
          <a:lstStyle/>
          <a:p>
            <a:pPr>
              <a:defRPr sz="2200" b="1">
                <a:solidFill>
                  <a:srgbClr val="355FAC"/>
                </a:solidFill>
                <a:latin typeface="SVN-Avo"/>
              </a:defRPr>
            </a:pPr>
            <a:r>
              <a:t>KHAI BÁO SỰ CỐ THỰC ĐỊA: BẢO VỆ NHÂN VIÊN, MINH BẠCH VỚI SẾP</a:t>
            </a:r>
          </a:p>
        </p:txBody>
      </p:sp>
      <p:sp>
        <p:nvSpPr>
          <p:cNvPr id="5" name="Text Placeholder 4"/>
          <p:cNvSpPr>
            <a:spLocks noGrp="1"/>
          </p:cNvSpPr>
          <p:nvPr>
            <p:ph type="body" idx="3" sz="quarter"/>
          </p:nvPr>
        </p:nvSpPr>
        <p:spPr/>
        <p:txBody>
          <a:bodyPr/>
          <a:lstStyle/>
          <a:p/>
        </p:txBody>
      </p:sp>
      <p:sp>
        <p:nvSpPr>
          <p:cNvPr id="6" name="Content Placeholder 5"/>
          <p:cNvSpPr>
            <a:spLocks noGrp="1"/>
          </p:cNvSpPr>
          <p:nvPr>
            <p:ph idx="4" sz="quarter"/>
          </p:nvPr>
        </p:nvSpPr>
        <p:spPr/>
        <p:txBody>
          <a:bodyPr/>
          <a:lstStyle/>
          <a:p/>
        </p:txBody>
      </p:sp>
      <p:sp>
        <p:nvSpPr>
          <p:cNvPr id="7" name="Rounded Rectangle 6"/>
          <p:cNvSpPr/>
          <p:nvPr/>
        </p:nvSpPr>
        <p:spPr>
          <a:xfrm>
            <a:off x="457200" y="1051560"/>
            <a:ext cx="5440680" cy="4572000"/>
          </a:xfrm>
          <a:prstGeom prst="roundRect">
            <a:avLst/>
          </a:prstGeom>
          <a:solidFill>
            <a:srgbClr val="F8FAFC"/>
          </a:solidFill>
          <a:ln w="12700">
            <a:solidFill>
              <a:srgbClr val="DF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188720"/>
            <a:ext cx="5074920" cy="4297680"/>
          </a:xfrm>
          <a:prstGeom prst="rect">
            <a:avLst/>
          </a:prstGeom>
          <a:noFill/>
        </p:spPr>
        <p:txBody>
          <a:bodyPr wrap="none">
            <a:spAutoFit/>
          </a:bodyPr>
          <a:lstStyle/>
          <a:p>
            <a:pPr>
              <a:spcAft>
                <a:spcPts val="1200"/>
              </a:spcAft>
              <a:defRPr sz="1600" b="1">
                <a:solidFill>
                  <a:srgbClr val="355FAC"/>
                </a:solidFill>
                <a:latin typeface="SVN-Avo"/>
              </a:defRPr>
            </a:pPr>
            <a:r>
              <a:t>MINH BẠCH LÝ DO KHI DỪNG CHÂN NGOÀI KẾ HOẠCH</a:t>
            </a:r>
          </a:p>
          <a:p>
            <a:pPr>
              <a:spcAft>
                <a:spcPts val="400"/>
              </a:spcAft>
              <a:defRPr sz="1400" b="1">
                <a:solidFill>
                  <a:srgbClr val="243858"/>
                </a:solidFill>
                <a:latin typeface="SVN-Avo"/>
              </a:defRPr>
            </a:pPr>
            <a:r>
              <a:t>Thấu hiểu các rủi ro ngoài thực tế:</a:t>
            </a:r>
          </a:p>
          <a:p>
            <a:pPr>
              <a:spcAft>
                <a:spcPts val="1400"/>
              </a:spcAft>
              <a:defRPr sz="1200" b="0">
                <a:solidFill>
                  <a:srgbClr val="64748B"/>
                </a:solidFill>
                <a:latin typeface="SVN-Avo"/>
              </a:defRPr>
            </a:pPr>
            <a:r>
              <a:t>Đi đường không tránh khỏi sự cố: Xe hỏng giữa đường, mưa bão ngập lụt, va chạm giao thông hoặc phải dừng lại xử lý khiếu nại chất lượng hàng.</a:t>
            </a:r>
          </a:p>
          <a:p>
            <a:pPr>
              <a:spcAft>
                <a:spcPts val="400"/>
              </a:spcAft>
              <a:defRPr sz="1400" b="1">
                <a:solidFill>
                  <a:srgbClr val="10B75A"/>
                </a:solidFill>
                <a:latin typeface="SVN-Avo"/>
              </a:defRPr>
            </a:pPr>
            <a:r>
              <a:t>Chủ động khai báo sự cố trên ứng dụng:</a:t>
            </a:r>
          </a:p>
          <a:p>
            <a:pPr>
              <a:spcAft>
                <a:spcPts val="1400"/>
              </a:spcAft>
              <a:defRPr sz="1200" b="0">
                <a:solidFill>
                  <a:srgbClr val="243858"/>
                </a:solidFill>
                <a:latin typeface="SVN-Avo"/>
              </a:defRPr>
            </a:pPr>
            <a:r>
              <a:t>Nhân viên bấm nút 'Khai báo sự cố': Chọn loại sự cố, chụp ảnh hiện trường có in chìm toạ độ và nhập mô tả ngắn gọn.</a:t>
            </a:r>
          </a:p>
          <a:p>
            <a:pPr>
              <a:spcAft>
                <a:spcPts val="400"/>
              </a:spcAft>
              <a:defRPr sz="1400" b="1">
                <a:solidFill>
                  <a:srgbClr val="355FAC"/>
                </a:solidFill>
                <a:latin typeface="SVN-Avo"/>
              </a:defRPr>
            </a:pPr>
            <a:r>
              <a:t>Thông báo tức thời đến Giám sát bán hàng:</a:t>
            </a:r>
          </a:p>
          <a:p>
            <a:pPr>
              <a:spcAft>
                <a:spcPts val="500"/>
              </a:spcAft>
              <a:defRPr sz="1200" b="0">
                <a:solidFill>
                  <a:srgbClr val="243858"/>
                </a:solidFill>
                <a:latin typeface="SVN-Avo"/>
              </a:defRPr>
            </a:pPr>
            <a:r>
              <a:t>Giám sát nhận được thông báo ngay trên màn hình điều hành, biết rõ lý do nhân viên bị chậm tuyến để kịp thời hỗ trợ.</a:t>
            </a:r>
          </a:p>
        </p:txBody>
      </p:sp>
      <p:sp>
        <p:nvSpPr>
          <p:cNvPr id="9" name="Rounded Rectangle 8"/>
          <p:cNvSpPr/>
          <p:nvPr/>
        </p:nvSpPr>
        <p:spPr>
          <a:xfrm>
            <a:off x="6263640" y="1051560"/>
            <a:ext cx="5440680" cy="4572000"/>
          </a:xfrm>
          <a:prstGeom prst="roundRect">
            <a:avLst/>
          </a:prstGeom>
          <a:solidFill>
            <a:srgbClr val="F8FAFC"/>
          </a:solidFill>
          <a:ln w="12700">
            <a:solidFill>
              <a:srgbClr val="DF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188720"/>
            <a:ext cx="5074920" cy="4297680"/>
          </a:xfrm>
          <a:prstGeom prst="rect">
            <a:avLst/>
          </a:prstGeom>
          <a:noFill/>
        </p:spPr>
        <p:txBody>
          <a:bodyPr wrap="none">
            <a:spAutoFit/>
          </a:bodyPr>
          <a:lstStyle/>
          <a:p>
            <a:pPr>
              <a:spcAft>
                <a:spcPts val="1200"/>
              </a:spcAft>
              <a:defRPr sz="1600" b="1">
                <a:solidFill>
                  <a:srgbClr val="355FAC"/>
                </a:solidFill>
                <a:latin typeface="SVN-Avo"/>
              </a:defRPr>
            </a:pPr>
            <a:r>
              <a:t>LỢI ÍCH HÀI HOÀ CHO CẢ 2 BÊN</a:t>
            </a:r>
          </a:p>
          <a:p>
            <a:pPr>
              <a:spcAft>
                <a:spcPts val="400"/>
              </a:spcAft>
              <a:defRPr sz="1300" b="1">
                <a:solidFill>
                  <a:srgbClr val="10B75A"/>
                </a:solidFill>
                <a:latin typeface="SVN-Avo"/>
              </a:defRPr>
            </a:pPr>
            <a:r>
              <a:t>Bảo vệ quyền lợi chính đáng của nhân viên:</a:t>
            </a:r>
          </a:p>
          <a:p>
            <a:pPr>
              <a:spcAft>
                <a:spcPts val="1400"/>
              </a:spcAft>
              <a:defRPr sz="1200" b="0">
                <a:solidFill>
                  <a:srgbClr val="243858"/>
                </a:solidFill>
                <a:latin typeface="SVN-Avo"/>
              </a:defRPr>
            </a:pPr>
            <a:r>
              <a:t>Có bằng chứng rõ ràng chứng minh việc chậm trễ là do bất khả kháng, không bị trừ điểm chuyên cần hoặc phạt KPI oan uổng.</a:t>
            </a:r>
          </a:p>
          <a:p>
            <a:pPr>
              <a:spcAft>
                <a:spcPts val="400"/>
              </a:spcAft>
              <a:defRPr sz="1300" b="1">
                <a:solidFill>
                  <a:srgbClr val="355FAC"/>
                </a:solidFill>
                <a:latin typeface="SVN-Avo"/>
              </a:defRPr>
            </a:pPr>
            <a:r>
              <a:t>Minh bạch cho công tác quản trị:</a:t>
            </a:r>
          </a:p>
          <a:p>
            <a:pPr>
              <a:spcAft>
                <a:spcPts val="1400"/>
              </a:spcAft>
              <a:defRPr sz="1200" b="0">
                <a:solidFill>
                  <a:srgbClr val="243858"/>
                </a:solidFill>
                <a:latin typeface="SVN-Avo"/>
              </a:defRPr>
            </a:pPr>
            <a:r>
              <a:t>Loại bỏ hoàn toàn tình trạng nhân viên lấy lý do 'hỏng xe', 'mưa gió' bằng miệng để trốn việc đi cà phê.</a:t>
            </a:r>
          </a:p>
          <a:p>
            <a:pPr>
              <a:spcAft>
                <a:spcPts val="400"/>
              </a:spcAft>
              <a:defRPr sz="1300" b="1">
                <a:solidFill>
                  <a:srgbClr val="10B75A"/>
                </a:solidFill>
                <a:latin typeface="SVN-Avo"/>
              </a:defRPr>
            </a:pPr>
            <a:r>
              <a:t>Cơ sở xét duyệt hỗ trợ chi phí phát sinh:</a:t>
            </a:r>
          </a:p>
          <a:p>
            <a:pPr>
              <a:spcAft>
                <a:spcPts val="500"/>
              </a:spcAft>
              <a:defRPr sz="1200" b="0">
                <a:solidFill>
                  <a:srgbClr val="243858"/>
                </a:solidFill>
                <a:latin typeface="SVN-Avo"/>
              </a:defRPr>
            </a:pPr>
            <a:r>
              <a:t>Dữ liệu sự cố kèm ảnh chụp là căn cứ để công ty xem xét hỗ trợ chi phí sửa xe hoặc điều động nhân sự hỗ trợ tuyến.</a:t>
            </a:r>
          </a:p>
        </p:txBody>
      </p:sp>
      <p:sp>
        <p:nvSpPr>
          <p:cNvPr id="11" name="Rounded Rectangle 10"/>
          <p:cNvSpPr/>
          <p:nvPr/>
        </p:nvSpPr>
        <p:spPr>
          <a:xfrm>
            <a:off x="457200" y="5779008"/>
            <a:ext cx="11274552" cy="502920"/>
          </a:xfrm>
          <a:prstGeom prst="roundRect">
            <a:avLst/>
          </a:prstGeom>
          <a:solidFill>
            <a:srgbClr val="EAFAEA"/>
          </a:solidFill>
          <a:ln w="12700">
            <a:solidFill>
              <a:srgbClr val="10B7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200" b="1">
                <a:solidFill>
                  <a:srgbClr val="10B75A"/>
                </a:solidFill>
                <a:latin typeface="SVN-Avo"/>
              </a:defRPr>
            </a:pPr>
            <a:r>
              <a:t>💡 GIÁ TRỊ DOANH NGHIỆP: Quản trị bằng sự thấu hiểu và dữ liệu minh bạch: Nhân viên được bảo vệ, Ban Giám Đốc nắm chắc sự thật.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Content Placeholder 2"/>
          <p:cNvSpPr>
            <a:spLocks noGrp="1"/>
          </p:cNvSpPr>
          <p:nvPr>
            <p:ph idx="2" sz="half"/>
          </p:nvPr>
        </p:nvSpPr>
        <p:spPr/>
        <p:txBody>
          <a:bodyPr/>
          <a:lstStyle/>
          <a:p/>
        </p:txBody>
      </p:sp>
      <p:sp>
        <p:nvSpPr>
          <p:cNvPr id="4" name="Title 3"/>
          <p:cNvSpPr>
            <a:spLocks noGrp="1"/>
          </p:cNvSpPr>
          <p:nvPr>
            <p:ph type="title"/>
          </p:nvPr>
        </p:nvSpPr>
        <p:spPr/>
        <p:txBody>
          <a:bodyPr/>
          <a:lstStyle/>
          <a:p>
            <a:pPr>
              <a:defRPr sz="2200" b="1">
                <a:solidFill>
                  <a:srgbClr val="355FAC"/>
                </a:solidFill>
                <a:latin typeface="SVN-Avo"/>
              </a:defRPr>
            </a:pPr>
            <a:r>
              <a:t>TỰ ĐỘNG ĐO QUÃNG ĐƯỜNG: CHỐNG THẤT THOÁT CHI PHÍ XĂNG XE</a:t>
            </a:r>
          </a:p>
        </p:txBody>
      </p:sp>
      <p:sp>
        <p:nvSpPr>
          <p:cNvPr id="5" name="Text Placeholder 4"/>
          <p:cNvSpPr>
            <a:spLocks noGrp="1"/>
          </p:cNvSpPr>
          <p:nvPr>
            <p:ph type="body" idx="3" sz="quarter"/>
          </p:nvPr>
        </p:nvSpPr>
        <p:spPr/>
        <p:txBody>
          <a:bodyPr/>
          <a:lstStyle/>
          <a:p/>
        </p:txBody>
      </p:sp>
      <p:sp>
        <p:nvSpPr>
          <p:cNvPr id="6" name="Content Placeholder 5"/>
          <p:cNvSpPr>
            <a:spLocks noGrp="1"/>
          </p:cNvSpPr>
          <p:nvPr>
            <p:ph idx="4" sz="quarter"/>
          </p:nvPr>
        </p:nvSpPr>
        <p:spPr/>
        <p:txBody>
          <a:bodyPr/>
          <a:lstStyle/>
          <a:p/>
        </p:txBody>
      </p:sp>
      <p:sp>
        <p:nvSpPr>
          <p:cNvPr id="7" name="Rounded Rectangle 6"/>
          <p:cNvSpPr/>
          <p:nvPr/>
        </p:nvSpPr>
        <p:spPr>
          <a:xfrm>
            <a:off x="457200" y="1051560"/>
            <a:ext cx="5440680" cy="4572000"/>
          </a:xfrm>
          <a:prstGeom prst="roundRect">
            <a:avLst/>
          </a:prstGeom>
          <a:solidFill>
            <a:srgbClr val="F8FAFC"/>
          </a:solidFill>
          <a:ln w="12700">
            <a:solidFill>
              <a:srgbClr val="DF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188720"/>
            <a:ext cx="5074920" cy="4297680"/>
          </a:xfrm>
          <a:prstGeom prst="rect">
            <a:avLst/>
          </a:prstGeom>
          <a:noFill/>
        </p:spPr>
        <p:txBody>
          <a:bodyPr wrap="none">
            <a:spAutoFit/>
          </a:bodyPr>
          <a:lstStyle/>
          <a:p>
            <a:pPr>
              <a:spcAft>
                <a:spcPts val="1200"/>
              </a:spcAft>
              <a:defRPr sz="1600" b="1">
                <a:solidFill>
                  <a:srgbClr val="355FAC"/>
                </a:solidFill>
                <a:latin typeface="SVN-Avo"/>
              </a:defRPr>
            </a:pPr>
            <a:r>
              <a:t>CƠ CHẾ ĐO KM THEO TỌA ĐỘ THỰC TẾ</a:t>
            </a:r>
          </a:p>
          <a:p>
            <a:pPr>
              <a:spcAft>
                <a:spcPts val="400"/>
              </a:spcAft>
              <a:defRPr sz="1400" b="1">
                <a:solidFill>
                  <a:srgbClr val="10B75A"/>
                </a:solidFill>
                <a:latin typeface="SVN-Avo"/>
              </a:defRPr>
            </a:pPr>
            <a:r>
              <a:t>Tự động nối các điểm dừng chân thực tế:</a:t>
            </a:r>
          </a:p>
          <a:p>
            <a:pPr>
              <a:spcAft>
                <a:spcPts val="1400"/>
              </a:spcAft>
              <a:defRPr sz="1200" b="0">
                <a:solidFill>
                  <a:srgbClr val="243858"/>
                </a:solidFill>
                <a:latin typeface="SVN-Avo"/>
              </a:defRPr>
            </a:pPr>
            <a:r>
              <a:t>Ứng dụng tự động đo quãng đường thực tế qua các mốc: Điểm chấm công sáng ➔ Cửa hàng 1 ➔ Cửa hàng 2 ➔ ... ➔ Điểm ra ca chiều.</a:t>
            </a:r>
          </a:p>
          <a:p>
            <a:pPr>
              <a:spcAft>
                <a:spcPts val="400"/>
              </a:spcAft>
              <a:defRPr sz="1400" b="1">
                <a:solidFill>
                  <a:srgbClr val="10B75A"/>
                </a:solidFill>
                <a:latin typeface="SVN-Avo"/>
              </a:defRPr>
            </a:pPr>
            <a:r>
              <a:t>Thuật toán lọc nhiễu GPS thông minh:</a:t>
            </a:r>
          </a:p>
          <a:p>
            <a:pPr>
              <a:spcAft>
                <a:spcPts val="1400"/>
              </a:spcAft>
              <a:defRPr sz="1200" b="0">
                <a:solidFill>
                  <a:srgbClr val="243858"/>
                </a:solidFill>
                <a:latin typeface="SVN-Avo"/>
              </a:defRPr>
            </a:pPr>
            <a:r>
              <a:t>Loại bỏ các sai số 'nhảy toạ độ' khi đứng yên trong nhà, đảm bảo số km tính toán phản ánh đúng quãng đường di chuyển trên đường.</a:t>
            </a:r>
          </a:p>
          <a:p>
            <a:pPr>
              <a:spcAft>
                <a:spcPts val="400"/>
              </a:spcAft>
              <a:defRPr sz="1400" b="1">
                <a:solidFill>
                  <a:srgbClr val="355FAC"/>
                </a:solidFill>
                <a:latin typeface="SVN-Avo"/>
              </a:defRPr>
            </a:pPr>
            <a:r>
              <a:t>Chốt số km tự động lúc 23:59 mỗi đêm:</a:t>
            </a:r>
          </a:p>
          <a:p>
            <a:pPr>
              <a:spcAft>
                <a:spcPts val="500"/>
              </a:spcAft>
              <a:defRPr sz="1200" b="0">
                <a:solidFill>
                  <a:srgbClr val="243858"/>
                </a:solidFill>
                <a:latin typeface="SVN-Avo"/>
              </a:defRPr>
            </a:pPr>
            <a:r>
              <a:t>Hệ thống tự động khoá sổ km của ngày, không ai có thể can thiệp chỉnh sửa số liệu sau khi đã chốt.</a:t>
            </a:r>
          </a:p>
        </p:txBody>
      </p:sp>
      <p:sp>
        <p:nvSpPr>
          <p:cNvPr id="9" name="Rounded Rectangle 8"/>
          <p:cNvSpPr/>
          <p:nvPr/>
        </p:nvSpPr>
        <p:spPr>
          <a:xfrm>
            <a:off x="6263640" y="1051560"/>
            <a:ext cx="5440680" cy="4572000"/>
          </a:xfrm>
          <a:prstGeom prst="roundRect">
            <a:avLst/>
          </a:prstGeom>
          <a:solidFill>
            <a:srgbClr val="F8FAFC"/>
          </a:solidFill>
          <a:ln w="12700">
            <a:solidFill>
              <a:srgbClr val="DF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188720"/>
            <a:ext cx="5074920" cy="4297680"/>
          </a:xfrm>
          <a:prstGeom prst="rect">
            <a:avLst/>
          </a:prstGeom>
          <a:noFill/>
        </p:spPr>
        <p:txBody>
          <a:bodyPr wrap="none">
            <a:spAutoFit/>
          </a:bodyPr>
          <a:lstStyle/>
          <a:p>
            <a:pPr>
              <a:spcAft>
                <a:spcPts val="1200"/>
              </a:spcAft>
              <a:defRPr sz="1600" b="1">
                <a:solidFill>
                  <a:srgbClr val="355FAC"/>
                </a:solidFill>
                <a:latin typeface="SVN-Avo"/>
              </a:defRPr>
            </a:pPr>
            <a:r>
              <a:t>CHẤM DỨT TRANH CÃI – TIẾT KIỆM NGÂN SÁCH</a:t>
            </a:r>
          </a:p>
          <a:p>
            <a:pPr>
              <a:spcAft>
                <a:spcPts val="400"/>
              </a:spcAft>
              <a:defRPr sz="1400" b="1">
                <a:solidFill>
                  <a:srgbClr val="10B75A"/>
                </a:solidFill>
                <a:latin typeface="SVN-Avo"/>
              </a:defRPr>
            </a:pPr>
            <a:r>
              <a:t>Tiết kiệm 15% – 20% ngân sách xăng xe:</a:t>
            </a:r>
          </a:p>
          <a:p>
            <a:pPr>
              <a:spcAft>
                <a:spcPts val="1400"/>
              </a:spcAft>
              <a:defRPr sz="1200" b="0">
                <a:solidFill>
                  <a:srgbClr val="243858"/>
                </a:solidFill>
                <a:latin typeface="SVN-Avo"/>
              </a:defRPr>
            </a:pPr>
            <a:r>
              <a:t>Loại bỏ hoàn toàn tình trạng 'kê khống km' hoặc tính vo theo cảm tính, giúp doanh nghiệp tiết kiệm hàng trăm triệu đồng mỗi tháng.</a:t>
            </a:r>
          </a:p>
          <a:p>
            <a:pPr>
              <a:spcAft>
                <a:spcPts val="400"/>
              </a:spcAft>
              <a:defRPr sz="1400" b="1">
                <a:solidFill>
                  <a:srgbClr val="355FAC"/>
                </a:solidFill>
                <a:latin typeface="SVN-Avo"/>
              </a:defRPr>
            </a:pPr>
            <a:r>
              <a:t>Chấm dứt tranh cãi giữa Kế toán và Nhân viên:</a:t>
            </a:r>
          </a:p>
          <a:p>
            <a:pPr>
              <a:spcAft>
                <a:spcPts val="1400"/>
              </a:spcAft>
              <a:defRPr sz="1200" b="0">
                <a:solidFill>
                  <a:srgbClr val="243858"/>
                </a:solidFill>
                <a:latin typeface="SVN-Avo"/>
              </a:defRPr>
            </a:pPr>
            <a:r>
              <a:t>Số km có toạ độ và bản đồ hành trình đối chiếu rõ ràng, kế toán chỉ việc bấm xuất bảng thanh toán tự động.</a:t>
            </a:r>
          </a:p>
          <a:p>
            <a:pPr>
              <a:spcAft>
                <a:spcPts val="400"/>
              </a:spcAft>
              <a:defRPr sz="1400" b="1">
                <a:solidFill>
                  <a:srgbClr val="10B75A"/>
                </a:solidFill>
                <a:latin typeface="SVN-Avo"/>
              </a:defRPr>
            </a:pPr>
            <a:r>
              <a:t>Chi trả công bằng theo đúng công sức:</a:t>
            </a:r>
          </a:p>
          <a:p>
            <a:pPr>
              <a:spcAft>
                <a:spcPts val="500"/>
              </a:spcAft>
              <a:defRPr sz="1200" b="0">
                <a:solidFill>
                  <a:srgbClr val="243858"/>
                </a:solidFill>
                <a:latin typeface="SVN-Avo"/>
              </a:defRPr>
            </a:pPr>
            <a:r>
              <a:t>Nhân viên đi tuyến đường dài vùng đồi núi được tính đủ từng mét đường, khuyến khích tinh thần làm việc thực tế.</a:t>
            </a:r>
          </a:p>
        </p:txBody>
      </p:sp>
      <p:sp>
        <p:nvSpPr>
          <p:cNvPr id="11" name="Rounded Rectangle 10"/>
          <p:cNvSpPr/>
          <p:nvPr/>
        </p:nvSpPr>
        <p:spPr>
          <a:xfrm>
            <a:off x="457200" y="5779008"/>
            <a:ext cx="11274552" cy="502920"/>
          </a:xfrm>
          <a:prstGeom prst="roundRect">
            <a:avLst/>
          </a:prstGeom>
          <a:solidFill>
            <a:srgbClr val="EAFAEA"/>
          </a:solidFill>
          <a:ln w="12700">
            <a:solidFill>
              <a:srgbClr val="10B7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200" b="1">
                <a:solidFill>
                  <a:srgbClr val="10B75A"/>
                </a:solidFill>
                <a:latin typeface="SVN-Avo"/>
              </a:defRPr>
            </a:pPr>
            <a:r>
              <a:t>💡 GIÁ TRỊ DOANH NGHIỆP: Tự động hoá đo quãng đường di chuyển: Tiết kiệm hàng trăm triệu đồng chi phí hỗ trợ xăng xe mỗi năm cho công ty.</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Content Placeholder 2"/>
          <p:cNvSpPr>
            <a:spLocks noGrp="1"/>
          </p:cNvSpPr>
          <p:nvPr>
            <p:ph idx="2" sz="half"/>
          </p:nvPr>
        </p:nvSpPr>
        <p:spPr/>
        <p:txBody>
          <a:bodyPr/>
          <a:lstStyle/>
          <a:p/>
        </p:txBody>
      </p:sp>
      <p:sp>
        <p:nvSpPr>
          <p:cNvPr id="4" name="Title 3"/>
          <p:cNvSpPr>
            <a:spLocks noGrp="1"/>
          </p:cNvSpPr>
          <p:nvPr>
            <p:ph type="title"/>
          </p:nvPr>
        </p:nvSpPr>
        <p:spPr/>
        <p:txBody>
          <a:bodyPr/>
          <a:lstStyle/>
          <a:p>
            <a:pPr>
              <a:defRPr sz="2200" b="1">
                <a:solidFill>
                  <a:srgbClr val="355FAC"/>
                </a:solidFill>
                <a:latin typeface="SVN-Avo"/>
              </a:defRPr>
            </a:pPr>
            <a:r>
              <a:t>BÁO CÁO TIẾN ĐỘ THỜI GIAN THỰC: SẾP NẮM RÕ THỊ TRƯỜNG TỪNG PHÚT</a:t>
            </a:r>
          </a:p>
        </p:txBody>
      </p:sp>
      <p:sp>
        <p:nvSpPr>
          <p:cNvPr id="5" name="Text Placeholder 4"/>
          <p:cNvSpPr>
            <a:spLocks noGrp="1"/>
          </p:cNvSpPr>
          <p:nvPr>
            <p:ph type="body" idx="3" sz="quarter"/>
          </p:nvPr>
        </p:nvSpPr>
        <p:spPr/>
        <p:txBody>
          <a:bodyPr/>
          <a:lstStyle/>
          <a:p/>
        </p:txBody>
      </p:sp>
      <p:sp>
        <p:nvSpPr>
          <p:cNvPr id="6" name="Content Placeholder 5"/>
          <p:cNvSpPr>
            <a:spLocks noGrp="1"/>
          </p:cNvSpPr>
          <p:nvPr>
            <p:ph idx="4" sz="quarter"/>
          </p:nvPr>
        </p:nvSpPr>
        <p:spPr/>
        <p:txBody>
          <a:bodyPr/>
          <a:lstStyle/>
          <a:p/>
        </p:txBody>
      </p:sp>
      <p:sp>
        <p:nvSpPr>
          <p:cNvPr id="7" name="Rounded Rectangle 6"/>
          <p:cNvSpPr/>
          <p:nvPr/>
        </p:nvSpPr>
        <p:spPr>
          <a:xfrm>
            <a:off x="457200" y="1051560"/>
            <a:ext cx="5440680" cy="4572000"/>
          </a:xfrm>
          <a:prstGeom prst="roundRect">
            <a:avLst/>
          </a:prstGeom>
          <a:solidFill>
            <a:srgbClr val="F8FAFC"/>
          </a:solidFill>
          <a:ln w="12700">
            <a:solidFill>
              <a:srgbClr val="DF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188720"/>
            <a:ext cx="5074920" cy="4297680"/>
          </a:xfrm>
          <a:prstGeom prst="rect">
            <a:avLst/>
          </a:prstGeom>
          <a:noFill/>
        </p:spPr>
        <p:txBody>
          <a:bodyPr wrap="none">
            <a:spAutoFit/>
          </a:bodyPr>
          <a:lstStyle/>
          <a:p>
            <a:pPr>
              <a:spcAft>
                <a:spcPts val="1200"/>
              </a:spcAft>
              <a:defRPr sz="1600" b="1">
                <a:solidFill>
                  <a:srgbClr val="355FAC"/>
                </a:solidFill>
                <a:latin typeface="SVN-Avo"/>
              </a:defRPr>
            </a:pPr>
            <a:r>
              <a:t>4 CON SỐ KPI TỔNG HỢP TRONG NGÀY</a:t>
            </a:r>
          </a:p>
          <a:p>
            <a:pPr>
              <a:spcAft>
                <a:spcPts val="200"/>
              </a:spcAft>
              <a:defRPr sz="1300" b="1">
                <a:solidFill>
                  <a:srgbClr val="355FAC"/>
                </a:solidFill>
                <a:latin typeface="SVN-Avo"/>
              </a:defRPr>
            </a:pPr>
            <a:r>
              <a:t>📍 1. Tổng lượt khách hàng đã thăm:</a:t>
            </a:r>
          </a:p>
          <a:p>
            <a:pPr>
              <a:spcAft>
                <a:spcPts val="1000"/>
              </a:spcAft>
              <a:defRPr sz="1200" b="0">
                <a:solidFill>
                  <a:srgbClr val="243858"/>
                </a:solidFill>
                <a:latin typeface="SVN-Avo"/>
              </a:defRPr>
            </a:pPr>
            <a:r>
              <a:t>Đã ghé 12/15 đại lý (Đạt 80% chỉ tiêu tuyến ngày).</a:t>
            </a:r>
          </a:p>
          <a:p>
            <a:pPr>
              <a:spcAft>
                <a:spcPts val="200"/>
              </a:spcAft>
              <a:defRPr sz="1300" b="1">
                <a:solidFill>
                  <a:srgbClr val="10B75A"/>
                </a:solidFill>
                <a:latin typeface="SVN-Avo"/>
              </a:defRPr>
            </a:pPr>
            <a:r>
              <a:t>📝 2. Tổng số bài khảo sát hoàn tất:</a:t>
            </a:r>
          </a:p>
          <a:p>
            <a:pPr>
              <a:spcAft>
                <a:spcPts val="1000"/>
              </a:spcAft>
              <a:defRPr sz="1200" b="0">
                <a:solidFill>
                  <a:srgbClr val="243858"/>
                </a:solidFill>
                <a:latin typeface="SVN-Avo"/>
              </a:defRPr>
            </a:pPr>
            <a:r>
              <a:t>Đã hoàn thành 10 bảng khảo sát thị trường và quầy kệ.</a:t>
            </a:r>
          </a:p>
          <a:p>
            <a:pPr>
              <a:spcAft>
                <a:spcPts val="200"/>
              </a:spcAft>
              <a:defRPr sz="1300" b="1">
                <a:solidFill>
                  <a:srgbClr val="F59E0B"/>
                </a:solidFill>
                <a:latin typeface="SVN-Avo"/>
              </a:defRPr>
            </a:pPr>
            <a:r>
              <a:t>📷 3. Tổng số hình ảnh chứng thực đã chụp:</a:t>
            </a:r>
          </a:p>
          <a:p>
            <a:pPr>
              <a:spcAft>
                <a:spcPts val="1000"/>
              </a:spcAft>
              <a:defRPr sz="1200" b="0">
                <a:solidFill>
                  <a:srgbClr val="243858"/>
                </a:solidFill>
                <a:latin typeface="SVN-Avo"/>
              </a:defRPr>
            </a:pPr>
            <a:r>
              <a:t>Đã chụp 24 bức ảnh (Mặt tiền, quầy kệ, đối thủ) có watermark.</a:t>
            </a:r>
          </a:p>
          <a:p>
            <a:pPr>
              <a:spcAft>
                <a:spcPts val="200"/>
              </a:spcAft>
              <a:defRPr sz="1300" b="1">
                <a:solidFill>
                  <a:srgbClr val="243858"/>
                </a:solidFill>
                <a:latin typeface="SVN-Avo"/>
              </a:defRPr>
            </a:pPr>
            <a:r>
              <a:t>🛣️ 4. Tổng quãng đường thực tế di chuyển:</a:t>
            </a:r>
          </a:p>
          <a:p>
            <a:pPr>
              <a:spcAft>
                <a:spcPts val="500"/>
              </a:spcAft>
              <a:defRPr sz="1200" b="0">
                <a:solidFill>
                  <a:srgbClr val="243858"/>
                </a:solidFill>
                <a:latin typeface="SVN-Avo"/>
              </a:defRPr>
            </a:pPr>
            <a:r>
              <a:t>Đã chạy 32.4 km (Đo đạc tự động theo các mốc toạ độ).</a:t>
            </a:r>
          </a:p>
        </p:txBody>
      </p:sp>
      <p:sp>
        <p:nvSpPr>
          <p:cNvPr id="9" name="Rounded Rectangle 8"/>
          <p:cNvSpPr/>
          <p:nvPr/>
        </p:nvSpPr>
        <p:spPr>
          <a:xfrm>
            <a:off x="6263640" y="1051560"/>
            <a:ext cx="5440680" cy="4572000"/>
          </a:xfrm>
          <a:prstGeom prst="roundRect">
            <a:avLst/>
          </a:prstGeom>
          <a:solidFill>
            <a:srgbClr val="F8FAFC"/>
          </a:solidFill>
          <a:ln w="12700">
            <a:solidFill>
              <a:srgbClr val="DF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188720"/>
            <a:ext cx="5074920" cy="4297680"/>
          </a:xfrm>
          <a:prstGeom prst="rect">
            <a:avLst/>
          </a:prstGeom>
          <a:noFill/>
        </p:spPr>
        <p:txBody>
          <a:bodyPr wrap="none">
            <a:spAutoFit/>
          </a:bodyPr>
          <a:lstStyle/>
          <a:p>
            <a:pPr>
              <a:spcAft>
                <a:spcPts val="1200"/>
              </a:spcAft>
              <a:defRPr sz="1600" b="1">
                <a:solidFill>
                  <a:srgbClr val="355FAC"/>
                </a:solidFill>
                <a:latin typeface="SVN-Avo"/>
              </a:defRPr>
            </a:pPr>
            <a:r>
              <a:t>LỢI ÍCH QUẢN TRỊ DÀNH CHO CÁC SẾP</a:t>
            </a:r>
          </a:p>
          <a:p>
            <a:pPr>
              <a:spcAft>
                <a:spcPts val="400"/>
              </a:spcAft>
              <a:defRPr sz="1400" b="1">
                <a:solidFill>
                  <a:srgbClr val="355FAC"/>
                </a:solidFill>
                <a:latin typeface="SVN-Avo"/>
              </a:defRPr>
            </a:pPr>
            <a:r>
              <a:t>Xem trực tiếp trên điện thoại hoặc máy tính:</a:t>
            </a:r>
          </a:p>
          <a:p>
            <a:pPr>
              <a:spcAft>
                <a:spcPts val="1400"/>
              </a:spcAft>
              <a:defRPr sz="1200" b="0">
                <a:solidFill>
                  <a:srgbClr val="243858"/>
                </a:solidFill>
                <a:latin typeface="SVN-Avo"/>
              </a:defRPr>
            </a:pPr>
            <a:r>
              <a:t>Ban Giám Đốc ngồi tại văn phòng hoặc đi công tác vẫn mở máy ra xem được từng phút diễn biến của toàn bộ đội ngũ.</a:t>
            </a:r>
          </a:p>
          <a:p>
            <a:pPr>
              <a:spcAft>
                <a:spcPts val="400"/>
              </a:spcAft>
              <a:defRPr sz="1400" b="1">
                <a:solidFill>
                  <a:srgbClr val="EE4B4B"/>
                </a:solidFill>
                <a:latin typeface="SVN-Avo"/>
              </a:defRPr>
            </a:pPr>
            <a:r>
              <a:t>Phát hiện sớm các điểm nghẽn thị trường:</a:t>
            </a:r>
          </a:p>
          <a:p>
            <a:pPr>
              <a:spcAft>
                <a:spcPts val="1400"/>
              </a:spcAft>
              <a:defRPr sz="1200" b="0">
                <a:solidFill>
                  <a:srgbClr val="243858"/>
                </a:solidFill>
                <a:latin typeface="SVN-Avo"/>
              </a:defRPr>
            </a:pPr>
            <a:r>
              <a:t>Thấy ngay khu vực nào nhân viên đang gặp khó khăn, tuyến nào tỷ lệ hoàn thành thấp để chỉ đạo hỗ trợ ngay trong buổi chiều.</a:t>
            </a:r>
          </a:p>
          <a:p>
            <a:pPr>
              <a:spcAft>
                <a:spcPts val="400"/>
              </a:spcAft>
              <a:defRPr sz="1400" b="1">
                <a:solidFill>
                  <a:srgbClr val="10B75A"/>
                </a:solidFill>
                <a:latin typeface="SVN-Avo"/>
              </a:defRPr>
            </a:pPr>
            <a:r>
              <a:t>Xoá bỏ hoàn toàn độ trễ báo cáo:</a:t>
            </a:r>
          </a:p>
          <a:p>
            <a:pPr>
              <a:spcAft>
                <a:spcPts val="500"/>
              </a:spcAft>
              <a:defRPr sz="1200" b="0">
                <a:solidFill>
                  <a:srgbClr val="243858"/>
                </a:solidFill>
                <a:latin typeface="SVN-Avo"/>
              </a:defRPr>
            </a:pPr>
            <a:r>
              <a:t>Không còn phải chờ tổng hợp Zalo hay bảng tính Excel mất 24h - 48h như trước đây.</a:t>
            </a:r>
          </a:p>
        </p:txBody>
      </p:sp>
      <p:sp>
        <p:nvSpPr>
          <p:cNvPr id="11" name="Rounded Rectangle 10"/>
          <p:cNvSpPr/>
          <p:nvPr/>
        </p:nvSpPr>
        <p:spPr>
          <a:xfrm>
            <a:off x="457200" y="5779008"/>
            <a:ext cx="11274552" cy="502920"/>
          </a:xfrm>
          <a:prstGeom prst="roundRect">
            <a:avLst/>
          </a:prstGeom>
          <a:solidFill>
            <a:srgbClr val="EAFAEA"/>
          </a:solidFill>
          <a:ln w="12700">
            <a:solidFill>
              <a:srgbClr val="10B7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200" b="1">
                <a:solidFill>
                  <a:srgbClr val="10B75A"/>
                </a:solidFill>
                <a:latin typeface="SVN-Avo"/>
              </a:defRPr>
            </a:pPr>
            <a:r>
              <a:t>💡 GIÁ TRỊ DOANH NGHIỆP: Dữ liệu thời gian thực giúp Ban Lãnh Đạo ra quyết định kinh doanh chuẩn xác và kịp thời.</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658368" y="1645920"/>
            <a:ext cx="1828800" cy="731520"/>
          </a:xfrm>
          <a:prstGeom prst="rect">
            <a:avLst/>
          </a:prstGeom>
          <a:noFill/>
        </p:spPr>
        <p:txBody>
          <a:bodyPr wrap="none">
            <a:spAutoFit/>
          </a:bodyPr>
          <a:lstStyle/>
          <a:p>
            <a:pPr>
              <a:defRPr sz="4400" b="1">
                <a:solidFill>
                  <a:srgbClr val="10B75A"/>
                </a:solidFill>
                <a:latin typeface="SVN-Avo"/>
              </a:defRPr>
            </a:pPr>
            <a:r>
              <a:t>09</a:t>
            </a:r>
          </a:p>
        </p:txBody>
      </p:sp>
      <p:sp>
        <p:nvSpPr>
          <p:cNvPr id="5" name="Rectangle 4"/>
          <p:cNvSpPr/>
          <p:nvPr/>
        </p:nvSpPr>
        <p:spPr>
          <a:xfrm>
            <a:off x="676656" y="2468880"/>
            <a:ext cx="1371600" cy="36576"/>
          </a:xfrm>
          <a:prstGeom prst="rect">
            <a:avLst/>
          </a:prstGeom>
          <a:solidFill>
            <a:srgbClr val="355F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743200"/>
            <a:ext cx="9144000" cy="1645920"/>
          </a:xfrm>
          <a:prstGeom prst="rect">
            <a:avLst/>
          </a:prstGeom>
          <a:noFill/>
        </p:spPr>
        <p:txBody>
          <a:bodyPr wrap="square">
            <a:spAutoFit/>
          </a:bodyPr>
          <a:lstStyle/>
          <a:p>
            <a:pPr>
              <a:defRPr sz="3000" b="1">
                <a:solidFill>
                  <a:srgbClr val="355FAC"/>
                </a:solidFill>
                <a:latin typeface="SVN-Avo"/>
              </a:defRPr>
            </a:pPr>
            <a:r>
              <a:t>TRỢ LÝ SỐ, TRÌNH DIỄN THỰC CHIẾN &amp; HIỆU QUẢ ĐẦU TƯ</a:t>
            </a:r>
          </a:p>
          <a:p>
            <a:pPr>
              <a:spcBef>
                <a:spcPts val="800"/>
              </a:spcBef>
              <a:defRPr sz="1600" b="0">
                <a:solidFill>
                  <a:srgbClr val="64748B"/>
                </a:solidFill>
                <a:latin typeface="SVN-Avo"/>
              </a:defRPr>
            </a:pPr>
            <a:r>
              <a:t>Nhắc việc tự động, demo tắt sóng máy bay và cam kết lợi ích kinh tế (ROI)</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Content Placeholder 2"/>
          <p:cNvSpPr>
            <a:spLocks noGrp="1"/>
          </p:cNvSpPr>
          <p:nvPr>
            <p:ph idx="2" sz="half"/>
          </p:nvPr>
        </p:nvSpPr>
        <p:spPr/>
        <p:txBody>
          <a:bodyPr/>
          <a:lstStyle/>
          <a:p/>
        </p:txBody>
      </p:sp>
      <p:sp>
        <p:nvSpPr>
          <p:cNvPr id="4" name="Title 3"/>
          <p:cNvSpPr>
            <a:spLocks noGrp="1"/>
          </p:cNvSpPr>
          <p:nvPr>
            <p:ph type="title"/>
          </p:nvPr>
        </p:nvSpPr>
        <p:spPr/>
        <p:txBody>
          <a:bodyPr/>
          <a:lstStyle/>
          <a:p>
            <a:pPr>
              <a:defRPr sz="2200" b="1">
                <a:solidFill>
                  <a:srgbClr val="355FAC"/>
                </a:solidFill>
                <a:latin typeface="SVN-Avo"/>
              </a:defRPr>
            </a:pPr>
            <a:r>
              <a:t>TIỆN ÍCH THÔNG MINH: NHẮC VIỆC TỰ ĐỘNG &amp; NHẬP LIỆU BẰNG GIỌNG NÓI</a:t>
            </a:r>
          </a:p>
        </p:txBody>
      </p:sp>
      <p:sp>
        <p:nvSpPr>
          <p:cNvPr id="5" name="Text Placeholder 4"/>
          <p:cNvSpPr>
            <a:spLocks noGrp="1"/>
          </p:cNvSpPr>
          <p:nvPr>
            <p:ph type="body" idx="3" sz="quarter"/>
          </p:nvPr>
        </p:nvSpPr>
        <p:spPr/>
        <p:txBody>
          <a:bodyPr/>
          <a:lstStyle/>
          <a:p/>
        </p:txBody>
      </p:sp>
      <p:sp>
        <p:nvSpPr>
          <p:cNvPr id="6" name="Content Placeholder 5"/>
          <p:cNvSpPr>
            <a:spLocks noGrp="1"/>
          </p:cNvSpPr>
          <p:nvPr>
            <p:ph idx="4" sz="quarter"/>
          </p:nvPr>
        </p:nvSpPr>
        <p:spPr/>
        <p:txBody>
          <a:bodyPr/>
          <a:lstStyle/>
          <a:p/>
        </p:txBody>
      </p:sp>
      <p:sp>
        <p:nvSpPr>
          <p:cNvPr id="7" name="Rounded Rectangle 6"/>
          <p:cNvSpPr/>
          <p:nvPr/>
        </p:nvSpPr>
        <p:spPr>
          <a:xfrm>
            <a:off x="457200" y="1051560"/>
            <a:ext cx="5440680" cy="4572000"/>
          </a:xfrm>
          <a:prstGeom prst="roundRect">
            <a:avLst/>
          </a:prstGeom>
          <a:solidFill>
            <a:srgbClr val="F8FAFC"/>
          </a:solidFill>
          <a:ln w="12700">
            <a:solidFill>
              <a:srgbClr val="DF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188720"/>
            <a:ext cx="5074920" cy="4297680"/>
          </a:xfrm>
          <a:prstGeom prst="rect">
            <a:avLst/>
          </a:prstGeom>
          <a:noFill/>
        </p:spPr>
        <p:txBody>
          <a:bodyPr wrap="none">
            <a:spAutoFit/>
          </a:bodyPr>
          <a:lstStyle/>
          <a:p>
            <a:pPr>
              <a:spcAft>
                <a:spcPts val="1200"/>
              </a:spcAft>
              <a:defRPr sz="1600" b="1">
                <a:solidFill>
                  <a:srgbClr val="355FAC"/>
                </a:solidFill>
                <a:latin typeface="SVN-Avo"/>
              </a:defRPr>
            </a:pPr>
            <a:r>
              <a:t>TRỢ LÝ NHẬP LIỆU BẰNG GIỌNG NÓI (TIẾNG VIỆT)</a:t>
            </a:r>
          </a:p>
          <a:p>
            <a:pPr>
              <a:spcAft>
                <a:spcPts val="400"/>
              </a:spcAft>
              <a:defRPr sz="1400" b="1">
                <a:solidFill>
                  <a:srgbClr val="10B75A"/>
                </a:solidFill>
                <a:latin typeface="SVN-Avo"/>
              </a:defRPr>
            </a:pPr>
            <a:r>
              <a:t>Nói tiếng Việt – Chuyển thành văn bản tức thì:</a:t>
            </a:r>
          </a:p>
          <a:p>
            <a:pPr>
              <a:spcAft>
                <a:spcPts val="1400"/>
              </a:spcAft>
              <a:defRPr sz="1200" b="0">
                <a:solidFill>
                  <a:srgbClr val="243858"/>
                </a:solidFill>
                <a:latin typeface="SVN-Avo"/>
              </a:defRPr>
            </a:pPr>
            <a:r>
              <a:t>Nhân viên chỉ cần bấm nút micro và nói: 'Chủ tiệm phản ánh giá đối thủ giảm 5 nghìn, hẹn tuần sau nhập thêm 10 thùng'. Hệ thống tự động chuyển thành chữ viết chính xác.</a:t>
            </a:r>
          </a:p>
          <a:p>
            <a:pPr>
              <a:spcAft>
                <a:spcPts val="400"/>
              </a:spcAft>
              <a:defRPr sz="1400" b="1">
                <a:solidFill>
                  <a:srgbClr val="10B75A"/>
                </a:solidFill>
                <a:latin typeface="SVN-Avo"/>
              </a:defRPr>
            </a:pPr>
            <a:r>
              <a:t>Nhận diện tốt giọng điệu 3 miền:</a:t>
            </a:r>
          </a:p>
          <a:p>
            <a:pPr>
              <a:spcAft>
                <a:spcPts val="1400"/>
              </a:spcAft>
              <a:defRPr sz="1200" b="0">
                <a:solidFill>
                  <a:srgbClr val="243858"/>
                </a:solidFill>
                <a:latin typeface="SVN-Avo"/>
              </a:defRPr>
            </a:pPr>
            <a:r>
              <a:t>Công nghệ AI tối ưu riêng cho tiếng Việt, nhận diện chuẩn xác giọng Bắc, Trung, Nam và xử lý tốt tiếng ồn ngoài phố.</a:t>
            </a:r>
          </a:p>
          <a:p>
            <a:pPr>
              <a:spcAft>
                <a:spcPts val="400"/>
              </a:spcAft>
              <a:defRPr sz="1400" b="1">
                <a:solidFill>
                  <a:srgbClr val="355FAC"/>
                </a:solidFill>
                <a:latin typeface="SVN-Avo"/>
              </a:defRPr>
            </a:pPr>
            <a:r>
              <a:t>Tiết kiệm 80% thời gian gõ bàn phím:</a:t>
            </a:r>
          </a:p>
          <a:p>
            <a:pPr>
              <a:spcAft>
                <a:spcPts val="500"/>
              </a:spcAft>
              <a:defRPr sz="1200" b="0">
                <a:solidFill>
                  <a:srgbClr val="243858"/>
                </a:solidFill>
                <a:latin typeface="SVN-Avo"/>
              </a:defRPr>
            </a:pPr>
            <a:r>
              <a:t>Không còn phải cởi găng tay đứng bấm từng chữ trên màn hình nhỏ giữa trời nắng nóng.</a:t>
            </a:r>
          </a:p>
        </p:txBody>
      </p:sp>
      <p:sp>
        <p:nvSpPr>
          <p:cNvPr id="9" name="Rounded Rectangle 8"/>
          <p:cNvSpPr/>
          <p:nvPr/>
        </p:nvSpPr>
        <p:spPr>
          <a:xfrm>
            <a:off x="6263640" y="1051560"/>
            <a:ext cx="5440680" cy="4572000"/>
          </a:xfrm>
          <a:prstGeom prst="roundRect">
            <a:avLst/>
          </a:prstGeom>
          <a:solidFill>
            <a:srgbClr val="F8FAFC"/>
          </a:solidFill>
          <a:ln w="12700">
            <a:solidFill>
              <a:srgbClr val="DF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188720"/>
            <a:ext cx="5074920" cy="4297680"/>
          </a:xfrm>
          <a:prstGeom prst="rect">
            <a:avLst/>
          </a:prstGeom>
          <a:noFill/>
        </p:spPr>
        <p:txBody>
          <a:bodyPr wrap="none">
            <a:spAutoFit/>
          </a:bodyPr>
          <a:lstStyle/>
          <a:p>
            <a:pPr>
              <a:spcAft>
                <a:spcPts val="1200"/>
              </a:spcAft>
              <a:defRPr sz="1600" b="1">
                <a:solidFill>
                  <a:srgbClr val="355FAC"/>
                </a:solidFill>
                <a:latin typeface="SVN-Avo"/>
              </a:defRPr>
            </a:pPr>
            <a:r>
              <a:t>7 KỊCH BẢN NHẮC VIỆC TỰ ĐỘNG THÔNG MINH</a:t>
            </a:r>
          </a:p>
          <a:p>
            <a:pPr>
              <a:spcAft>
                <a:spcPts val="200"/>
              </a:spcAft>
              <a:defRPr sz="1300" b="1">
                <a:solidFill>
                  <a:srgbClr val="F59E0B"/>
                </a:solidFill>
                <a:latin typeface="SVN-Avo"/>
              </a:defRPr>
            </a:pPr>
            <a:r>
              <a:t>1. Nhắc giờ chấm công sáng (7h45):</a:t>
            </a:r>
          </a:p>
          <a:p>
            <a:pPr>
              <a:spcAft>
                <a:spcPts val="800"/>
              </a:spcAft>
              <a:defRPr sz="1200" b="0">
                <a:solidFill>
                  <a:srgbClr val="243858"/>
                </a:solidFill>
                <a:latin typeface="SVN-Avo"/>
              </a:defRPr>
            </a:pPr>
            <a:r>
              <a:t>Nhắc nhở nhân viên chuẩn bị vào ca, tránh bị muộn giờ.</a:t>
            </a:r>
          </a:p>
          <a:p>
            <a:pPr>
              <a:spcAft>
                <a:spcPts val="200"/>
              </a:spcAft>
              <a:defRPr sz="1300" b="1">
                <a:solidFill>
                  <a:srgbClr val="355FAC"/>
                </a:solidFill>
                <a:latin typeface="SVN-Avo"/>
              </a:defRPr>
            </a:pPr>
            <a:r>
              <a:t>2. Nhắc tiến độ tuyến buổi chiều (14h00):</a:t>
            </a:r>
          </a:p>
          <a:p>
            <a:pPr>
              <a:spcAft>
                <a:spcPts val="800"/>
              </a:spcAft>
              <a:defRPr sz="1200" b="0">
                <a:solidFill>
                  <a:srgbClr val="243858"/>
                </a:solidFill>
                <a:latin typeface="SVN-Avo"/>
              </a:defRPr>
            </a:pPr>
            <a:r>
              <a:t>Báo số điểm bán còn lại cần hoàn thành trong ngày.</a:t>
            </a:r>
          </a:p>
          <a:p>
            <a:pPr>
              <a:spcAft>
                <a:spcPts val="200"/>
              </a:spcAft>
              <a:defRPr sz="1300" b="1">
                <a:solidFill>
                  <a:srgbClr val="EE4B4B"/>
                </a:solidFill>
                <a:latin typeface="SVN-Avo"/>
              </a:defRPr>
            </a:pPr>
            <a:r>
              <a:t>3. Nhắc quên check-out tại cửa hàng:</a:t>
            </a:r>
          </a:p>
          <a:p>
            <a:pPr>
              <a:spcAft>
                <a:spcPts val="800"/>
              </a:spcAft>
              <a:defRPr sz="1200" b="0">
                <a:solidFill>
                  <a:srgbClr val="243858"/>
                </a:solidFill>
                <a:latin typeface="SVN-Avo"/>
              </a:defRPr>
            </a:pPr>
            <a:r>
              <a:t>Nếu nhân viên rời khỏi tiệm quá 300m mà chưa đóng lượt, app tự rung nhắc nhở.</a:t>
            </a:r>
          </a:p>
          <a:p>
            <a:pPr>
              <a:spcAft>
                <a:spcPts val="200"/>
              </a:spcAft>
              <a:defRPr sz="1300" b="1">
                <a:solidFill>
                  <a:srgbClr val="10B75A"/>
                </a:solidFill>
                <a:latin typeface="SVN-Avo"/>
              </a:defRPr>
            </a:pPr>
            <a:r>
              <a:t>4. Nhắc đồng bộ dữ liệu ngoại tuyến:</a:t>
            </a:r>
          </a:p>
          <a:p>
            <a:pPr>
              <a:spcAft>
                <a:spcPts val="800"/>
              </a:spcAft>
              <a:defRPr sz="1200" b="0">
                <a:solidFill>
                  <a:srgbClr val="243858"/>
                </a:solidFill>
                <a:latin typeface="SVN-Avo"/>
              </a:defRPr>
            </a:pPr>
            <a:r>
              <a:t>Khi có Wifi/4G khỏe, app nhắc kiểm tra đồng bộ hết ảnh.</a:t>
            </a:r>
          </a:p>
          <a:p>
            <a:pPr>
              <a:spcAft>
                <a:spcPts val="200"/>
              </a:spcAft>
              <a:defRPr sz="1300" b="1">
                <a:solidFill>
                  <a:srgbClr val="243858"/>
                </a:solidFill>
                <a:latin typeface="SVN-Avo"/>
              </a:defRPr>
            </a:pPr>
            <a:r>
              <a:t>5. Nhắc ra ca kết thúc ngày làm việc (17h30):</a:t>
            </a:r>
          </a:p>
          <a:p>
            <a:pPr>
              <a:spcAft>
                <a:spcPts val="500"/>
              </a:spcAft>
              <a:defRPr sz="1200" b="0">
                <a:solidFill>
                  <a:srgbClr val="243858"/>
                </a:solidFill>
                <a:latin typeface="SVN-Avo"/>
              </a:defRPr>
            </a:pPr>
            <a:r>
              <a:t>Đảm bảo ghi nhận đủ công và chốt số km trước khi về nhà.</a:t>
            </a:r>
          </a:p>
        </p:txBody>
      </p:sp>
      <p:sp>
        <p:nvSpPr>
          <p:cNvPr id="11" name="Rounded Rectangle 10"/>
          <p:cNvSpPr/>
          <p:nvPr/>
        </p:nvSpPr>
        <p:spPr>
          <a:xfrm>
            <a:off x="457200" y="5779008"/>
            <a:ext cx="11274552" cy="502920"/>
          </a:xfrm>
          <a:prstGeom prst="roundRect">
            <a:avLst/>
          </a:prstGeom>
          <a:solidFill>
            <a:srgbClr val="EAFAEA"/>
          </a:solidFill>
          <a:ln w="12700">
            <a:solidFill>
              <a:srgbClr val="10B7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200" b="1">
                <a:solidFill>
                  <a:srgbClr val="10B75A"/>
                </a:solidFill>
                <a:latin typeface="SVN-Avo"/>
              </a:defRPr>
            </a:pPr>
            <a:r>
              <a:t>💡 GIÁ TRỊ DOANH NGHIỆP: Công nghệ phục vụ con người: Giảm tải thao tác cho nhân viên và biến ứng dụng thành người trợ lý tận tụy.</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 sz="half"/>
          </p:nvPr>
        </p:nvSpPr>
        <p:spPr/>
        <p:txBody>
          <a:bodyPr/>
          <a:lstStyle/>
          <a:p/>
        </p:txBody>
      </p:sp>
      <p:sp>
        <p:nvSpPr>
          <p:cNvPr id="3" name="Title 2"/>
          <p:cNvSpPr>
            <a:spLocks noGrp="1"/>
          </p:cNvSpPr>
          <p:nvPr>
            <p:ph type="title"/>
          </p:nvPr>
        </p:nvSpPr>
        <p:spPr/>
        <p:txBody>
          <a:bodyPr/>
          <a:lstStyle/>
          <a:p>
            <a:pPr>
              <a:defRPr sz="2200" b="1">
                <a:solidFill>
                  <a:srgbClr val="355FAC"/>
                </a:solidFill>
                <a:latin typeface="SVN-Avo"/>
              </a:defRPr>
            </a:pPr>
            <a:r>
              <a:t>MÀN TRÌNH DIỄN ĐẶC BIỆT: TẮT MẠNG HOÀN TOÀN (VẪN BÁN HÀNG MƯỢT MÀ)</a:t>
            </a:r>
          </a:p>
        </p:txBody>
      </p:sp>
      <p:sp>
        <p:nvSpPr>
          <p:cNvPr id="4" name="Rounded Rectangle 3"/>
          <p:cNvSpPr/>
          <p:nvPr/>
        </p:nvSpPr>
        <p:spPr>
          <a:xfrm>
            <a:off x="457200" y="1051560"/>
            <a:ext cx="2560320" cy="4572000"/>
          </a:xfrm>
          <a:prstGeom prst="roundRect">
            <a:avLst/>
          </a:prstGeom>
          <a:solidFill>
            <a:srgbClr val="F8FAFC"/>
          </a:solidFill>
          <a:ln w="12700">
            <a:solidFill>
              <a:srgbClr val="DF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1143000"/>
            <a:ext cx="2231136" cy="4389120"/>
          </a:xfrm>
          <a:prstGeom prst="rect">
            <a:avLst/>
          </a:prstGeom>
          <a:noFill/>
        </p:spPr>
        <p:txBody>
          <a:bodyPr wrap="square">
            <a:spAutoFit/>
          </a:bodyPr>
          <a:lstStyle/>
          <a:p>
            <a:pPr>
              <a:spcAft>
                <a:spcPts val="400"/>
              </a:spcAft>
              <a:defRPr sz="1600" b="1">
                <a:solidFill>
                  <a:srgbClr val="EE4B4B"/>
                </a:solidFill>
                <a:latin typeface="SVN-Avo"/>
              </a:defRPr>
            </a:pPr>
            <a:r>
              <a:t>BƯỚC 1</a:t>
            </a:r>
          </a:p>
          <a:p>
            <a:pPr>
              <a:spcAft>
                <a:spcPts val="1400"/>
              </a:spcAft>
              <a:defRPr sz="1300" b="1">
                <a:solidFill>
                  <a:srgbClr val="243858"/>
                </a:solidFill>
                <a:latin typeface="SVN-Avo"/>
              </a:defRPr>
            </a:pPr>
            <a:r>
              <a:t>TẮT HOÀN TOÀN MẠNG</a:t>
            </a:r>
          </a:p>
          <a:p>
            <a:pPr>
              <a:spcAft>
                <a:spcPts val="800"/>
              </a:spcAft>
              <a:defRPr sz="1100" b="0">
                <a:solidFill>
                  <a:srgbClr val="64748B"/>
                </a:solidFill>
                <a:latin typeface="SVN-Avo"/>
              </a:defRPr>
            </a:pPr>
            <a:r>
              <a:t>• Người demo vuốt màn hình điện thoại</a:t>
            </a:r>
          </a:p>
          <a:p>
            <a:pPr>
              <a:spcAft>
                <a:spcPts val="800"/>
              </a:spcAft>
              <a:defRPr sz="1100" b="0">
                <a:solidFill>
                  <a:srgbClr val="64748B"/>
                </a:solidFill>
                <a:latin typeface="SVN-Avo"/>
              </a:defRPr>
            </a:pPr>
            <a:r>
              <a:t>• BẬT CHẾ ĐỘ MÁY BAY (Airplane Mode)</a:t>
            </a:r>
          </a:p>
          <a:p>
            <a:pPr>
              <a:spcAft>
                <a:spcPts val="800"/>
              </a:spcAft>
              <a:defRPr sz="1100" b="0">
                <a:solidFill>
                  <a:srgbClr val="64748B"/>
                </a:solidFill>
                <a:latin typeface="SVN-Avo"/>
              </a:defRPr>
            </a:pPr>
            <a:r>
              <a:t>• Cắt đứt hoàn toàn 4G/5G và Wifi</a:t>
            </a:r>
          </a:p>
        </p:txBody>
      </p:sp>
      <p:sp>
        <p:nvSpPr>
          <p:cNvPr id="6" name="Rounded Rectangle 5"/>
          <p:cNvSpPr/>
          <p:nvPr/>
        </p:nvSpPr>
        <p:spPr>
          <a:xfrm>
            <a:off x="3355848" y="1051560"/>
            <a:ext cx="2560320" cy="4572000"/>
          </a:xfrm>
          <a:prstGeom prst="roundRect">
            <a:avLst/>
          </a:prstGeom>
          <a:solidFill>
            <a:srgbClr val="F8FAFC"/>
          </a:solidFill>
          <a:ln w="12700">
            <a:solidFill>
              <a:srgbClr val="DF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520440" y="1143000"/>
            <a:ext cx="2231136" cy="4389120"/>
          </a:xfrm>
          <a:prstGeom prst="rect">
            <a:avLst/>
          </a:prstGeom>
          <a:noFill/>
        </p:spPr>
        <p:txBody>
          <a:bodyPr wrap="square">
            <a:spAutoFit/>
          </a:bodyPr>
          <a:lstStyle/>
          <a:p>
            <a:pPr>
              <a:spcAft>
                <a:spcPts val="400"/>
              </a:spcAft>
              <a:defRPr sz="1600" b="1">
                <a:solidFill>
                  <a:srgbClr val="F59E0B"/>
                </a:solidFill>
                <a:latin typeface="SVN-Avo"/>
              </a:defRPr>
            </a:pPr>
            <a:r>
              <a:t>BƯỚC 2</a:t>
            </a:r>
          </a:p>
          <a:p>
            <a:pPr>
              <a:spcAft>
                <a:spcPts val="1400"/>
              </a:spcAft>
              <a:defRPr sz="1300" b="1">
                <a:solidFill>
                  <a:srgbClr val="243858"/>
                </a:solidFill>
                <a:latin typeface="SVN-Avo"/>
              </a:defRPr>
            </a:pPr>
            <a:r>
              <a:t>APP VẪN CHẠY BÌNH THƯỜNG</a:t>
            </a:r>
          </a:p>
          <a:p>
            <a:pPr>
              <a:spcAft>
                <a:spcPts val="800"/>
              </a:spcAft>
              <a:defRPr sz="1100" b="0">
                <a:solidFill>
                  <a:srgbClr val="64748B"/>
                </a:solidFill>
                <a:latin typeface="SVN-Avo"/>
              </a:defRPr>
            </a:pPr>
            <a:r>
              <a:t>• Mở app DMS VTHM tức thì</a:t>
            </a:r>
          </a:p>
          <a:p>
            <a:pPr>
              <a:spcAft>
                <a:spcPts val="800"/>
              </a:spcAft>
              <a:defRPr sz="1100" b="0">
                <a:solidFill>
                  <a:srgbClr val="64748B"/>
                </a:solidFill>
                <a:latin typeface="SVN-Avo"/>
              </a:defRPr>
            </a:pPr>
            <a:r>
              <a:t>• Biểu tượng mây chuyển Màu Vàng</a:t>
            </a:r>
          </a:p>
          <a:p>
            <a:pPr>
              <a:spcAft>
                <a:spcPts val="800"/>
              </a:spcAft>
              <a:defRPr sz="1100" b="0">
                <a:solidFill>
                  <a:srgbClr val="64748B"/>
                </a:solidFill>
                <a:latin typeface="SVN-Avo"/>
              </a:defRPr>
            </a:pPr>
            <a:r>
              <a:t>• Toàn bộ dữ liệu tuyến &amp; khách hàng hiển thị đủ 100% từ bộ nhớ máy</a:t>
            </a:r>
          </a:p>
        </p:txBody>
      </p:sp>
      <p:sp>
        <p:nvSpPr>
          <p:cNvPr id="8" name="Rounded Rectangle 7"/>
          <p:cNvSpPr/>
          <p:nvPr/>
        </p:nvSpPr>
        <p:spPr>
          <a:xfrm>
            <a:off x="6254496" y="1051560"/>
            <a:ext cx="2560320" cy="4572000"/>
          </a:xfrm>
          <a:prstGeom prst="roundRect">
            <a:avLst/>
          </a:prstGeom>
          <a:solidFill>
            <a:srgbClr val="F8FAFC"/>
          </a:solidFill>
          <a:ln w="12700">
            <a:solidFill>
              <a:srgbClr val="DF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19088" y="1143000"/>
            <a:ext cx="2231136" cy="4389120"/>
          </a:xfrm>
          <a:prstGeom prst="rect">
            <a:avLst/>
          </a:prstGeom>
          <a:noFill/>
        </p:spPr>
        <p:txBody>
          <a:bodyPr wrap="square">
            <a:spAutoFit/>
          </a:bodyPr>
          <a:lstStyle/>
          <a:p>
            <a:pPr>
              <a:spcAft>
                <a:spcPts val="400"/>
              </a:spcAft>
              <a:defRPr sz="1600" b="1">
                <a:solidFill>
                  <a:srgbClr val="355FAC"/>
                </a:solidFill>
                <a:latin typeface="SVN-Avo"/>
              </a:defRPr>
            </a:pPr>
            <a:r>
              <a:t>BƯỚC 3</a:t>
            </a:r>
          </a:p>
          <a:p>
            <a:pPr>
              <a:spcAft>
                <a:spcPts val="1400"/>
              </a:spcAft>
              <a:defRPr sz="1300" b="1">
                <a:solidFill>
                  <a:srgbClr val="243858"/>
                </a:solidFill>
                <a:latin typeface="SVN-Avo"/>
              </a:defRPr>
            </a:pPr>
            <a:r>
              <a:t>TÁC NGHIỆP TRỌN VẸN</a:t>
            </a:r>
          </a:p>
          <a:p>
            <a:pPr>
              <a:spcAft>
                <a:spcPts val="800"/>
              </a:spcAft>
              <a:defRPr sz="1100" b="0">
                <a:solidFill>
                  <a:srgbClr val="64748B"/>
                </a:solidFill>
                <a:latin typeface="SVN-Avo"/>
              </a:defRPr>
            </a:pPr>
            <a:r>
              <a:t>• Tạo 1 đại lý mới: 'Tạp hoá Bác Ba'</a:t>
            </a:r>
          </a:p>
          <a:p>
            <a:pPr>
              <a:spcAft>
                <a:spcPts val="800"/>
              </a:spcAft>
              <a:defRPr sz="1100" b="0">
                <a:solidFill>
                  <a:srgbClr val="64748B"/>
                </a:solidFill>
                <a:latin typeface="SVN-Avo"/>
              </a:defRPr>
            </a:pPr>
            <a:r>
              <a:t>• Chụp ảnh mặt tiền có watermark</a:t>
            </a:r>
          </a:p>
          <a:p>
            <a:pPr>
              <a:spcAft>
                <a:spcPts val="800"/>
              </a:spcAft>
              <a:defRPr sz="1100" b="0">
                <a:solidFill>
                  <a:srgbClr val="64748B"/>
                </a:solidFill>
                <a:latin typeface="SVN-Avo"/>
              </a:defRPr>
            </a:pPr>
            <a:r>
              <a:t>• Điền 1 biểu mẫu khảo sát thị trường</a:t>
            </a:r>
          </a:p>
          <a:p>
            <a:pPr>
              <a:spcAft>
                <a:spcPts val="800"/>
              </a:spcAft>
              <a:defRPr sz="1100" b="0">
                <a:solidFill>
                  <a:srgbClr val="64748B"/>
                </a:solidFill>
                <a:latin typeface="SVN-Avo"/>
              </a:defRPr>
            </a:pPr>
            <a:r>
              <a:t>• Tất cả lưu thành công trong 0.1 giây</a:t>
            </a:r>
          </a:p>
        </p:txBody>
      </p:sp>
      <p:sp>
        <p:nvSpPr>
          <p:cNvPr id="10" name="Rounded Rectangle 9"/>
          <p:cNvSpPr/>
          <p:nvPr/>
        </p:nvSpPr>
        <p:spPr>
          <a:xfrm>
            <a:off x="9153144" y="1051560"/>
            <a:ext cx="2560320" cy="4572000"/>
          </a:xfrm>
          <a:prstGeom prst="roundRect">
            <a:avLst/>
          </a:prstGeom>
          <a:solidFill>
            <a:srgbClr val="F8FAFC"/>
          </a:solidFill>
          <a:ln w="12700">
            <a:solidFill>
              <a:srgbClr val="DF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17736" y="1143000"/>
            <a:ext cx="2231136" cy="4389120"/>
          </a:xfrm>
          <a:prstGeom prst="rect">
            <a:avLst/>
          </a:prstGeom>
          <a:noFill/>
        </p:spPr>
        <p:txBody>
          <a:bodyPr wrap="square">
            <a:spAutoFit/>
          </a:bodyPr>
          <a:lstStyle/>
          <a:p>
            <a:pPr>
              <a:spcAft>
                <a:spcPts val="400"/>
              </a:spcAft>
              <a:defRPr sz="1600" b="1">
                <a:solidFill>
                  <a:srgbClr val="10B75A"/>
                </a:solidFill>
                <a:latin typeface="SVN-Avo"/>
              </a:defRPr>
            </a:pPr>
            <a:r>
              <a:t>BƯỚC 4</a:t>
            </a:r>
          </a:p>
          <a:p>
            <a:pPr>
              <a:spcAft>
                <a:spcPts val="1400"/>
              </a:spcAft>
              <a:defRPr sz="1300" b="1">
                <a:solidFill>
                  <a:srgbClr val="243858"/>
                </a:solidFill>
                <a:latin typeface="SVN-Avo"/>
              </a:defRPr>
            </a:pPr>
            <a:r>
              <a:t>BẬT LẠI MẠNG – TỰ ĐỒNG BỘ</a:t>
            </a:r>
          </a:p>
          <a:p>
            <a:pPr>
              <a:spcAft>
                <a:spcPts val="800"/>
              </a:spcAft>
              <a:defRPr sz="1100" b="0">
                <a:solidFill>
                  <a:srgbClr val="64748B"/>
                </a:solidFill>
                <a:latin typeface="SVN-Avo"/>
              </a:defRPr>
            </a:pPr>
            <a:r>
              <a:t>• TẮT Chế độ Máy bay (Có 4G lại)</a:t>
            </a:r>
          </a:p>
          <a:p>
            <a:pPr>
              <a:spcAft>
                <a:spcPts val="800"/>
              </a:spcAft>
              <a:defRPr sz="1100" b="0">
                <a:solidFill>
                  <a:srgbClr val="64748B"/>
                </a:solidFill>
                <a:latin typeface="SVN-Avo"/>
              </a:defRPr>
            </a:pPr>
            <a:r>
              <a:t>• App tự nhận sóng ngay lập tức</a:t>
            </a:r>
          </a:p>
          <a:p>
            <a:pPr>
              <a:spcAft>
                <a:spcPts val="800"/>
              </a:spcAft>
              <a:defRPr sz="1100" b="0">
                <a:solidFill>
                  <a:srgbClr val="64748B"/>
                </a:solidFill>
                <a:latin typeface="SVN-Avo"/>
              </a:defRPr>
            </a:pPr>
            <a:r>
              <a:t>• Âm thầm gửi toàn bộ dữ liệu về công ty</a:t>
            </a:r>
          </a:p>
          <a:p>
            <a:pPr>
              <a:spcAft>
                <a:spcPts val="800"/>
              </a:spcAft>
              <a:defRPr sz="1100" b="0">
                <a:solidFill>
                  <a:srgbClr val="64748B"/>
                </a:solidFill>
                <a:latin typeface="SVN-Avo"/>
              </a:defRPr>
            </a:pPr>
            <a:r>
              <a:t>• Biểu tượng chuyển sang Màu Xanh Lá</a:t>
            </a:r>
          </a:p>
        </p:txBody>
      </p:sp>
      <p:sp>
        <p:nvSpPr>
          <p:cNvPr id="12" name="Rounded Rectangle 11"/>
          <p:cNvSpPr/>
          <p:nvPr/>
        </p:nvSpPr>
        <p:spPr>
          <a:xfrm>
            <a:off x="457200" y="5779008"/>
            <a:ext cx="11274552" cy="502920"/>
          </a:xfrm>
          <a:prstGeom prst="roundRect">
            <a:avLst/>
          </a:prstGeom>
          <a:solidFill>
            <a:srgbClr val="EAFAEA"/>
          </a:solidFill>
          <a:ln w="12700">
            <a:solidFill>
              <a:srgbClr val="10B7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200" b="1">
                <a:solidFill>
                  <a:srgbClr val="10B75A"/>
                </a:solidFill>
                <a:latin typeface="SVN-Avo"/>
              </a:defRPr>
            </a:pPr>
            <a:r>
              <a:t>💡 GIÁ TRỊ DOANH NGHIỆP: Minh chứng năng lực vượt trội: Mất mạng hoàn toàn vẫn bán hàng bình thường, không gián đoạn một giây nào.</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 sz="half"/>
          </p:nvPr>
        </p:nvSpPr>
        <p:spPr/>
        <p:txBody>
          <a:bodyPr/>
          <a:lstStyle/>
          <a:p/>
        </p:txBody>
      </p:sp>
      <p:sp>
        <p:nvSpPr>
          <p:cNvPr id="3" name="Title 2"/>
          <p:cNvSpPr>
            <a:spLocks noGrp="1"/>
          </p:cNvSpPr>
          <p:nvPr>
            <p:ph type="title"/>
          </p:nvPr>
        </p:nvSpPr>
        <p:spPr/>
        <p:txBody>
          <a:bodyPr/>
          <a:lstStyle/>
          <a:p>
            <a:pPr>
              <a:defRPr sz="2200" b="1">
                <a:solidFill>
                  <a:srgbClr val="355FAC"/>
                </a:solidFill>
                <a:latin typeface="SVN-Avo"/>
              </a:defRPr>
            </a:pPr>
            <a:r>
              <a:t>SO SÁNH TOÀN DIỆN: KÊNH BÁN HÀNG TRƯỚC &amp; SAU KHI DÙNG DMS VTHM</a:t>
            </a:r>
          </a:p>
        </p:txBody>
      </p:sp>
      <p:graphicFrame>
        <p:nvGraphicFramePr>
          <p:cNvPr id="4" name="Table 3"/>
          <p:cNvGraphicFramePr>
            <a:graphicFrameLocks noGrp="1"/>
          </p:cNvGraphicFramePr>
          <p:nvPr/>
        </p:nvGraphicFramePr>
        <p:xfrm>
          <a:off x="457200" y="1051560"/>
          <a:ext cx="11265408" cy="4572000"/>
        </p:xfrm>
        <a:graphic>
          <a:graphicData uri="http://schemas.openxmlformats.org/drawingml/2006/table">
            <a:tbl>
              <a:tblPr firstRow="1" bandRow="1">
                <a:tableStyleId>{5C22544A-7EE6-4342-B048-85BDC9FD1C3A}</a:tableStyleId>
              </a:tblPr>
              <a:tblGrid>
                <a:gridCol w="2743200"/>
                <a:gridCol w="4261104"/>
                <a:gridCol w="4261104"/>
              </a:tblGrid>
              <a:tr h="653142">
                <a:tc>
                  <a:txBody>
                    <a:bodyPr/>
                    <a:lstStyle/>
                    <a:p>
                      <a:pPr>
                        <a:defRPr sz="1200" b="1">
                          <a:solidFill>
                            <a:srgbClr val="FFFFFF"/>
                          </a:solidFill>
                          <a:latin typeface="SVN-Avo"/>
                        </a:defRPr>
                      </a:pPr>
                      <a:r>
                        <a:t>HẠNG MỤC ĐÁNH GIÁ</a:t>
                      </a:r>
                    </a:p>
                  </a:txBody>
                  <a:tcPr>
                    <a:solidFill>
                      <a:srgbClr val="355FAC"/>
                    </a:solidFill>
                  </a:tcPr>
                </a:tc>
                <a:tc>
                  <a:txBody>
                    <a:bodyPr/>
                    <a:lstStyle/>
                    <a:p>
                      <a:pPr>
                        <a:defRPr sz="1200" b="1">
                          <a:solidFill>
                            <a:srgbClr val="FFFFFF"/>
                          </a:solidFill>
                          <a:latin typeface="SVN-Avo"/>
                        </a:defRPr>
                      </a:pPr>
                      <a:r>
                        <a:t>TRƯỚC ĐÂY (CÁCH LÀM CŨ / APP THƯỜNG)</a:t>
                      </a:r>
                    </a:p>
                  </a:txBody>
                  <a:tcPr>
                    <a:solidFill>
                      <a:srgbClr val="355FAC"/>
                    </a:solidFill>
                  </a:tcPr>
                </a:tc>
                <a:tc>
                  <a:txBody>
                    <a:bodyPr/>
                    <a:lstStyle/>
                    <a:p>
                      <a:pPr>
                        <a:defRPr sz="1200" b="1">
                          <a:solidFill>
                            <a:srgbClr val="FFFFFF"/>
                          </a:solidFill>
                          <a:latin typeface="SVN-Avo"/>
                        </a:defRPr>
                      </a:pPr>
                      <a:r>
                        <a:t>HIỆN NAY (DMS VTHM MOBILE)</a:t>
                      </a:r>
                    </a:p>
                  </a:txBody>
                  <a:tcPr>
                    <a:solidFill>
                      <a:srgbClr val="355FAC"/>
                    </a:solidFill>
                  </a:tcPr>
                </a:tc>
              </a:tr>
              <a:tr h="653142">
                <a:tc>
                  <a:txBody>
                    <a:bodyPr/>
                    <a:lstStyle/>
                    <a:p>
                      <a:pPr>
                        <a:defRPr sz="1100" b="1">
                          <a:solidFill>
                            <a:srgbClr val="243858"/>
                          </a:solidFill>
                          <a:latin typeface="SVN-Avo"/>
                        </a:defRPr>
                      </a:pPr>
                      <a:r>
                        <a:t>Khả năng làm việc khi mất mạng</a:t>
                      </a:r>
                    </a:p>
                  </a:txBody>
                  <a:tcPr>
                    <a:solidFill>
                      <a:srgbClr val="F1F5F9"/>
                    </a:solidFill>
                  </a:tcPr>
                </a:tc>
                <a:tc>
                  <a:txBody>
                    <a:bodyPr/>
                    <a:lstStyle/>
                    <a:p>
                      <a:pPr>
                        <a:defRPr sz="1100">
                          <a:solidFill>
                            <a:srgbClr val="EE4B4B"/>
                          </a:solidFill>
                          <a:latin typeface="SVN-Avo"/>
                        </a:defRPr>
                      </a:pPr>
                      <a:r>
                        <a:t>Ứng dụng bị xoay vòng, báo lỗi 'Mất kết nối', nhân viên phải quay lại ghi sổ giấy.</a:t>
                      </a:r>
                    </a:p>
                  </a:txBody>
                  <a:tcPr>
                    <a:solidFill>
                      <a:srgbClr val="FEF2F2"/>
                    </a:solidFill>
                  </a:tcPr>
                </a:tc>
                <a:tc>
                  <a:txBody>
                    <a:bodyPr/>
                    <a:lstStyle/>
                    <a:p>
                      <a:pPr>
                        <a:defRPr sz="1100" b="1">
                          <a:solidFill>
                            <a:srgbClr val="10B75A"/>
                          </a:solidFill>
                          <a:latin typeface="SVN-Avo"/>
                        </a:defRPr>
                      </a:pPr>
                      <a:r>
                        <a:t>Hoạt động 100% bình thường, lưu an toàn trong máy, tự động chuyển về khi có mạng.</a:t>
                      </a:r>
                    </a:p>
                  </a:txBody>
                  <a:tcPr>
                    <a:solidFill>
                      <a:srgbClr val="ECFDF5"/>
                    </a:solidFill>
                  </a:tcPr>
                </a:tc>
              </a:tr>
              <a:tr h="653142">
                <a:tc>
                  <a:txBody>
                    <a:bodyPr/>
                    <a:lstStyle/>
                    <a:p>
                      <a:pPr>
                        <a:defRPr sz="1100" b="1">
                          <a:solidFill>
                            <a:srgbClr val="243858"/>
                          </a:solidFill>
                          <a:latin typeface="SVN-Avo"/>
                        </a:defRPr>
                      </a:pPr>
                      <a:r>
                        <a:t>Kiểm soát vị trí &amp; gian lận</a:t>
                      </a:r>
                    </a:p>
                  </a:txBody>
                  <a:tcPr>
                    <a:solidFill>
                      <a:srgbClr val="F1F5F9"/>
                    </a:solidFill>
                  </a:tcPr>
                </a:tc>
                <a:tc>
                  <a:txBody>
                    <a:bodyPr/>
                    <a:lstStyle/>
                    <a:p>
                      <a:pPr>
                        <a:defRPr sz="1100">
                          <a:solidFill>
                            <a:srgbClr val="EE4B4B"/>
                          </a:solidFill>
                          <a:latin typeface="SVN-Avo"/>
                        </a:defRPr>
                      </a:pPr>
                      <a:r>
                        <a:t>Dễ bị qua mặt bằng ứng dụng định vị ảo (Fake GPS) hoặc chỉnh lùi giờ điện thoại.</a:t>
                      </a:r>
                    </a:p>
                  </a:txBody>
                  <a:tcPr>
                    <a:solidFill>
                      <a:srgbClr val="FEF2F2"/>
                    </a:solidFill>
                  </a:tcPr>
                </a:tc>
                <a:tc>
                  <a:txBody>
                    <a:bodyPr/>
                    <a:lstStyle/>
                    <a:p>
                      <a:pPr>
                        <a:defRPr sz="1100" b="1">
                          <a:solidFill>
                            <a:srgbClr val="10B75A"/>
                          </a:solidFill>
                          <a:latin typeface="SVN-Avo"/>
                        </a:defRPr>
                      </a:pPr>
                      <a:r>
                        <a:t>Chặn đứng Fake GPS, chặn chỉnh lùi giờ, bắt buộc đứng đúng vị trí cửa hàng.</a:t>
                      </a:r>
                    </a:p>
                  </a:txBody>
                  <a:tcPr>
                    <a:solidFill>
                      <a:srgbClr val="ECFDF5"/>
                    </a:solidFill>
                  </a:tcPr>
                </a:tc>
              </a:tr>
              <a:tr h="653142">
                <a:tc>
                  <a:txBody>
                    <a:bodyPr/>
                    <a:lstStyle/>
                    <a:p>
                      <a:pPr>
                        <a:defRPr sz="1100" b="1">
                          <a:solidFill>
                            <a:srgbClr val="243858"/>
                          </a:solidFill>
                          <a:latin typeface="SVN-Avo"/>
                        </a:defRPr>
                      </a:pPr>
                      <a:r>
                        <a:t>Theo dõi vị trí đội ngũ</a:t>
                      </a:r>
                    </a:p>
                  </a:txBody>
                  <a:tcPr>
                    <a:solidFill>
                      <a:srgbClr val="F1F5F9"/>
                    </a:solidFill>
                  </a:tcPr>
                </a:tc>
                <a:tc>
                  <a:txBody>
                    <a:bodyPr/>
                    <a:lstStyle/>
                    <a:p>
                      <a:pPr>
                        <a:defRPr sz="1100">
                          <a:solidFill>
                            <a:srgbClr val="EE4B4B"/>
                          </a:solidFill>
                          <a:latin typeface="SVN-Avo"/>
                        </a:defRPr>
                      </a:pPr>
                      <a:r>
                        <a:t>Không biết nhân viên đang ở đâu, phải gọi điện thoại hỏi từng người.</a:t>
                      </a:r>
                    </a:p>
                  </a:txBody>
                  <a:tcPr>
                    <a:solidFill>
                      <a:srgbClr val="FEF2F2"/>
                    </a:solidFill>
                  </a:tcPr>
                </a:tc>
                <a:tc>
                  <a:txBody>
                    <a:bodyPr/>
                    <a:lstStyle/>
                    <a:p>
                      <a:pPr>
                        <a:defRPr sz="1100" b="1">
                          <a:solidFill>
                            <a:srgbClr val="10B75A"/>
                          </a:solidFill>
                          <a:latin typeface="SVN-Avo"/>
                        </a:defRPr>
                      </a:pPr>
                      <a:r>
                        <a:t>Bản đồ thời gian thực, xin vị trí đột xuất trong 10 phút, chuẩn Luật 91/2025.</a:t>
                      </a:r>
                    </a:p>
                  </a:txBody>
                  <a:tcPr>
                    <a:solidFill>
                      <a:srgbClr val="ECFDF5"/>
                    </a:solidFill>
                  </a:tcPr>
                </a:tc>
              </a:tr>
              <a:tr h="653142">
                <a:tc>
                  <a:txBody>
                    <a:bodyPr/>
                    <a:lstStyle/>
                    <a:p>
                      <a:pPr>
                        <a:defRPr sz="1100" b="1">
                          <a:solidFill>
                            <a:srgbClr val="243858"/>
                          </a:solidFill>
                          <a:latin typeface="SVN-Avo"/>
                        </a:defRPr>
                      </a:pPr>
                      <a:r>
                        <a:t>Tính xác thực của hình ảnh</a:t>
                      </a:r>
                    </a:p>
                  </a:txBody>
                  <a:tcPr>
                    <a:solidFill>
                      <a:srgbClr val="F1F5F9"/>
                    </a:solidFill>
                  </a:tcPr>
                </a:tc>
                <a:tc>
                  <a:txBody>
                    <a:bodyPr/>
                    <a:lstStyle/>
                    <a:p>
                      <a:pPr>
                        <a:defRPr sz="1100">
                          <a:solidFill>
                            <a:srgbClr val="EE4B4B"/>
                          </a:solidFill>
                          <a:latin typeface="SVN-Avo"/>
                        </a:defRPr>
                      </a:pPr>
                      <a:r>
                        <a:t>Cho phép chọn ảnh có sẵn từ máy, nguy cơ lấy ảnh mạng hoặc ảnh cũ gửi lên.</a:t>
                      </a:r>
                    </a:p>
                  </a:txBody>
                  <a:tcPr>
                    <a:solidFill>
                      <a:srgbClr val="FEF2F2"/>
                    </a:solidFill>
                  </a:tcPr>
                </a:tc>
                <a:tc>
                  <a:txBody>
                    <a:bodyPr/>
                    <a:lstStyle/>
                    <a:p>
                      <a:pPr>
                        <a:defRPr sz="1100" b="1">
                          <a:solidFill>
                            <a:srgbClr val="10B75A"/>
                          </a:solidFill>
                          <a:latin typeface="SVN-Avo"/>
                        </a:defRPr>
                      </a:pPr>
                      <a:r>
                        <a:t>Chỉ chụp trực tiếp, in chìm vĩnh viễn ngày giờ, toạ độ và tên đại lý lên ảnh.</a:t>
                      </a:r>
                    </a:p>
                  </a:txBody>
                  <a:tcPr>
                    <a:solidFill>
                      <a:srgbClr val="ECFDF5"/>
                    </a:solidFill>
                  </a:tcPr>
                </a:tc>
              </a:tr>
              <a:tr h="653142">
                <a:tc>
                  <a:txBody>
                    <a:bodyPr/>
                    <a:lstStyle/>
                    <a:p>
                      <a:pPr>
                        <a:defRPr sz="1100" b="1">
                          <a:solidFill>
                            <a:srgbClr val="243858"/>
                          </a:solidFill>
                          <a:latin typeface="SVN-Avo"/>
                        </a:defRPr>
                      </a:pPr>
                      <a:r>
                        <a:t>Quản lý chi phí xăng xe</a:t>
                      </a:r>
                    </a:p>
                  </a:txBody>
                  <a:tcPr>
                    <a:solidFill>
                      <a:srgbClr val="F1F5F9"/>
                    </a:solidFill>
                  </a:tcPr>
                </a:tc>
                <a:tc>
                  <a:txBody>
                    <a:bodyPr/>
                    <a:lstStyle/>
                    <a:p>
                      <a:pPr>
                        <a:defRPr sz="1100">
                          <a:solidFill>
                            <a:srgbClr val="EE4B4B"/>
                          </a:solidFill>
                          <a:latin typeface="SVN-Avo"/>
                        </a:defRPr>
                      </a:pPr>
                      <a:r>
                        <a:t>Nhân viên tự ghi số km ước lượng, dễ phát sinh tranh cãi với kế toán.</a:t>
                      </a:r>
                    </a:p>
                  </a:txBody>
                  <a:tcPr>
                    <a:solidFill>
                      <a:srgbClr val="FEF2F2"/>
                    </a:solidFill>
                  </a:tcPr>
                </a:tc>
                <a:tc>
                  <a:txBody>
                    <a:bodyPr/>
                    <a:lstStyle/>
                    <a:p>
                      <a:pPr>
                        <a:defRPr sz="1100" b="1">
                          <a:solidFill>
                            <a:srgbClr val="10B75A"/>
                          </a:solidFill>
                          <a:latin typeface="SVN-Avo"/>
                        </a:defRPr>
                      </a:pPr>
                      <a:r>
                        <a:t>Hệ thống tự đo km chuẩn xác theo các mốc thực tế, chốt số minh bạch lúc 23:59.</a:t>
                      </a:r>
                    </a:p>
                  </a:txBody>
                  <a:tcPr>
                    <a:solidFill>
                      <a:srgbClr val="ECFDF5"/>
                    </a:solidFill>
                  </a:tcPr>
                </a:tc>
              </a:tr>
              <a:tr h="653148">
                <a:tc>
                  <a:txBody>
                    <a:bodyPr/>
                    <a:lstStyle/>
                    <a:p>
                      <a:pPr>
                        <a:defRPr sz="1100" b="1">
                          <a:solidFill>
                            <a:srgbClr val="243858"/>
                          </a:solidFill>
                          <a:latin typeface="SVN-Avo"/>
                        </a:defRPr>
                      </a:pPr>
                      <a:r>
                        <a:t>Tốc độ báo cáo thị trường</a:t>
                      </a:r>
                    </a:p>
                  </a:txBody>
                  <a:tcPr>
                    <a:solidFill>
                      <a:srgbClr val="F1F5F9"/>
                    </a:solidFill>
                  </a:tcPr>
                </a:tc>
                <a:tc>
                  <a:txBody>
                    <a:bodyPr/>
                    <a:lstStyle/>
                    <a:p>
                      <a:pPr>
                        <a:defRPr sz="1100">
                          <a:solidFill>
                            <a:srgbClr val="EE4B4B"/>
                          </a:solidFill>
                          <a:latin typeface="SVN-Avo"/>
                        </a:defRPr>
                      </a:pPr>
                      <a:r>
                        <a:t>Chờ tổng hợp qua Zalo hoặc Excel cuối ngày, độ trễ từ 24h - 48h.</a:t>
                      </a:r>
                    </a:p>
                  </a:txBody>
                  <a:tcPr>
                    <a:solidFill>
                      <a:srgbClr val="FEF2F2"/>
                    </a:solidFill>
                  </a:tcPr>
                </a:tc>
                <a:tc>
                  <a:txBody>
                    <a:bodyPr/>
                    <a:lstStyle/>
                    <a:p>
                      <a:pPr>
                        <a:defRPr sz="1100" b="1">
                          <a:solidFill>
                            <a:srgbClr val="10B75A"/>
                          </a:solidFill>
                          <a:latin typeface="SVN-Avo"/>
                        </a:defRPr>
                      </a:pPr>
                      <a:r>
                        <a:t>Báo cáo thời gian thực, Lãnh đạo nắm số liệu và diễn biến thị trường từng phút.</a:t>
                      </a:r>
                    </a:p>
                  </a:txBody>
                  <a:tcPr>
                    <a:solidFill>
                      <a:srgbClr val="ECFDF5"/>
                    </a:solidFill>
                  </a:tcPr>
                </a:tc>
              </a:tr>
            </a:tbl>
          </a:graphicData>
        </a:graphic>
      </p:graphicFrame>
      <p:sp>
        <p:nvSpPr>
          <p:cNvPr id="5" name="Rounded Rectangle 4"/>
          <p:cNvSpPr/>
          <p:nvPr/>
        </p:nvSpPr>
        <p:spPr>
          <a:xfrm>
            <a:off x="457200" y="5779008"/>
            <a:ext cx="11274552" cy="502920"/>
          </a:xfrm>
          <a:prstGeom prst="roundRect">
            <a:avLst/>
          </a:prstGeom>
          <a:solidFill>
            <a:srgbClr val="EAFAEA"/>
          </a:solidFill>
          <a:ln w="12700">
            <a:solidFill>
              <a:srgbClr val="10B7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200" b="1">
                <a:solidFill>
                  <a:srgbClr val="10B75A"/>
                </a:solidFill>
                <a:latin typeface="SVN-Avo"/>
              </a:defRPr>
            </a:pPr>
            <a:r>
              <a:t>💡 GIÁ TRỊ DOANH NGHIỆP: Bước chuyển mình căn bản từ cách quản lý chắp vá thủ công sang hệ thống số hoá chuyên nghiệp.</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Content Placeholder 2"/>
          <p:cNvSpPr>
            <a:spLocks noGrp="1"/>
          </p:cNvSpPr>
          <p:nvPr>
            <p:ph idx="2" sz="half"/>
          </p:nvPr>
        </p:nvSpPr>
        <p:spPr/>
        <p:txBody>
          <a:bodyPr/>
          <a:lstStyle/>
          <a:p/>
        </p:txBody>
      </p:sp>
      <p:sp>
        <p:nvSpPr>
          <p:cNvPr id="4" name="Title 3"/>
          <p:cNvSpPr>
            <a:spLocks noGrp="1"/>
          </p:cNvSpPr>
          <p:nvPr>
            <p:ph type="title"/>
          </p:nvPr>
        </p:nvSpPr>
        <p:spPr/>
        <p:txBody>
          <a:bodyPr/>
          <a:lstStyle/>
          <a:p>
            <a:pPr>
              <a:defRPr sz="2200" b="1">
                <a:solidFill>
                  <a:srgbClr val="355FAC"/>
                </a:solidFill>
                <a:latin typeface="SVN-Avo"/>
              </a:defRPr>
            </a:pPr>
            <a:r>
              <a:t>TỔNG KẾT HIỆU QUẢ ĐẦU TƯ (ROI) &amp; BỘ CÂU HỎI QUAN TÂM (Q&amp;A)</a:t>
            </a:r>
          </a:p>
        </p:txBody>
      </p:sp>
      <p:sp>
        <p:nvSpPr>
          <p:cNvPr id="5" name="Text Placeholder 4"/>
          <p:cNvSpPr>
            <a:spLocks noGrp="1"/>
          </p:cNvSpPr>
          <p:nvPr>
            <p:ph type="body" idx="3" sz="quarter"/>
          </p:nvPr>
        </p:nvSpPr>
        <p:spPr/>
        <p:txBody>
          <a:bodyPr/>
          <a:lstStyle/>
          <a:p/>
        </p:txBody>
      </p:sp>
      <p:sp>
        <p:nvSpPr>
          <p:cNvPr id="6" name="Content Placeholder 5"/>
          <p:cNvSpPr>
            <a:spLocks noGrp="1"/>
          </p:cNvSpPr>
          <p:nvPr>
            <p:ph idx="4" sz="quarter"/>
          </p:nvPr>
        </p:nvSpPr>
        <p:spPr/>
        <p:txBody>
          <a:bodyPr/>
          <a:lstStyle/>
          <a:p/>
        </p:txBody>
      </p:sp>
      <p:sp>
        <p:nvSpPr>
          <p:cNvPr id="7" name="Rounded Rectangle 6"/>
          <p:cNvSpPr/>
          <p:nvPr/>
        </p:nvSpPr>
        <p:spPr>
          <a:xfrm>
            <a:off x="457200" y="1051560"/>
            <a:ext cx="5440680" cy="4572000"/>
          </a:xfrm>
          <a:prstGeom prst="roundRect">
            <a:avLst/>
          </a:prstGeom>
          <a:solidFill>
            <a:srgbClr val="F8FAFC"/>
          </a:solidFill>
          <a:ln w="12700">
            <a:solidFill>
              <a:srgbClr val="DF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188720"/>
            <a:ext cx="5074920" cy="4297680"/>
          </a:xfrm>
          <a:prstGeom prst="rect">
            <a:avLst/>
          </a:prstGeom>
          <a:noFill/>
        </p:spPr>
        <p:txBody>
          <a:bodyPr wrap="none">
            <a:spAutoFit/>
          </a:bodyPr>
          <a:lstStyle/>
          <a:p>
            <a:pPr>
              <a:spcAft>
                <a:spcPts val="1200"/>
              </a:spcAft>
              <a:defRPr sz="1600" b="1">
                <a:solidFill>
                  <a:srgbClr val="355FAC"/>
                </a:solidFill>
                <a:latin typeface="SVN-Avo"/>
              </a:defRPr>
            </a:pPr>
            <a:r>
              <a:t>3 HIỆU QUẢ KINH TẾ LỚN NHẤT (ROI)</a:t>
            </a:r>
          </a:p>
          <a:p>
            <a:pPr>
              <a:spcAft>
                <a:spcPts val="400"/>
              </a:spcAft>
              <a:defRPr sz="1400" b="1">
                <a:solidFill>
                  <a:srgbClr val="10B75A"/>
                </a:solidFill>
                <a:latin typeface="SVN-Avo"/>
              </a:defRPr>
            </a:pPr>
            <a:r>
              <a:t>1. Tăng 20% - 25% năng suất bán hàng:</a:t>
            </a:r>
          </a:p>
          <a:p>
            <a:pPr>
              <a:spcAft>
                <a:spcPts val="1400"/>
              </a:spcAft>
              <a:defRPr sz="1200" b="0">
                <a:solidFill>
                  <a:srgbClr val="243858"/>
                </a:solidFill>
                <a:latin typeface="SVN-Avo"/>
              </a:defRPr>
            </a:pPr>
            <a:r>
              <a:t>Lộ trình ngắn nhất và tự động hoá báo cáo giúp nhân viên dành thêm 2 - 3 tiếng mỗi ngày để tiếp cận khách hàng và gia tăng doanh số.</a:t>
            </a:r>
          </a:p>
          <a:p>
            <a:pPr>
              <a:spcAft>
                <a:spcPts val="400"/>
              </a:spcAft>
              <a:defRPr sz="1400" b="1">
                <a:solidFill>
                  <a:srgbClr val="10B75A"/>
                </a:solidFill>
                <a:latin typeface="SVN-Avo"/>
              </a:defRPr>
            </a:pPr>
            <a:r>
              <a:t>2. Tiết kiệm 15% - 20% chi phí xăng xe:</a:t>
            </a:r>
          </a:p>
          <a:p>
            <a:pPr>
              <a:spcAft>
                <a:spcPts val="1400"/>
              </a:spcAft>
              <a:defRPr sz="1200" b="0">
                <a:solidFill>
                  <a:srgbClr val="243858"/>
                </a:solidFill>
                <a:latin typeface="SVN-Avo"/>
              </a:defRPr>
            </a:pPr>
            <a:r>
              <a:t>Chấm dứt hoàn toàn tình trạng kê khai khống quãng đường xăng xe nhờ thuật toán đo km tự động và chốt sổ công bằng.</a:t>
            </a:r>
          </a:p>
          <a:p>
            <a:pPr>
              <a:spcAft>
                <a:spcPts val="400"/>
              </a:spcAft>
              <a:defRPr sz="1400" b="1">
                <a:solidFill>
                  <a:srgbClr val="355FAC"/>
                </a:solidFill>
                <a:latin typeface="SVN-Avo"/>
              </a:defRPr>
            </a:pPr>
            <a:r>
              <a:t>3. Dữ liệu thị trường là tài sản công ty:</a:t>
            </a:r>
          </a:p>
          <a:p>
            <a:pPr>
              <a:spcAft>
                <a:spcPts val="500"/>
              </a:spcAft>
              <a:defRPr sz="1200" b="0">
                <a:solidFill>
                  <a:srgbClr val="243858"/>
                </a:solidFill>
                <a:latin typeface="SVN-Avo"/>
              </a:defRPr>
            </a:pPr>
            <a:r>
              <a:t>Toàn bộ danh bạ khách hàng, hình ảnh quầy kệ, biến động đối thủ đều thuộc về công ty, không phụ thuộc vào cá nhân nhân viên.</a:t>
            </a:r>
          </a:p>
        </p:txBody>
      </p:sp>
      <p:sp>
        <p:nvSpPr>
          <p:cNvPr id="9" name="Rounded Rectangle 8"/>
          <p:cNvSpPr/>
          <p:nvPr/>
        </p:nvSpPr>
        <p:spPr>
          <a:xfrm>
            <a:off x="6263640" y="1051560"/>
            <a:ext cx="5440680" cy="4572000"/>
          </a:xfrm>
          <a:prstGeom prst="roundRect">
            <a:avLst/>
          </a:prstGeom>
          <a:solidFill>
            <a:srgbClr val="F8FAFC"/>
          </a:solidFill>
          <a:ln w="12700">
            <a:solidFill>
              <a:srgbClr val="DF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188720"/>
            <a:ext cx="5074920" cy="4297680"/>
          </a:xfrm>
          <a:prstGeom prst="rect">
            <a:avLst/>
          </a:prstGeom>
          <a:noFill/>
        </p:spPr>
        <p:txBody>
          <a:bodyPr wrap="none">
            <a:spAutoFit/>
          </a:bodyPr>
          <a:lstStyle/>
          <a:p>
            <a:pPr>
              <a:spcAft>
                <a:spcPts val="1200"/>
              </a:spcAft>
              <a:defRPr sz="1600" b="1">
                <a:solidFill>
                  <a:srgbClr val="355FAC"/>
                </a:solidFill>
                <a:latin typeface="SVN-Avo"/>
              </a:defRPr>
            </a:pPr>
            <a:r>
              <a:t>BỘ CÂU HỎI CÁC SẾP QUAN TÂM NHẤT (Q&amp;A)</a:t>
            </a:r>
          </a:p>
          <a:p>
            <a:pPr>
              <a:spcAft>
                <a:spcPts val="200"/>
              </a:spcAft>
              <a:defRPr sz="1300" b="1">
                <a:solidFill>
                  <a:srgbClr val="355FAC"/>
                </a:solidFill>
                <a:latin typeface="SVN-Avo"/>
              </a:defRPr>
            </a:pPr>
            <a:r>
              <a:t>Q1: Ứng dụng này nhân viên lớn tuổi có dễ dùng không?</a:t>
            </a:r>
          </a:p>
          <a:p>
            <a:pPr>
              <a:spcAft>
                <a:spcPts val="1000"/>
              </a:spcAft>
              <a:defRPr sz="1200" b="0">
                <a:solidFill>
                  <a:srgbClr val="243858"/>
                </a:solidFill>
                <a:latin typeface="SVN-Avo"/>
              </a:defRPr>
            </a:pPr>
            <a:r>
              <a:t>➔ Trả lời: Giao diện 3 nút lớn, tiếng Việt rõ ràng, có trợ lý giọng nói, nhân viên chỉ cần 1 buổi đào tạo là dùng thành thạo.</a:t>
            </a:r>
          </a:p>
          <a:p>
            <a:pPr>
              <a:spcAft>
                <a:spcPts val="200"/>
              </a:spcAft>
              <a:defRPr sz="1300" b="1">
                <a:solidFill>
                  <a:srgbClr val="355FAC"/>
                </a:solidFill>
                <a:latin typeface="SVN-Avo"/>
              </a:defRPr>
            </a:pPr>
            <a:r>
              <a:t>Q2: Chụp nhiều ảnh và GPS có làm tốn 4G hoặc nặng máy không?</a:t>
            </a:r>
          </a:p>
          <a:p>
            <a:pPr>
              <a:spcAft>
                <a:spcPts val="1000"/>
              </a:spcAft>
              <a:defRPr sz="1200" b="0">
                <a:solidFill>
                  <a:srgbClr val="243858"/>
                </a:solidFill>
                <a:latin typeface="SVN-Avo"/>
              </a:defRPr>
            </a:pPr>
            <a:r>
              <a:t>➔ Trả lời: Ảnh nén siêu nhẹ (~77KB), GPS chỉ đo khi mở app, sau khi đồng bộ máy tự dọn bộ nhớ tạm, hoàn toàn không làm nặng máy.</a:t>
            </a:r>
          </a:p>
          <a:p>
            <a:pPr>
              <a:spcAft>
                <a:spcPts val="200"/>
              </a:spcAft>
              <a:defRPr sz="1300" b="1">
                <a:solidFill>
                  <a:srgbClr val="355FAC"/>
                </a:solidFill>
                <a:latin typeface="SVN-Avo"/>
              </a:defRPr>
            </a:pPr>
            <a:r>
              <a:t>Q3: Định vị nhân viên có vi phạm quyền riêng tư không?</a:t>
            </a:r>
          </a:p>
          <a:p>
            <a:pPr>
              <a:spcAft>
                <a:spcPts val="500"/>
              </a:spcAft>
              <a:defRPr sz="1200" b="0">
                <a:solidFill>
                  <a:srgbClr val="243858"/>
                </a:solidFill>
                <a:latin typeface="SVN-Avo"/>
              </a:defRPr>
            </a:pPr>
            <a:r>
              <a:t>➔ Trả lời: Tuân thủ 100% Luật 91/2025; chỉ gửi khi mở app, có huy hiệu rõ ràng và màn hình 'Ai đã xem vị trí của tôi' minh bạch.</a:t>
            </a:r>
          </a:p>
        </p:txBody>
      </p:sp>
      <p:sp>
        <p:nvSpPr>
          <p:cNvPr id="11" name="Rounded Rectangle 10"/>
          <p:cNvSpPr/>
          <p:nvPr/>
        </p:nvSpPr>
        <p:spPr>
          <a:xfrm>
            <a:off x="457200" y="5779008"/>
            <a:ext cx="11274552" cy="502920"/>
          </a:xfrm>
          <a:prstGeom prst="roundRect">
            <a:avLst/>
          </a:prstGeom>
          <a:solidFill>
            <a:srgbClr val="EAFAEA"/>
          </a:solidFill>
          <a:ln w="12700">
            <a:solidFill>
              <a:srgbClr val="10B7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200" b="1">
                <a:solidFill>
                  <a:srgbClr val="10B75A"/>
                </a:solidFill>
                <a:latin typeface="SVN-Avo"/>
              </a:defRPr>
            </a:pPr>
            <a:r>
              <a:t>💡 GIÁ TRỊ DOANH NGHIỆP: DMS VTHM Mobile là bệ phóng vững chắc giúp Tập đoàn VTHM bứt phá doanh số và tối ưu chi phí vận hành.</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5" sz="quarter"/>
          </p:nvPr>
        </p:nvSpPr>
        <p:spPr/>
        <p:txBody>
          <a:bodyPr/>
          <a:lstStyle/>
          <a:p/>
        </p:txBody>
      </p:sp>
      <p:sp>
        <p:nvSpPr>
          <p:cNvPr id="4" name="Text Placeholder 3"/>
          <p:cNvSpPr>
            <a:spLocks noGrp="1"/>
          </p:cNvSpPr>
          <p:nvPr>
            <p:ph type="body" idx="16" sz="quarter"/>
          </p:nvPr>
        </p:nvSpPr>
        <p:spPr/>
        <p:txBody>
          <a:bodyPr/>
          <a:lstStyle/>
          <a:p/>
        </p:txBody>
      </p:sp>
      <p:sp>
        <p:nvSpPr>
          <p:cNvPr id="5" name="Text Placeholder 4"/>
          <p:cNvSpPr>
            <a:spLocks noGrp="1"/>
          </p:cNvSpPr>
          <p:nvPr>
            <p:ph type="body" idx="17" sz="quarter"/>
          </p:nvPr>
        </p:nvSpPr>
        <p:spPr/>
        <p:txBody>
          <a:bodyPr/>
          <a:lstStyle/>
          <a:p/>
        </p:txBody>
      </p:sp>
      <p:sp>
        <p:nvSpPr>
          <p:cNvPr id="6" name="Text Placeholder 5"/>
          <p:cNvSpPr>
            <a:spLocks noGrp="1"/>
          </p:cNvSpPr>
          <p:nvPr>
            <p:ph type="body" idx="18" sz="quarter"/>
          </p:nvPr>
        </p:nvSpPr>
        <p:spPr/>
        <p:txBody>
          <a:bodyPr/>
          <a:lstStyle/>
          <a:p/>
        </p:txBody>
      </p:sp>
    </p:spTree>
  </p:cSld>
  <p:clrMapOvr>
    <a:masterClrMapping/>
  </p:clrMapOvr>
</p:sld>
</file>

<file path=ppt/theme/theme1.xml><?xml version="1.0" encoding="utf-8"?>
<a:theme xmlns:a="http://schemas.openxmlformats.org/drawingml/2006/main" name="Office Theme">
  <a:themeElements>
    <a:clrScheme name="Custom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3175"/>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Slides Template VTHM" id="{3319E795-6A11-3E4E-82BE-29C8994999E1}" vid="{C38FF34D-B292-1B40-84A0-4DFD3DFFDDB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2DD996A4-D94C-4CBB-8C4A-329A82DFC254}">
  <we:reference id="wa200005107" version="1.1.0.0" store="en-US" storeType="OMEX"/>
  <we:alternateReferences>
    <we:reference id="wa200005107" version="1.1.0.0" store="wa200005107"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6FF99F9E1301E44B337A1F1E5C2B352" ma:contentTypeVersion="14" ma:contentTypeDescription="Create a new document." ma:contentTypeScope="" ma:versionID="1ddf07b49928109ac161caedb18fecd8">
  <xsd:schema xmlns:xsd="http://www.w3.org/2001/XMLSchema" xmlns:xs="http://www.w3.org/2001/XMLSchema" xmlns:p="http://schemas.microsoft.com/office/2006/metadata/properties" xmlns:ns2="667dc3eb-8274-4440-b682-8c8edf255aa2" xmlns:ns3="cc930991-13d4-4e71-a3f0-c3d82580556e" targetNamespace="http://schemas.microsoft.com/office/2006/metadata/properties" ma:root="true" ma:fieldsID="1a739dbe90fff63f93c1daf6debbbfb1" ns2:_="" ns3:_="">
    <xsd:import namespace="667dc3eb-8274-4440-b682-8c8edf255aa2"/>
    <xsd:import namespace="cc930991-13d4-4e71-a3f0-c3d82580556e"/>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lcf76f155ced4ddcb4097134ff3c332f" minOccurs="0"/>
                <xsd:element ref="ns2:MediaServiceGenerationTime" minOccurs="0"/>
                <xsd:element ref="ns2:MediaServiceEventHashCode" minOccurs="0"/>
                <xsd:element ref="ns3:SharedWithUsers" minOccurs="0"/>
                <xsd:element ref="ns3:SharedWithDetails" minOccurs="0"/>
                <xsd:element ref="ns2:MediaServiceOCR" minOccurs="0"/>
                <xsd:element ref="ns2:MediaServiceObjectDetectorVersions" minOccurs="0"/>
                <xsd:element ref="ns2:MediaServiceLocation"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67dc3eb-8274-4440-b682-8c8edf255aa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3dde26f-ad56-4a27-894f-2aa9242a74a8" ma:termSetId="09814cd3-568e-fe90-9814-8d621ff8fb84" ma:anchorId="fba54fb3-c3e1-fe81-a776-ca4b69148c4d" ma:open="true" ma:isKeyword="false">
      <xsd:complexType>
        <xsd:sequence>
          <xsd:element ref="pc:Terms" minOccurs="0" maxOccurs="1"/>
        </xsd:sequence>
      </xsd:complex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ServiceLocation" ma:index="20" nillable="true" ma:displayName="Location" ma:indexed="true" ma:internalName="MediaServiceLocation"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c930991-13d4-4e71-a3f0-c3d82580556e"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667dc3eb-8274-4440-b682-8c8edf255aa2">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F898A633-A31D-4B34-99E4-D0F0224EDBBC}">
  <ds:schemaRefs>
    <ds:schemaRef ds:uri="667dc3eb-8274-4440-b682-8c8edf255aa2"/>
    <ds:schemaRef ds:uri="cc930991-13d4-4e71-a3f0-c3d82580556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67B38E9C-53F4-45B7-BB77-8539BB7040F8}">
  <ds:schemaRefs>
    <ds:schemaRef ds:uri="http://schemas.microsoft.com/sharepoint/v3/contenttype/forms"/>
  </ds:schemaRefs>
</ds:datastoreItem>
</file>

<file path=customXml/itemProps3.xml><?xml version="1.0" encoding="utf-8"?>
<ds:datastoreItem xmlns:ds="http://schemas.openxmlformats.org/officeDocument/2006/customXml" ds:itemID="{0E111B19-7283-4751-B1F8-E7CC95678A87}">
  <ds:schemaRefs>
    <ds:schemaRef ds:uri="667dc3eb-8274-4440-b682-8c8edf255aa2"/>
    <ds:schemaRef ds:uri="76aba3a4-d161-46ff-a8bc-4fbccd4605a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Slides Template VTHM</Template>
  <TotalTime>2</TotalTime>
  <Words>1480</Words>
  <Application>Microsoft Office PowerPoint</Application>
  <PresentationFormat>Widescreen</PresentationFormat>
  <Paragraphs>194</Paragraphs>
  <Slides>16</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SVN-Avo</vt:lpstr>
      <vt:lpstr>Arial</vt:lpstr>
      <vt:lpstr>Calibri</vt:lpstr>
      <vt:lpstr>Corbel</vt:lpstr>
      <vt:lpstr>Office Theme</vt:lpstr>
      <vt:lpstr>DỰ ÁN DMS VTHM</vt:lpstr>
      <vt:lpstr>HIỆN TRẠNG &amp; ĐỊNH HƯỚNG THAY ĐỔI</vt:lpstr>
      <vt:lpstr>MÔ-ĐUN CHẤM CÔNG</vt:lpstr>
      <vt:lpstr>BIỂU MẪU</vt:lpstr>
      <vt:lpstr>NHẬP LIỆU BẰNG GIỌNG NÓI</vt:lpstr>
      <vt:lpstr>CHẤM ĐIỂM TRƯNG BÀY</vt:lpstr>
      <vt:lpstr>RỦI RO VỀ DỮ LIỆU</vt:lpstr>
      <vt:lpstr>GIAO DIỆN</vt:lpstr>
      <vt:lpstr>ƯU, NHƯỢC ĐIỂM CỦA DMS MOBIWORK</vt:lpstr>
      <vt:lpstr>ƯU, NHƯỢC ĐIỂM CỦA APP DMS NỘI BỘ</vt:lpstr>
      <vt:lpstr>PHƯƠNG ÁN TRIỂN KHAI GIAI ĐOẠN 1</vt:lpstr>
      <vt:lpstr>LỘ TRÌNH TRIỂN KHAI</vt:lpstr>
      <vt:lpstr>SO SÁNH TỔNG THỂ DỊCH VỤ BẢN ĐỒ</vt:lpstr>
      <vt:lpstr>SO SÁNH CHI PHÍ NĂM ĐẦU: NỘI BỘ &amp; MOBIWORK</vt:lpstr>
      <vt:lpstr>DỰ TOÁN CHI PHÍ NĂM ĐẦU</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TIÊU ĐỀ CUỘC HỌP</dc:title>
  <dc:creator>Nguyen Quang Truong</dc:creator>
  <cp:lastModifiedBy>Nguyễn Xuân Quyết</cp:lastModifiedBy>
  <cp:revision>1</cp:revision>
  <cp:lastPrinted>2021-08-11T04:33:02Z</cp:lastPrinted>
  <dcterms:created xsi:type="dcterms:W3CDTF">2021-08-02T04:53:35Z</dcterms:created>
  <dcterms:modified xsi:type="dcterms:W3CDTF">2026-09-11T08:00:59Z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0x010100A6FF99F9E1301E44B337A1F1E5C2B352</vt:lpwstr>
  </property>
  <property fmtid="{D5CDD505-2E9C-101B-9397-08002B2CF9AE}" pid="3" name="MediaServiceImageTags">
    <vt:lpwstr/>
  </property>
</Properties>
</file>